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5.xml" ContentType="application/vnd.openxmlformats-officedocument.drawingml.chartshapes+xml"/>
  <Override PartName="/ppt/charts/chart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6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7.xml" ContentType="application/vnd.openxmlformats-officedocument.drawingml.chartshapes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8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9.xml" ContentType="application/vnd.openxmlformats-officedocument.drawingml.chart+xml"/>
  <Override PartName="/ppt/drawings/drawing9.xml" ContentType="application/vnd.openxmlformats-officedocument.drawingml.chartshapes+xml"/>
  <Override PartName="/ppt/charts/chart10.xml" ContentType="application/vnd.openxmlformats-officedocument.drawingml.chart+xml"/>
  <Override PartName="/ppt/drawings/drawing10.xml" ContentType="application/vnd.openxmlformats-officedocument.drawingml.chartshapes+xml"/>
  <Override PartName="/ppt/notesSlides/notesSlide6.xml" ContentType="application/vnd.openxmlformats-officedocument.presentationml.notesSlide+xml"/>
  <Override PartName="/ppt/charts/chart11.xml" ContentType="application/vnd.openxmlformats-officedocument.drawingml.chart+xml"/>
  <Override PartName="/ppt/drawings/drawing11.xml" ContentType="application/vnd.openxmlformats-officedocument.drawingml.chartshapes+xml"/>
  <Override PartName="/ppt/notesSlides/notesSlide7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8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notesSlides/notesSlide9.xml" ContentType="application/vnd.openxmlformats-officedocument.presentationml.notes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notesSlides/notesSlide10.xml" ContentType="application/vnd.openxmlformats-officedocument.presentationml.notesSlide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notesSlides/notesSlide11.xml" ContentType="application/vnd.openxmlformats-officedocument.presentationml.notesSlide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notesSlides/notesSlide12.xml" ContentType="application/vnd.openxmlformats-officedocument.presentationml.notesSlide+xml"/>
  <Override PartName="/ppt/charts/chart38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12.xml" ContentType="application/vnd.openxmlformats-officedocument.drawingml.chartshapes+xml"/>
  <Override PartName="/ppt/charts/chart39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3.xml" ContentType="application/vnd.openxmlformats-officedocument.drawingml.chartshapes+xml"/>
  <Override PartName="/ppt/notesSlides/notesSlide13.xml" ContentType="application/vnd.openxmlformats-officedocument.presentationml.notesSlide+xml"/>
  <Override PartName="/ppt/charts/chart40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26"/>
  </p:notesMasterIdLst>
  <p:sldIdLst>
    <p:sldId id="347" r:id="rId3"/>
    <p:sldId id="291" r:id="rId4"/>
    <p:sldId id="293" r:id="rId5"/>
    <p:sldId id="321" r:id="rId6"/>
    <p:sldId id="322" r:id="rId7"/>
    <p:sldId id="357" r:id="rId8"/>
    <p:sldId id="323" r:id="rId9"/>
    <p:sldId id="324" r:id="rId10"/>
    <p:sldId id="325" r:id="rId11"/>
    <p:sldId id="288" r:id="rId12"/>
    <p:sldId id="352" r:id="rId13"/>
    <p:sldId id="353" r:id="rId14"/>
    <p:sldId id="354" r:id="rId15"/>
    <p:sldId id="355" r:id="rId16"/>
    <p:sldId id="356" r:id="rId17"/>
    <p:sldId id="327" r:id="rId18"/>
    <p:sldId id="328" r:id="rId19"/>
    <p:sldId id="329" r:id="rId20"/>
    <p:sldId id="343" r:id="rId21"/>
    <p:sldId id="335" r:id="rId22"/>
    <p:sldId id="336" r:id="rId23"/>
    <p:sldId id="344" r:id="rId24"/>
    <p:sldId id="334" r:id="rId25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EFF8FF"/>
    <a:srgbClr val="C1E1FF"/>
    <a:srgbClr val="F0F0F0"/>
    <a:srgbClr val="E3E7ED"/>
    <a:srgbClr val="D7E7F5"/>
    <a:srgbClr val="EBEBEB"/>
    <a:srgbClr val="E1E1E1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8" d="100"/>
          <a:sy n="58" d="100"/>
        </p:scale>
        <p:origin x="1364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6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SUN AN" userId="703e5f78730ae41a" providerId="LiveId" clId="{AF70E4E6-D241-4CEB-ADAC-F216359D9A48}"/>
    <pc:docChg chg="modSld">
      <pc:chgData name="JISUN AN" userId="703e5f78730ae41a" providerId="LiveId" clId="{AF70E4E6-D241-4CEB-ADAC-F216359D9A48}" dt="2026-10-12T09:31:39.987" v="18" actId="20577"/>
      <pc:docMkLst>
        <pc:docMk/>
      </pc:docMkLst>
      <pc:sldChg chg="modSp mod">
        <pc:chgData name="JISUN AN" userId="703e5f78730ae41a" providerId="LiveId" clId="{AF70E4E6-D241-4CEB-ADAC-F216359D9A48}" dt="2026-10-12T09:31:23.058" v="13" actId="20577"/>
        <pc:sldMkLst>
          <pc:docMk/>
          <pc:sldMk cId="1135579464" sldId="291"/>
        </pc:sldMkLst>
        <pc:graphicFrameChg chg="modGraphic">
          <ac:chgData name="JISUN AN" userId="703e5f78730ae41a" providerId="LiveId" clId="{AF70E4E6-D241-4CEB-ADAC-F216359D9A48}" dt="2026-10-12T09:31:23.058" v="13" actId="20577"/>
          <ac:graphicFrameMkLst>
            <pc:docMk/>
            <pc:sldMk cId="1135579464" sldId="291"/>
            <ac:graphicFrameMk id="7" creationId="{00000000-0000-0000-0000-000000000000}"/>
          </ac:graphicFrameMkLst>
        </pc:graphicFrameChg>
      </pc:sldChg>
      <pc:sldChg chg="modSp mod">
        <pc:chgData name="JISUN AN" userId="703e5f78730ae41a" providerId="LiveId" clId="{AF70E4E6-D241-4CEB-ADAC-F216359D9A48}" dt="2026-10-12T09:31:39.987" v="18" actId="20577"/>
        <pc:sldMkLst>
          <pc:docMk/>
          <pc:sldMk cId="4106701830" sldId="344"/>
        </pc:sldMkLst>
        <pc:spChg chg="mod">
          <ac:chgData name="JISUN AN" userId="703e5f78730ae41a" providerId="LiveId" clId="{AF70E4E6-D241-4CEB-ADAC-F216359D9A48}" dt="2026-10-12T09:31:39.987" v="18" actId="20577"/>
          <ac:spMkLst>
            <pc:docMk/>
            <pc:sldMk cId="4106701830" sldId="344"/>
            <ac:spMk id="10" creationId="{00000000-0000-0000-0000-000000000000}"/>
          </ac:spMkLst>
        </pc:spChg>
      </pc:sldChg>
      <pc:sldChg chg="modSp mod">
        <pc:chgData name="JISUN AN" userId="703e5f78730ae41a" providerId="LiveId" clId="{AF70E4E6-D241-4CEB-ADAC-F216359D9A48}" dt="2026-10-12T09:19:22.643" v="5" actId="20577"/>
        <pc:sldMkLst>
          <pc:docMk/>
          <pc:sldMk cId="2806519014" sldId="347"/>
        </pc:sldMkLst>
        <pc:spChg chg="mod">
          <ac:chgData name="JISUN AN" userId="703e5f78730ae41a" providerId="LiveId" clId="{AF70E4E6-D241-4CEB-ADAC-F216359D9A48}" dt="2026-10-12T09:19:22.643" v="5" actId="20577"/>
          <ac:spMkLst>
            <pc:docMk/>
            <pc:sldMk cId="2806519014" sldId="347"/>
            <ac:spMk id="1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F:\&#50976;&#51652;&#53804;&#51088;&#51613;&#44428;\&#51221;&#44592;\&#50612;&#45789;&#49884;&#51596;\26&#45380;3&#48516;&#44592;\&#54532;&#47532;&#48624;\&#51452;&#44036;%20&#51060;&#51061;&#52628;&#51221;&#52824;%20&#49345;&#54693;%20&#50629;&#51333;,&#51333;&#47785;_1012.xlsm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F:\&#50976;&#51652;&#53804;&#51088;&#51613;&#44428;\&#51221;&#44592;\&#50612;&#45789;&#49884;&#51596;\26&#45380;3&#48516;&#44592;\&#54532;&#47532;&#48624;\&#51452;&#44036;%20&#51060;&#51061;&#52628;&#51221;&#52824;%20&#49345;&#54693;%20&#50629;&#51333;,&#51333;&#47785;_1012.xlsm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F:\&#50976;&#51652;&#53804;&#51088;&#51613;&#44428;\&#51221;&#44592;\&#50612;&#45789;&#49884;&#51596;\26&#45380;3&#48516;&#44592;\&#54532;&#47532;&#48624;\review_3Q26_&#49688;&#51221;.xlsm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oleObject" Target="file:///F:\&#50976;&#51652;&#53804;&#51088;&#51613;&#44428;\&#51221;&#44592;\&#50612;&#45789;&#49884;&#51596;\26&#45380;3&#48516;&#44592;\&#54532;&#47532;&#48624;\review_3Q26_&#49688;&#51221;.xlsm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50976;&#51652;&#53804;&#51088;&#51613;&#44428;\&#51221;&#44592;\&#50612;&#45789;&#49884;&#51596;\26&#45380;3&#48516;&#44592;\&#54532;&#47532;&#48624;\review_3Q26_&#49688;&#51221;.xlsm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&#50976;&#51652;&#53804;&#51088;&#51613;&#44428;\&#51221;&#44592;\&#50612;&#45789;&#49884;&#51596;\26&#45380;3&#48516;&#44592;\&#54532;&#47532;&#48624;\review_3Q26_&#49688;&#51221;.xlsm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50976;&#51652;&#53804;&#51088;&#51613;&#44428;\&#51221;&#44592;\&#50612;&#45789;&#49884;&#51596;\26&#45380;3&#48516;&#44592;\&#54532;&#47532;&#48624;\review_3Q26_&#49688;&#51221;.xlsm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F:\&#50976;&#51652;&#53804;&#51088;&#51613;&#44428;\&#51221;&#44592;\&#50612;&#45789;&#49884;&#51596;\26&#45380;3&#48516;&#44592;\&#54532;&#47532;&#48624;\review_3Q26_&#49688;&#51221;.xlsm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8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9.xml"/><Relationship Id="rId1" Type="http://schemas.openxmlformats.org/officeDocument/2006/relationships/oleObject" Target="file:///F:\&#50976;&#51652;&#53804;&#51088;&#51613;&#44428;\&#51221;&#44592;\&#50612;&#45789;&#49884;&#51596;\26&#45380;2&#48516;&#44592;\&#47532;&#48624;\&#53076;&#49828;&#54588;_PEPB&#48180;&#46300;_Tr_fwd_20251014.xlsx" TargetMode="Externa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0.xml"/><Relationship Id="rId1" Type="http://schemas.openxmlformats.org/officeDocument/2006/relationships/oleObject" Target="file:///F:\&#50976;&#51652;&#53804;&#51088;&#51613;&#44428;\&#51221;&#44592;\&#50612;&#45789;&#49884;&#51596;\26&#45380;2&#48516;&#44592;\&#47532;&#48624;\&#53076;&#49828;&#54588;_PEPB&#48180;&#46300;_Tr_fwd_20251014.xlsx" TargetMode="Externa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1.xml"/><Relationship Id="rId1" Type="http://schemas.openxmlformats.org/officeDocument/2006/relationships/oleObject" Target="file:///F:\&#50976;&#51652;&#53804;&#51088;&#51613;&#44428;\&#51221;&#44592;\&#50612;&#45789;&#49884;&#51596;\26&#45380;3&#48516;&#44592;\&#54532;&#47532;&#48624;\EPS_INDEX_Rotation_&#49688;&#44553;_261012.xlsm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50976;&#51652;&#53804;&#51088;&#51613;&#44428;\&#51221;&#44592;\&#50612;&#45789;&#49884;&#51596;\26&#45380;3&#48516;&#44592;\&#54532;&#47532;&#48624;\&#50629;&#51333;%20&#49892;&#51201;_KB.xls" TargetMode="Externa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file:///E:\&#50976;&#51652;&#53804;&#51088;&#51613;&#44428;\&#51221;&#44592;\&#50612;&#45789;&#49884;&#51596;\26&#45380;3&#48516;&#44592;\&#54532;&#47532;&#48624;\&#53804;&#51088;&#51452;&#52404;&#48324;%20&#49688;&#44553;%20(&#51088;&#46041;%20&#51200;&#51109;&#46120;)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12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file:///E:\&#50976;&#51652;&#53804;&#51088;&#51613;&#44428;\&#51221;&#44592;\&#50612;&#45789;&#49884;&#51596;\26&#45380;3&#48516;&#44592;\&#54532;&#47532;&#48624;\&#53804;&#51088;&#51452;&#52404;&#48324;%20&#49688;&#44553;%20(&#51088;&#46041;%20&#51200;&#51109;&#46120;)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3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file:///E:\&#50976;&#51652;&#53804;&#51088;&#51613;&#44428;\&#51221;&#44592;\&#50612;&#45789;&#49884;&#51596;\25&#45380;2&#48516;&#44592;\SUE%20&#50689;&#50629;&#51060;&#51061;%20&#44592;&#51456;%20&#44536;&#47000;&#54532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ko-KR"/>
              <a:t>영업이익</a:t>
            </a:r>
          </a:p>
        </c:rich>
      </c:tx>
      <c:layout>
        <c:manualLayout>
          <c:xMode val="edge"/>
          <c:yMode val="edge"/>
          <c:x val="0.40005405405405403"/>
          <c:y val="0"/>
        </c:manualLayout>
      </c:layout>
      <c:overlay val="0"/>
    </c:title>
    <c:autoTitleDeleted val="0"/>
    <c:plotArea>
      <c:layout>
        <c:manualLayout>
          <c:xMode val="edge"/>
          <c:yMode val="edge"/>
          <c:x val="1.5902710472999203E-2"/>
          <c:y val="0.11266129988635823"/>
          <c:w val="0.97248255084484703"/>
          <c:h val="0.8873387001136418"/>
        </c:manualLayout>
      </c:layout>
      <c:lineChart>
        <c:grouping val="standard"/>
        <c:varyColors val="0"/>
        <c:ser>
          <c:idx val="1"/>
          <c:order val="0"/>
          <c:tx>
            <c:strRef>
              <c:f>'업종별 FA'!$DZ$19</c:f>
              <c:strCache>
                <c:ptCount val="1"/>
                <c:pt idx="0">
                  <c:v>2Q26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none"/>
          </c:marker>
          <c:cat>
            <c:numRef>
              <c:f>'업종별 FA'!$DY$39:$DY$1000</c:f>
              <c:numCache>
                <c:formatCode>m/d/yyyy</c:formatCode>
                <c:ptCount val="962"/>
                <c:pt idx="0">
                  <c:v>46021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46072</c:v>
                </c:pt>
                <c:pt idx="33">
                  <c:v>46073</c:v>
                </c:pt>
                <c:pt idx="34">
                  <c:v>46076</c:v>
                </c:pt>
                <c:pt idx="35">
                  <c:v>46077</c:v>
                </c:pt>
                <c:pt idx="36">
                  <c:v>46078</c:v>
                </c:pt>
                <c:pt idx="37">
                  <c:v>46079</c:v>
                </c:pt>
                <c:pt idx="38">
                  <c:v>46080</c:v>
                </c:pt>
                <c:pt idx="39">
                  <c:v>46084</c:v>
                </c:pt>
                <c:pt idx="40">
                  <c:v>46085</c:v>
                </c:pt>
                <c:pt idx="41">
                  <c:v>46086</c:v>
                </c:pt>
                <c:pt idx="42">
                  <c:v>46087</c:v>
                </c:pt>
                <c:pt idx="43">
                  <c:v>46090</c:v>
                </c:pt>
                <c:pt idx="44">
                  <c:v>46091</c:v>
                </c:pt>
                <c:pt idx="45">
                  <c:v>46092</c:v>
                </c:pt>
                <c:pt idx="46">
                  <c:v>46093</c:v>
                </c:pt>
                <c:pt idx="47">
                  <c:v>46094</c:v>
                </c:pt>
                <c:pt idx="48">
                  <c:v>46097</c:v>
                </c:pt>
                <c:pt idx="49">
                  <c:v>46098</c:v>
                </c:pt>
                <c:pt idx="50">
                  <c:v>46099</c:v>
                </c:pt>
                <c:pt idx="51">
                  <c:v>46100</c:v>
                </c:pt>
                <c:pt idx="52">
                  <c:v>46101</c:v>
                </c:pt>
                <c:pt idx="53">
                  <c:v>46104</c:v>
                </c:pt>
                <c:pt idx="54">
                  <c:v>46105</c:v>
                </c:pt>
                <c:pt idx="55">
                  <c:v>46106</c:v>
                </c:pt>
                <c:pt idx="56">
                  <c:v>46107</c:v>
                </c:pt>
                <c:pt idx="57">
                  <c:v>46108</c:v>
                </c:pt>
                <c:pt idx="58">
                  <c:v>46111</c:v>
                </c:pt>
                <c:pt idx="59">
                  <c:v>46112</c:v>
                </c:pt>
                <c:pt idx="60">
                  <c:v>46113</c:v>
                </c:pt>
                <c:pt idx="61">
                  <c:v>46114</c:v>
                </c:pt>
                <c:pt idx="62">
                  <c:v>46115</c:v>
                </c:pt>
                <c:pt idx="63">
                  <c:v>46118</c:v>
                </c:pt>
                <c:pt idx="64">
                  <c:v>46119</c:v>
                </c:pt>
                <c:pt idx="65">
                  <c:v>46120</c:v>
                </c:pt>
                <c:pt idx="66">
                  <c:v>46121</c:v>
                </c:pt>
                <c:pt idx="67">
                  <c:v>46122</c:v>
                </c:pt>
                <c:pt idx="68">
                  <c:v>46125</c:v>
                </c:pt>
                <c:pt idx="69">
                  <c:v>46126</c:v>
                </c:pt>
                <c:pt idx="70">
                  <c:v>46127</c:v>
                </c:pt>
                <c:pt idx="71">
                  <c:v>46128</c:v>
                </c:pt>
                <c:pt idx="72">
                  <c:v>46129</c:v>
                </c:pt>
                <c:pt idx="73">
                  <c:v>46132</c:v>
                </c:pt>
                <c:pt idx="74">
                  <c:v>46133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46148</c:v>
                </c:pt>
                <c:pt idx="84">
                  <c:v>46149</c:v>
                </c:pt>
                <c:pt idx="85">
                  <c:v>46150</c:v>
                </c:pt>
                <c:pt idx="86">
                  <c:v>46153</c:v>
                </c:pt>
                <c:pt idx="87">
                  <c:v>46154</c:v>
                </c:pt>
                <c:pt idx="88">
                  <c:v>46155</c:v>
                </c:pt>
                <c:pt idx="89">
                  <c:v>46156</c:v>
                </c:pt>
                <c:pt idx="90">
                  <c:v>46157</c:v>
                </c:pt>
                <c:pt idx="91">
                  <c:v>46160</c:v>
                </c:pt>
                <c:pt idx="92">
                  <c:v>46161</c:v>
                </c:pt>
                <c:pt idx="93">
                  <c:v>46162</c:v>
                </c:pt>
                <c:pt idx="94">
                  <c:v>46163</c:v>
                </c:pt>
                <c:pt idx="95">
                  <c:v>46164</c:v>
                </c:pt>
                <c:pt idx="96">
                  <c:v>46168</c:v>
                </c:pt>
                <c:pt idx="97">
                  <c:v>46169</c:v>
                </c:pt>
                <c:pt idx="98">
                  <c:v>46170</c:v>
                </c:pt>
                <c:pt idx="99">
                  <c:v>46171</c:v>
                </c:pt>
                <c:pt idx="100">
                  <c:v>46174</c:v>
                </c:pt>
                <c:pt idx="101">
                  <c:v>46175</c:v>
                </c:pt>
                <c:pt idx="102">
                  <c:v>46177</c:v>
                </c:pt>
                <c:pt idx="103">
                  <c:v>46178</c:v>
                </c:pt>
                <c:pt idx="104">
                  <c:v>46181</c:v>
                </c:pt>
                <c:pt idx="105">
                  <c:v>46182</c:v>
                </c:pt>
                <c:pt idx="106">
                  <c:v>46183</c:v>
                </c:pt>
                <c:pt idx="107">
                  <c:v>46184</c:v>
                </c:pt>
                <c:pt idx="108">
                  <c:v>46185</c:v>
                </c:pt>
                <c:pt idx="109">
                  <c:v>46188</c:v>
                </c:pt>
                <c:pt idx="110">
                  <c:v>46189</c:v>
                </c:pt>
                <c:pt idx="111">
                  <c:v>46190</c:v>
                </c:pt>
                <c:pt idx="112">
                  <c:v>46191</c:v>
                </c:pt>
                <c:pt idx="113">
                  <c:v>46192</c:v>
                </c:pt>
                <c:pt idx="114">
                  <c:v>46195</c:v>
                </c:pt>
                <c:pt idx="115">
                  <c:v>46196</c:v>
                </c:pt>
                <c:pt idx="116">
                  <c:v>46197</c:v>
                </c:pt>
                <c:pt idx="117">
                  <c:v>46198</c:v>
                </c:pt>
                <c:pt idx="118">
                  <c:v>46199</c:v>
                </c:pt>
                <c:pt idx="119">
                  <c:v>46202</c:v>
                </c:pt>
                <c:pt idx="120">
                  <c:v>46203</c:v>
                </c:pt>
                <c:pt idx="121">
                  <c:v>46204</c:v>
                </c:pt>
                <c:pt idx="122">
                  <c:v>46205</c:v>
                </c:pt>
                <c:pt idx="123">
                  <c:v>46206</c:v>
                </c:pt>
                <c:pt idx="124">
                  <c:v>46209</c:v>
                </c:pt>
                <c:pt idx="125">
                  <c:v>46210</c:v>
                </c:pt>
                <c:pt idx="126">
                  <c:v>46211</c:v>
                </c:pt>
                <c:pt idx="127">
                  <c:v>46212</c:v>
                </c:pt>
                <c:pt idx="128">
                  <c:v>46213</c:v>
                </c:pt>
                <c:pt idx="129">
                  <c:v>46216</c:v>
                </c:pt>
                <c:pt idx="130">
                  <c:v>46217</c:v>
                </c:pt>
                <c:pt idx="131">
                  <c:v>46218</c:v>
                </c:pt>
                <c:pt idx="132">
                  <c:v>46219</c:v>
                </c:pt>
                <c:pt idx="133">
                  <c:v>46223</c:v>
                </c:pt>
                <c:pt idx="134">
                  <c:v>46224</c:v>
                </c:pt>
                <c:pt idx="135">
                  <c:v>46225</c:v>
                </c:pt>
                <c:pt idx="136">
                  <c:v>46226</c:v>
                </c:pt>
                <c:pt idx="137">
                  <c:v>46227</c:v>
                </c:pt>
                <c:pt idx="138">
                  <c:v>46230</c:v>
                </c:pt>
                <c:pt idx="139">
                  <c:v>46231</c:v>
                </c:pt>
                <c:pt idx="140">
                  <c:v>46232</c:v>
                </c:pt>
                <c:pt idx="141">
                  <c:v>46233</c:v>
                </c:pt>
                <c:pt idx="142">
                  <c:v>46234</c:v>
                </c:pt>
                <c:pt idx="143">
                  <c:v>46237</c:v>
                </c:pt>
                <c:pt idx="144">
                  <c:v>46238</c:v>
                </c:pt>
                <c:pt idx="145">
                  <c:v>46239</c:v>
                </c:pt>
                <c:pt idx="146">
                  <c:v>46240</c:v>
                </c:pt>
                <c:pt idx="147">
                  <c:v>46241</c:v>
                </c:pt>
                <c:pt idx="148">
                  <c:v>46244</c:v>
                </c:pt>
                <c:pt idx="149">
                  <c:v>46245</c:v>
                </c:pt>
                <c:pt idx="150">
                  <c:v>46246</c:v>
                </c:pt>
                <c:pt idx="151">
                  <c:v>46247</c:v>
                </c:pt>
                <c:pt idx="152">
                  <c:v>46248</c:v>
                </c:pt>
                <c:pt idx="153">
                  <c:v>46252</c:v>
                </c:pt>
                <c:pt idx="154">
                  <c:v>46253</c:v>
                </c:pt>
                <c:pt idx="155">
                  <c:v>46254</c:v>
                </c:pt>
                <c:pt idx="156">
                  <c:v>46255</c:v>
                </c:pt>
                <c:pt idx="157">
                  <c:v>46258</c:v>
                </c:pt>
                <c:pt idx="158">
                  <c:v>46259</c:v>
                </c:pt>
                <c:pt idx="159">
                  <c:v>46260</c:v>
                </c:pt>
                <c:pt idx="160">
                  <c:v>46261</c:v>
                </c:pt>
                <c:pt idx="161">
                  <c:v>46262</c:v>
                </c:pt>
                <c:pt idx="162">
                  <c:v>46265</c:v>
                </c:pt>
                <c:pt idx="163">
                  <c:v>46266</c:v>
                </c:pt>
                <c:pt idx="164">
                  <c:v>46267</c:v>
                </c:pt>
                <c:pt idx="165">
                  <c:v>46268</c:v>
                </c:pt>
                <c:pt idx="166">
                  <c:v>46269</c:v>
                </c:pt>
                <c:pt idx="167">
                  <c:v>46272</c:v>
                </c:pt>
                <c:pt idx="168">
                  <c:v>46273</c:v>
                </c:pt>
                <c:pt idx="169">
                  <c:v>46274</c:v>
                </c:pt>
                <c:pt idx="170">
                  <c:v>46275</c:v>
                </c:pt>
                <c:pt idx="171">
                  <c:v>46276</c:v>
                </c:pt>
                <c:pt idx="172">
                  <c:v>46279</c:v>
                </c:pt>
                <c:pt idx="173">
                  <c:v>46280</c:v>
                </c:pt>
                <c:pt idx="174">
                  <c:v>46281</c:v>
                </c:pt>
                <c:pt idx="175">
                  <c:v>46282</c:v>
                </c:pt>
                <c:pt idx="176">
                  <c:v>46283</c:v>
                </c:pt>
                <c:pt idx="177">
                  <c:v>46286</c:v>
                </c:pt>
                <c:pt idx="178">
                  <c:v>46287</c:v>
                </c:pt>
                <c:pt idx="179">
                  <c:v>46288</c:v>
                </c:pt>
                <c:pt idx="180">
                  <c:v>46293</c:v>
                </c:pt>
                <c:pt idx="181">
                  <c:v>46294</c:v>
                </c:pt>
                <c:pt idx="182">
                  <c:v>46295</c:v>
                </c:pt>
                <c:pt idx="183">
                  <c:v>46296</c:v>
                </c:pt>
                <c:pt idx="184">
                  <c:v>46297</c:v>
                </c:pt>
                <c:pt idx="185">
                  <c:v>46301</c:v>
                </c:pt>
                <c:pt idx="186">
                  <c:v>46302</c:v>
                </c:pt>
                <c:pt idx="187">
                  <c:v>46303</c:v>
                </c:pt>
              </c:numCache>
            </c:numRef>
          </c:cat>
          <c:val>
            <c:numRef>
              <c:f>'업종별 FA'!$EA$39:$EA$1000</c:f>
              <c:numCache>
                <c:formatCode>_(* #,##0_);_(* \(#,##0\);_(* "-"_);_(@_)</c:formatCode>
                <c:ptCount val="962"/>
                <c:pt idx="0">
                  <c:v>100208.14</c:v>
                </c:pt>
                <c:pt idx="1">
                  <c:v>103758.9</c:v>
                </c:pt>
                <c:pt idx="2">
                  <c:v>103758.9</c:v>
                </c:pt>
                <c:pt idx="3">
                  <c:v>103758.9</c:v>
                </c:pt>
                <c:pt idx="4">
                  <c:v>103758.9</c:v>
                </c:pt>
                <c:pt idx="5">
                  <c:v>103758.9</c:v>
                </c:pt>
                <c:pt idx="6">
                  <c:v>111137.53</c:v>
                </c:pt>
                <c:pt idx="7">
                  <c:v>111137.53</c:v>
                </c:pt>
                <c:pt idx="8">
                  <c:v>111137.53</c:v>
                </c:pt>
                <c:pt idx="9">
                  <c:v>111137.53</c:v>
                </c:pt>
                <c:pt idx="10">
                  <c:v>111137.53</c:v>
                </c:pt>
                <c:pt idx="11">
                  <c:v>113165.98</c:v>
                </c:pt>
                <c:pt idx="12">
                  <c:v>113165.98</c:v>
                </c:pt>
                <c:pt idx="13">
                  <c:v>113165.98</c:v>
                </c:pt>
                <c:pt idx="14">
                  <c:v>113165.98</c:v>
                </c:pt>
                <c:pt idx="15">
                  <c:v>113165.98</c:v>
                </c:pt>
                <c:pt idx="16">
                  <c:v>115433.83</c:v>
                </c:pt>
                <c:pt idx="17">
                  <c:v>115433.83</c:v>
                </c:pt>
                <c:pt idx="18">
                  <c:v>115433.83</c:v>
                </c:pt>
                <c:pt idx="19">
                  <c:v>115433.83</c:v>
                </c:pt>
                <c:pt idx="20">
                  <c:v>115433.83</c:v>
                </c:pt>
                <c:pt idx="21">
                  <c:v>132889.18</c:v>
                </c:pt>
                <c:pt idx="22">
                  <c:v>132889.18</c:v>
                </c:pt>
                <c:pt idx="23">
                  <c:v>132889.18</c:v>
                </c:pt>
                <c:pt idx="24">
                  <c:v>132889.18</c:v>
                </c:pt>
                <c:pt idx="25">
                  <c:v>132889.18</c:v>
                </c:pt>
                <c:pt idx="26">
                  <c:v>135398.54999999999</c:v>
                </c:pt>
                <c:pt idx="27">
                  <c:v>135398.54999999999</c:v>
                </c:pt>
                <c:pt idx="28">
                  <c:v>135398.54999999999</c:v>
                </c:pt>
                <c:pt idx="29">
                  <c:v>135398.54999999999</c:v>
                </c:pt>
                <c:pt idx="30">
                  <c:v>135398.54999999999</c:v>
                </c:pt>
                <c:pt idx="31">
                  <c:v>136368.42000000001</c:v>
                </c:pt>
                <c:pt idx="32">
                  <c:v>136368.42000000001</c:v>
                </c:pt>
                <c:pt idx="33" formatCode="0_);[Red]\(0\)">
                  <c:v>136496.21</c:v>
                </c:pt>
                <c:pt idx="34" formatCode="0_);[Red]\(0\)">
                  <c:v>136496.21</c:v>
                </c:pt>
                <c:pt idx="35" formatCode="0_);[Red]\(0\)">
                  <c:v>136496.21</c:v>
                </c:pt>
                <c:pt idx="36" formatCode="0_);[Red]\(0\)">
                  <c:v>136496.21</c:v>
                </c:pt>
                <c:pt idx="37" formatCode="0_);[Red]\(0\)">
                  <c:v>136496.21</c:v>
                </c:pt>
                <c:pt idx="38" formatCode="0_);[Red]\(0\)">
                  <c:v>143443.18</c:v>
                </c:pt>
                <c:pt idx="39" formatCode="0_);[Red]\(0\)">
                  <c:v>143443.18</c:v>
                </c:pt>
                <c:pt idx="40" formatCode="0_);[Red]\(0\)">
                  <c:v>143443.18</c:v>
                </c:pt>
                <c:pt idx="41" formatCode="0_);[Red]\(0\)">
                  <c:v>143443.18</c:v>
                </c:pt>
                <c:pt idx="42" formatCode="0_);[Red]\(0\)">
                  <c:v>144135.29</c:v>
                </c:pt>
                <c:pt idx="43" formatCode="0_);[Red]\(0\)">
                  <c:v>144135.29</c:v>
                </c:pt>
                <c:pt idx="44" formatCode="0_);[Red]\(0\)">
                  <c:v>144135.29</c:v>
                </c:pt>
                <c:pt idx="45" formatCode="0_);[Red]\(0\)">
                  <c:v>144135.29</c:v>
                </c:pt>
                <c:pt idx="46" formatCode="0_);[Red]\(0\)">
                  <c:v>144135.29</c:v>
                </c:pt>
                <c:pt idx="47" formatCode="0_);[Red]\(0\)">
                  <c:v>146753.76999999999</c:v>
                </c:pt>
                <c:pt idx="48" formatCode="0_);[Red]\(0\)">
                  <c:v>146753.76999999999</c:v>
                </c:pt>
                <c:pt idx="49" formatCode="0_);[Red]\(0\)">
                  <c:v>146753.76999999999</c:v>
                </c:pt>
                <c:pt idx="50" formatCode="0_);[Red]\(0\)">
                  <c:v>146753.76999999999</c:v>
                </c:pt>
                <c:pt idx="51" formatCode="0_);[Red]\(0\)">
                  <c:v>146753.76999999999</c:v>
                </c:pt>
                <c:pt idx="52" formatCode="0_);[Red]\(0\)">
                  <c:v>148977.04</c:v>
                </c:pt>
                <c:pt idx="53" formatCode="0_);[Red]\(0\)">
                  <c:v>148977.04</c:v>
                </c:pt>
                <c:pt idx="54" formatCode="0_);[Red]\(0\)">
                  <c:v>148977.04</c:v>
                </c:pt>
                <c:pt idx="55" formatCode="0_);[Red]\(0\)">
                  <c:v>148977.04</c:v>
                </c:pt>
                <c:pt idx="56" formatCode="0_);[Red]\(0\)">
                  <c:v>148977.04</c:v>
                </c:pt>
                <c:pt idx="57" formatCode="0_);[Red]\(0\)">
                  <c:v>149252.04</c:v>
                </c:pt>
                <c:pt idx="58" formatCode="0_);[Red]\(0\)">
                  <c:v>149252.04</c:v>
                </c:pt>
                <c:pt idx="59" formatCode="0_);[Red]\(0\)">
                  <c:v>149252.04</c:v>
                </c:pt>
                <c:pt idx="60" formatCode="0_);[Red]\(0\)">
                  <c:v>149252.04</c:v>
                </c:pt>
                <c:pt idx="61" formatCode="0_);[Red]\(0\)">
                  <c:v>149252.04</c:v>
                </c:pt>
                <c:pt idx="62" formatCode="0_);[Red]\(0\)">
                  <c:v>154339.82</c:v>
                </c:pt>
                <c:pt idx="63" formatCode="0_);[Red]\(0\)">
                  <c:v>154339.82</c:v>
                </c:pt>
                <c:pt idx="64" formatCode="0_);[Red]\(0\)">
                  <c:v>154339.82</c:v>
                </c:pt>
                <c:pt idx="65" formatCode="0_);[Red]\(0\)">
                  <c:v>154339.82</c:v>
                </c:pt>
                <c:pt idx="66" formatCode="0_);[Red]\(0\)">
                  <c:v>154339.82</c:v>
                </c:pt>
                <c:pt idx="67" formatCode="0_);[Red]\(0\)">
                  <c:v>181194.02</c:v>
                </c:pt>
                <c:pt idx="68" formatCode="0_);[Red]\(0\)">
                  <c:v>181194.02</c:v>
                </c:pt>
                <c:pt idx="69" formatCode="0_);[Red]\(0\)">
                  <c:v>181194.02</c:v>
                </c:pt>
                <c:pt idx="70" formatCode="0_);[Red]\(0\)">
                  <c:v>181194.02</c:v>
                </c:pt>
                <c:pt idx="71" formatCode="0_);[Red]\(0\)">
                  <c:v>181194.02</c:v>
                </c:pt>
                <c:pt idx="72" formatCode="0_);[Red]\(0\)">
                  <c:v>182572.35</c:v>
                </c:pt>
                <c:pt idx="73" formatCode="0_);[Red]\(0\)">
                  <c:v>182572.35</c:v>
                </c:pt>
                <c:pt idx="74" formatCode="0_);[Red]\(0\)">
                  <c:v>182572.35</c:v>
                </c:pt>
                <c:pt idx="75" formatCode="0_);[Red]\(0\)">
                  <c:v>182572.35</c:v>
                </c:pt>
                <c:pt idx="76" formatCode="0_);[Red]\(0\)">
                  <c:v>182572.35</c:v>
                </c:pt>
                <c:pt idx="77" formatCode="0_);[Red]\(0\)">
                  <c:v>193457.73</c:v>
                </c:pt>
                <c:pt idx="78" formatCode="0_);[Red]\(0\)">
                  <c:v>193457.73</c:v>
                </c:pt>
                <c:pt idx="79" formatCode="0_);[Red]\(0\)">
                  <c:v>193457.73</c:v>
                </c:pt>
                <c:pt idx="80" formatCode="0_);[Red]\(0\)">
                  <c:v>193457.73</c:v>
                </c:pt>
                <c:pt idx="81" formatCode="0_);[Red]\(0\)">
                  <c:v>201368.91</c:v>
                </c:pt>
                <c:pt idx="82" formatCode="0_);[Red]\(0\)">
                  <c:v>201368.91</c:v>
                </c:pt>
                <c:pt idx="83" formatCode="0_);[Red]\(0\)">
                  <c:v>201368.91</c:v>
                </c:pt>
                <c:pt idx="84" formatCode="0_);[Red]\(0\)">
                  <c:v>201368.91</c:v>
                </c:pt>
                <c:pt idx="85" formatCode="0_);[Red]\(0\)">
                  <c:v>204956.64</c:v>
                </c:pt>
                <c:pt idx="86" formatCode="0_);[Red]\(0\)">
                  <c:v>204956.64</c:v>
                </c:pt>
                <c:pt idx="87" formatCode="0_);[Red]\(0\)">
                  <c:v>204956.64</c:v>
                </c:pt>
                <c:pt idx="88" formatCode="0_);[Red]\(0\)">
                  <c:v>204956.64</c:v>
                </c:pt>
                <c:pt idx="89" formatCode="0_);[Red]\(0\)">
                  <c:v>204956.64</c:v>
                </c:pt>
                <c:pt idx="90" formatCode="0_);[Red]\(0\)">
                  <c:v>209948.99</c:v>
                </c:pt>
                <c:pt idx="91" formatCode="0_);[Red]\(0\)">
                  <c:v>209948.99</c:v>
                </c:pt>
                <c:pt idx="92" formatCode="0_);[Red]\(0\)">
                  <c:v>209948.99</c:v>
                </c:pt>
                <c:pt idx="93" formatCode="0_);[Red]\(0\)">
                  <c:v>209948.99</c:v>
                </c:pt>
                <c:pt idx="94" formatCode="0_);[Red]\(0\)">
                  <c:v>209948.99</c:v>
                </c:pt>
                <c:pt idx="95" formatCode="#,##0.00">
                  <c:v>222202.4</c:v>
                </c:pt>
                <c:pt idx="96" formatCode="#,##0.00">
                  <c:v>222202.4</c:v>
                </c:pt>
                <c:pt idx="97" formatCode="#,##0.00">
                  <c:v>222202.4</c:v>
                </c:pt>
                <c:pt idx="98" formatCode="#,##0.00">
                  <c:v>222202.4</c:v>
                </c:pt>
                <c:pt idx="99" formatCode="#,##0.00">
                  <c:v>222678.71</c:v>
                </c:pt>
                <c:pt idx="100" formatCode="#,##0.00">
                  <c:v>222678.71</c:v>
                </c:pt>
                <c:pt idx="101" formatCode="#,##0.00">
                  <c:v>222678.71</c:v>
                </c:pt>
                <c:pt idx="102" formatCode="#,##0.00">
                  <c:v>222678.71</c:v>
                </c:pt>
                <c:pt idx="103" formatCode="#,##0.00">
                  <c:v>223072.46</c:v>
                </c:pt>
                <c:pt idx="104" formatCode="#,##0.00">
                  <c:v>223072.46</c:v>
                </c:pt>
                <c:pt idx="105" formatCode="#,##0.00">
                  <c:v>223072.46</c:v>
                </c:pt>
                <c:pt idx="106" formatCode="#,##0.00">
                  <c:v>223072.46</c:v>
                </c:pt>
                <c:pt idx="107" formatCode="#,##0.00">
                  <c:v>223072.46</c:v>
                </c:pt>
                <c:pt idx="108" formatCode="#,##0.00">
                  <c:v>225329.82</c:v>
                </c:pt>
                <c:pt idx="109" formatCode="#,##0.00">
                  <c:v>225329.82</c:v>
                </c:pt>
                <c:pt idx="110" formatCode="#,##0.00">
                  <c:v>225329.82</c:v>
                </c:pt>
                <c:pt idx="111" formatCode="#,##0.00">
                  <c:v>225329.82</c:v>
                </c:pt>
                <c:pt idx="112" formatCode="#,##0.00">
                  <c:v>225329.82</c:v>
                </c:pt>
                <c:pt idx="113" formatCode="#,##0.00">
                  <c:v>226054.15</c:v>
                </c:pt>
                <c:pt idx="114" formatCode="#,##0.00">
                  <c:v>226054.15</c:v>
                </c:pt>
                <c:pt idx="115" formatCode="#,##0.00">
                  <c:v>226054.15</c:v>
                </c:pt>
                <c:pt idx="116" formatCode="#,##0.00">
                  <c:v>226054.15</c:v>
                </c:pt>
                <c:pt idx="117" formatCode="#,##0.00">
                  <c:v>226054.15</c:v>
                </c:pt>
                <c:pt idx="118" formatCode="#,##0.00">
                  <c:v>225166.74</c:v>
                </c:pt>
                <c:pt idx="119" formatCode="#,##0.00">
                  <c:v>225166.74</c:v>
                </c:pt>
                <c:pt idx="120" formatCode="#,##0.00">
                  <c:v>225166.74</c:v>
                </c:pt>
                <c:pt idx="121" formatCode="#,##0.00">
                  <c:v>225166.74</c:v>
                </c:pt>
                <c:pt idx="122" formatCode="#,##0.00">
                  <c:v>225166.74</c:v>
                </c:pt>
                <c:pt idx="123" formatCode="#,##0.00">
                  <c:v>226887.4</c:v>
                </c:pt>
                <c:pt idx="124" formatCode="#,##0.00">
                  <c:v>226887.4</c:v>
                </c:pt>
                <c:pt idx="125" formatCode="#,##0.00">
                  <c:v>226887.4</c:v>
                </c:pt>
                <c:pt idx="126" formatCode="#,##0.00">
                  <c:v>226887.4</c:v>
                </c:pt>
                <c:pt idx="127" formatCode="#,##0.00">
                  <c:v>226887.4</c:v>
                </c:pt>
                <c:pt idx="128" formatCode="#,##0.00">
                  <c:v>228089</c:v>
                </c:pt>
                <c:pt idx="129" formatCode="#,##0.00">
                  <c:v>228089</c:v>
                </c:pt>
                <c:pt idx="130" formatCode="#,##0.00">
                  <c:v>228089</c:v>
                </c:pt>
                <c:pt idx="131" formatCode="#,##0.00">
                  <c:v>228089</c:v>
                </c:pt>
                <c:pt idx="132" formatCode="#,##0.00">
                  <c:v>227641.4</c:v>
                </c:pt>
                <c:pt idx="133" formatCode="#,##0.00">
                  <c:v>227641.4</c:v>
                </c:pt>
                <c:pt idx="134" formatCode="#,##0.00">
                  <c:v>227641.4</c:v>
                </c:pt>
                <c:pt idx="135" formatCode="#,##0.00">
                  <c:v>227641.4</c:v>
                </c:pt>
                <c:pt idx="136" formatCode="#,##0.00">
                  <c:v>227641.4</c:v>
                </c:pt>
                <c:pt idx="137" formatCode="#,##0.00">
                  <c:v>227644.32</c:v>
                </c:pt>
                <c:pt idx="138" formatCode="#,##0.00">
                  <c:v>227644.32</c:v>
                </c:pt>
                <c:pt idx="139" formatCode="0%">
                  <c:v>227644.32</c:v>
                </c:pt>
                <c:pt idx="140" formatCode="#,##0.00">
                  <c:v>227644.32</c:v>
                </c:pt>
                <c:pt idx="141" formatCode="#,##0.00">
                  <c:v>227644.32</c:v>
                </c:pt>
                <c:pt idx="142" formatCode="#,##0.00">
                  <c:v>228298.98</c:v>
                </c:pt>
                <c:pt idx="143" formatCode="#,##0.00">
                  <c:v>228298.98</c:v>
                </c:pt>
                <c:pt idx="144" formatCode="#,##0.00">
                  <c:v>228298.98</c:v>
                </c:pt>
                <c:pt idx="145" formatCode="0.0%">
                  <c:v>228298.98</c:v>
                </c:pt>
                <c:pt idx="146" formatCode="#,##0.00">
                  <c:v>228298.98</c:v>
                </c:pt>
                <c:pt idx="147" formatCode="#,##0.00">
                  <c:v>228423.77</c:v>
                </c:pt>
                <c:pt idx="148" formatCode="#,##0.00">
                  <c:v>228423.77</c:v>
                </c:pt>
                <c:pt idx="149" formatCode="#,##0.00">
                  <c:v>228423.77</c:v>
                </c:pt>
                <c:pt idx="150" formatCode="#,##0.00">
                  <c:v>228423.77</c:v>
                </c:pt>
                <c:pt idx="151" formatCode="#,##0.00">
                  <c:v>228423.77</c:v>
                </c:pt>
                <c:pt idx="152" formatCode="#,##0.00">
                  <c:v>228605.61</c:v>
                </c:pt>
                <c:pt idx="153" formatCode="#,##0.00">
                  <c:v>228605.61</c:v>
                </c:pt>
                <c:pt idx="154" formatCode="0.00%">
                  <c:v>228605.61</c:v>
                </c:pt>
                <c:pt idx="155" formatCode="#,##0.00">
                  <c:v>228605.61</c:v>
                </c:pt>
                <c:pt idx="156" formatCode="#,##0.00">
                  <c:v>228605.61</c:v>
                </c:pt>
                <c:pt idx="157" formatCode="#,##0.00">
                  <c:v>228605.61</c:v>
                </c:pt>
                <c:pt idx="158" formatCode="#,##0.00">
                  <c:v>228605.61</c:v>
                </c:pt>
                <c:pt idx="159" formatCode="#,##0.00">
                  <c:v>228605.61</c:v>
                </c:pt>
                <c:pt idx="160" formatCode="#,##0.00">
                  <c:v>228605.61</c:v>
                </c:pt>
                <c:pt idx="161" formatCode="#,##0.00">
                  <c:v>228605.61</c:v>
                </c:pt>
                <c:pt idx="162" formatCode="#,##0.00">
                  <c:v>228605.61</c:v>
                </c:pt>
                <c:pt idx="163" formatCode="#,##0.00">
                  <c:v>228605.61</c:v>
                </c:pt>
                <c:pt idx="164" formatCode="#,##0.00">
                  <c:v>228605.61</c:v>
                </c:pt>
                <c:pt idx="165" formatCode="#,##0.00">
                  <c:v>228605.61</c:v>
                </c:pt>
                <c:pt idx="166" formatCode="#,##0.00">
                  <c:v>228442.82</c:v>
                </c:pt>
                <c:pt idx="167" formatCode="#,##0.00">
                  <c:v>228442.82</c:v>
                </c:pt>
                <c:pt idx="168" formatCode="#,##0.00">
                  <c:v>228442.82</c:v>
                </c:pt>
                <c:pt idx="169" formatCode="#,##0.00">
                  <c:v>228442.82</c:v>
                </c:pt>
                <c:pt idx="170" formatCode="#,##0.00">
                  <c:v>228442.82</c:v>
                </c:pt>
                <c:pt idx="171" formatCode="#,##0.00">
                  <c:v>228442.82</c:v>
                </c:pt>
                <c:pt idx="172" formatCode="#,##0.00">
                  <c:v>228442.82</c:v>
                </c:pt>
                <c:pt idx="173" formatCode="#,##0.00">
                  <c:v>228442.82</c:v>
                </c:pt>
                <c:pt idx="174" formatCode="#,##0.00">
                  <c:v>228442.82</c:v>
                </c:pt>
                <c:pt idx="175" formatCode="#,##0.00">
                  <c:v>228442.82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74-49FB-B767-382C0EF15ED9}"/>
            </c:ext>
          </c:extLst>
        </c:ser>
        <c:ser>
          <c:idx val="2"/>
          <c:order val="1"/>
          <c:tx>
            <c:strRef>
              <c:f>'업종별 FA'!$EA$19</c:f>
              <c:strCache>
                <c:ptCount val="1"/>
                <c:pt idx="0">
                  <c:v>3Q26</c:v>
                </c:pt>
              </c:strCache>
            </c:strRef>
          </c:tx>
          <c:spPr>
            <a:ln w="12700">
              <a:solidFill>
                <a:srgbClr val="A6A6A6"/>
              </a:solidFill>
              <a:prstDash val="solid"/>
            </a:ln>
            <a:effectLst/>
          </c:spPr>
          <c:marker>
            <c:symbol val="none"/>
          </c:marker>
          <c:cat>
            <c:numRef>
              <c:f>'업종별 FA'!$DY$39:$DY$1000</c:f>
              <c:numCache>
                <c:formatCode>m/d/yyyy</c:formatCode>
                <c:ptCount val="962"/>
                <c:pt idx="0">
                  <c:v>46021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46072</c:v>
                </c:pt>
                <c:pt idx="33">
                  <c:v>46073</c:v>
                </c:pt>
                <c:pt idx="34">
                  <c:v>46076</c:v>
                </c:pt>
                <c:pt idx="35">
                  <c:v>46077</c:v>
                </c:pt>
                <c:pt idx="36">
                  <c:v>46078</c:v>
                </c:pt>
                <c:pt idx="37">
                  <c:v>46079</c:v>
                </c:pt>
                <c:pt idx="38">
                  <c:v>46080</c:v>
                </c:pt>
                <c:pt idx="39">
                  <c:v>46084</c:v>
                </c:pt>
                <c:pt idx="40">
                  <c:v>46085</c:v>
                </c:pt>
                <c:pt idx="41">
                  <c:v>46086</c:v>
                </c:pt>
                <c:pt idx="42">
                  <c:v>46087</c:v>
                </c:pt>
                <c:pt idx="43">
                  <c:v>46090</c:v>
                </c:pt>
                <c:pt idx="44">
                  <c:v>46091</c:v>
                </c:pt>
                <c:pt idx="45">
                  <c:v>46092</c:v>
                </c:pt>
                <c:pt idx="46">
                  <c:v>46093</c:v>
                </c:pt>
                <c:pt idx="47">
                  <c:v>46094</c:v>
                </c:pt>
                <c:pt idx="48">
                  <c:v>46097</c:v>
                </c:pt>
                <c:pt idx="49">
                  <c:v>46098</c:v>
                </c:pt>
                <c:pt idx="50">
                  <c:v>46099</c:v>
                </c:pt>
                <c:pt idx="51">
                  <c:v>46100</c:v>
                </c:pt>
                <c:pt idx="52">
                  <c:v>46101</c:v>
                </c:pt>
                <c:pt idx="53">
                  <c:v>46104</c:v>
                </c:pt>
                <c:pt idx="54">
                  <c:v>46105</c:v>
                </c:pt>
                <c:pt idx="55">
                  <c:v>46106</c:v>
                </c:pt>
                <c:pt idx="56">
                  <c:v>46107</c:v>
                </c:pt>
                <c:pt idx="57">
                  <c:v>46108</c:v>
                </c:pt>
                <c:pt idx="58">
                  <c:v>46111</c:v>
                </c:pt>
                <c:pt idx="59">
                  <c:v>46112</c:v>
                </c:pt>
                <c:pt idx="60">
                  <c:v>46113</c:v>
                </c:pt>
                <c:pt idx="61">
                  <c:v>46114</c:v>
                </c:pt>
                <c:pt idx="62">
                  <c:v>46115</c:v>
                </c:pt>
                <c:pt idx="63">
                  <c:v>46118</c:v>
                </c:pt>
                <c:pt idx="64">
                  <c:v>46119</c:v>
                </c:pt>
                <c:pt idx="65">
                  <c:v>46120</c:v>
                </c:pt>
                <c:pt idx="66">
                  <c:v>46121</c:v>
                </c:pt>
                <c:pt idx="67">
                  <c:v>46122</c:v>
                </c:pt>
                <c:pt idx="68">
                  <c:v>46125</c:v>
                </c:pt>
                <c:pt idx="69">
                  <c:v>46126</c:v>
                </c:pt>
                <c:pt idx="70">
                  <c:v>46127</c:v>
                </c:pt>
                <c:pt idx="71">
                  <c:v>46128</c:v>
                </c:pt>
                <c:pt idx="72">
                  <c:v>46129</c:v>
                </c:pt>
                <c:pt idx="73">
                  <c:v>46132</c:v>
                </c:pt>
                <c:pt idx="74">
                  <c:v>46133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46148</c:v>
                </c:pt>
                <c:pt idx="84">
                  <c:v>46149</c:v>
                </c:pt>
                <c:pt idx="85">
                  <c:v>46150</c:v>
                </c:pt>
                <c:pt idx="86">
                  <c:v>46153</c:v>
                </c:pt>
                <c:pt idx="87">
                  <c:v>46154</c:v>
                </c:pt>
                <c:pt idx="88">
                  <c:v>46155</c:v>
                </c:pt>
                <c:pt idx="89">
                  <c:v>46156</c:v>
                </c:pt>
                <c:pt idx="90">
                  <c:v>46157</c:v>
                </c:pt>
                <c:pt idx="91">
                  <c:v>46160</c:v>
                </c:pt>
                <c:pt idx="92">
                  <c:v>46161</c:v>
                </c:pt>
                <c:pt idx="93">
                  <c:v>46162</c:v>
                </c:pt>
                <c:pt idx="94">
                  <c:v>46163</c:v>
                </c:pt>
                <c:pt idx="95">
                  <c:v>46164</c:v>
                </c:pt>
                <c:pt idx="96">
                  <c:v>46168</c:v>
                </c:pt>
                <c:pt idx="97">
                  <c:v>46169</c:v>
                </c:pt>
                <c:pt idx="98">
                  <c:v>46170</c:v>
                </c:pt>
                <c:pt idx="99">
                  <c:v>46171</c:v>
                </c:pt>
                <c:pt idx="100">
                  <c:v>46174</c:v>
                </c:pt>
                <c:pt idx="101">
                  <c:v>46175</c:v>
                </c:pt>
                <c:pt idx="102">
                  <c:v>46177</c:v>
                </c:pt>
                <c:pt idx="103">
                  <c:v>46178</c:v>
                </c:pt>
                <c:pt idx="104">
                  <c:v>46181</c:v>
                </c:pt>
                <c:pt idx="105">
                  <c:v>46182</c:v>
                </c:pt>
                <c:pt idx="106">
                  <c:v>46183</c:v>
                </c:pt>
                <c:pt idx="107">
                  <c:v>46184</c:v>
                </c:pt>
                <c:pt idx="108">
                  <c:v>46185</c:v>
                </c:pt>
                <c:pt idx="109">
                  <c:v>46188</c:v>
                </c:pt>
                <c:pt idx="110">
                  <c:v>46189</c:v>
                </c:pt>
                <c:pt idx="111">
                  <c:v>46190</c:v>
                </c:pt>
                <c:pt idx="112">
                  <c:v>46191</c:v>
                </c:pt>
                <c:pt idx="113">
                  <c:v>46192</c:v>
                </c:pt>
                <c:pt idx="114">
                  <c:v>46195</c:v>
                </c:pt>
                <c:pt idx="115">
                  <c:v>46196</c:v>
                </c:pt>
                <c:pt idx="116">
                  <c:v>46197</c:v>
                </c:pt>
                <c:pt idx="117">
                  <c:v>46198</c:v>
                </c:pt>
                <c:pt idx="118">
                  <c:v>46199</c:v>
                </c:pt>
                <c:pt idx="119">
                  <c:v>46202</c:v>
                </c:pt>
                <c:pt idx="120">
                  <c:v>46203</c:v>
                </c:pt>
                <c:pt idx="121">
                  <c:v>46204</c:v>
                </c:pt>
                <c:pt idx="122">
                  <c:v>46205</c:v>
                </c:pt>
                <c:pt idx="123">
                  <c:v>46206</c:v>
                </c:pt>
                <c:pt idx="124">
                  <c:v>46209</c:v>
                </c:pt>
                <c:pt idx="125">
                  <c:v>46210</c:v>
                </c:pt>
                <c:pt idx="126">
                  <c:v>46211</c:v>
                </c:pt>
                <c:pt idx="127">
                  <c:v>46212</c:v>
                </c:pt>
                <c:pt idx="128">
                  <c:v>46213</c:v>
                </c:pt>
                <c:pt idx="129">
                  <c:v>46216</c:v>
                </c:pt>
                <c:pt idx="130">
                  <c:v>46217</c:v>
                </c:pt>
                <c:pt idx="131">
                  <c:v>46218</c:v>
                </c:pt>
                <c:pt idx="132">
                  <c:v>46219</c:v>
                </c:pt>
                <c:pt idx="133">
                  <c:v>46223</c:v>
                </c:pt>
                <c:pt idx="134">
                  <c:v>46224</c:v>
                </c:pt>
                <c:pt idx="135">
                  <c:v>46225</c:v>
                </c:pt>
                <c:pt idx="136">
                  <c:v>46226</c:v>
                </c:pt>
                <c:pt idx="137">
                  <c:v>46227</c:v>
                </c:pt>
                <c:pt idx="138">
                  <c:v>46230</c:v>
                </c:pt>
                <c:pt idx="139">
                  <c:v>46231</c:v>
                </c:pt>
                <c:pt idx="140">
                  <c:v>46232</c:v>
                </c:pt>
                <c:pt idx="141">
                  <c:v>46233</c:v>
                </c:pt>
                <c:pt idx="142">
                  <c:v>46234</c:v>
                </c:pt>
                <c:pt idx="143">
                  <c:v>46237</c:v>
                </c:pt>
                <c:pt idx="144">
                  <c:v>46238</c:v>
                </c:pt>
                <c:pt idx="145">
                  <c:v>46239</c:v>
                </c:pt>
                <c:pt idx="146">
                  <c:v>46240</c:v>
                </c:pt>
                <c:pt idx="147">
                  <c:v>46241</c:v>
                </c:pt>
                <c:pt idx="148">
                  <c:v>46244</c:v>
                </c:pt>
                <c:pt idx="149">
                  <c:v>46245</c:v>
                </c:pt>
                <c:pt idx="150">
                  <c:v>46246</c:v>
                </c:pt>
                <c:pt idx="151">
                  <c:v>46247</c:v>
                </c:pt>
                <c:pt idx="152">
                  <c:v>46248</c:v>
                </c:pt>
                <c:pt idx="153">
                  <c:v>46252</c:v>
                </c:pt>
                <c:pt idx="154">
                  <c:v>46253</c:v>
                </c:pt>
                <c:pt idx="155">
                  <c:v>46254</c:v>
                </c:pt>
                <c:pt idx="156">
                  <c:v>46255</c:v>
                </c:pt>
                <c:pt idx="157">
                  <c:v>46258</c:v>
                </c:pt>
                <c:pt idx="158">
                  <c:v>46259</c:v>
                </c:pt>
                <c:pt idx="159">
                  <c:v>46260</c:v>
                </c:pt>
                <c:pt idx="160">
                  <c:v>46261</c:v>
                </c:pt>
                <c:pt idx="161">
                  <c:v>46262</c:v>
                </c:pt>
                <c:pt idx="162">
                  <c:v>46265</c:v>
                </c:pt>
                <c:pt idx="163">
                  <c:v>46266</c:v>
                </c:pt>
                <c:pt idx="164">
                  <c:v>46267</c:v>
                </c:pt>
                <c:pt idx="165">
                  <c:v>46268</c:v>
                </c:pt>
                <c:pt idx="166">
                  <c:v>46269</c:v>
                </c:pt>
                <c:pt idx="167">
                  <c:v>46272</c:v>
                </c:pt>
                <c:pt idx="168">
                  <c:v>46273</c:v>
                </c:pt>
                <c:pt idx="169">
                  <c:v>46274</c:v>
                </c:pt>
                <c:pt idx="170">
                  <c:v>46275</c:v>
                </c:pt>
                <c:pt idx="171">
                  <c:v>46276</c:v>
                </c:pt>
                <c:pt idx="172">
                  <c:v>46279</c:v>
                </c:pt>
                <c:pt idx="173">
                  <c:v>46280</c:v>
                </c:pt>
                <c:pt idx="174">
                  <c:v>46281</c:v>
                </c:pt>
                <c:pt idx="175">
                  <c:v>46282</c:v>
                </c:pt>
                <c:pt idx="176">
                  <c:v>46283</c:v>
                </c:pt>
                <c:pt idx="177">
                  <c:v>46286</c:v>
                </c:pt>
                <c:pt idx="178">
                  <c:v>46287</c:v>
                </c:pt>
                <c:pt idx="179">
                  <c:v>46288</c:v>
                </c:pt>
                <c:pt idx="180">
                  <c:v>46293</c:v>
                </c:pt>
                <c:pt idx="181">
                  <c:v>46294</c:v>
                </c:pt>
                <c:pt idx="182">
                  <c:v>46295</c:v>
                </c:pt>
                <c:pt idx="183">
                  <c:v>46296</c:v>
                </c:pt>
                <c:pt idx="184">
                  <c:v>46297</c:v>
                </c:pt>
                <c:pt idx="185">
                  <c:v>46301</c:v>
                </c:pt>
                <c:pt idx="186">
                  <c:v>46302</c:v>
                </c:pt>
                <c:pt idx="187">
                  <c:v>46303</c:v>
                </c:pt>
              </c:numCache>
            </c:numRef>
          </c:cat>
          <c:val>
            <c:numRef>
              <c:f>'업종별 FA'!$EB$39:$EB$1000</c:f>
              <c:numCache>
                <c:formatCode>_(* #,##0_);_(* \(#,##0\);_(* "-"_);_(@_)</c:formatCode>
                <c:ptCount val="962"/>
                <c:pt idx="0">
                  <c:v>111276.78</c:v>
                </c:pt>
                <c:pt idx="1">
                  <c:v>114860.9</c:v>
                </c:pt>
                <c:pt idx="2">
                  <c:v>114860.9</c:v>
                </c:pt>
                <c:pt idx="3">
                  <c:v>114860.9</c:v>
                </c:pt>
                <c:pt idx="4">
                  <c:v>114860.9</c:v>
                </c:pt>
                <c:pt idx="5">
                  <c:v>114860.9</c:v>
                </c:pt>
                <c:pt idx="6">
                  <c:v>123191.84</c:v>
                </c:pt>
                <c:pt idx="7">
                  <c:v>123191.84</c:v>
                </c:pt>
                <c:pt idx="8">
                  <c:v>123191.84</c:v>
                </c:pt>
                <c:pt idx="9">
                  <c:v>123191.84</c:v>
                </c:pt>
                <c:pt idx="10">
                  <c:v>123191.84</c:v>
                </c:pt>
                <c:pt idx="11">
                  <c:v>125938.6</c:v>
                </c:pt>
                <c:pt idx="12">
                  <c:v>125938.6</c:v>
                </c:pt>
                <c:pt idx="13">
                  <c:v>125938.6</c:v>
                </c:pt>
                <c:pt idx="14">
                  <c:v>125938.6</c:v>
                </c:pt>
                <c:pt idx="15">
                  <c:v>125938.6</c:v>
                </c:pt>
                <c:pt idx="16">
                  <c:v>128830.41</c:v>
                </c:pt>
                <c:pt idx="17">
                  <c:v>128830.41</c:v>
                </c:pt>
                <c:pt idx="18">
                  <c:v>128830.41</c:v>
                </c:pt>
                <c:pt idx="19">
                  <c:v>128830.41</c:v>
                </c:pt>
                <c:pt idx="20">
                  <c:v>128830.41</c:v>
                </c:pt>
                <c:pt idx="21">
                  <c:v>150221.39000000001</c:v>
                </c:pt>
                <c:pt idx="22">
                  <c:v>150221.39000000001</c:v>
                </c:pt>
                <c:pt idx="23">
                  <c:v>150221.39000000001</c:v>
                </c:pt>
                <c:pt idx="24">
                  <c:v>150221.39000000001</c:v>
                </c:pt>
                <c:pt idx="25">
                  <c:v>150221.39000000001</c:v>
                </c:pt>
                <c:pt idx="26">
                  <c:v>153492.68</c:v>
                </c:pt>
                <c:pt idx="27">
                  <c:v>153492.68</c:v>
                </c:pt>
                <c:pt idx="28">
                  <c:v>153492.68</c:v>
                </c:pt>
                <c:pt idx="29">
                  <c:v>153492.68</c:v>
                </c:pt>
                <c:pt idx="30">
                  <c:v>153492.68</c:v>
                </c:pt>
                <c:pt idx="31">
                  <c:v>154407.20000000001</c:v>
                </c:pt>
                <c:pt idx="32">
                  <c:v>154407.20000000001</c:v>
                </c:pt>
                <c:pt idx="33" formatCode="0_);[Red]\(0\)">
                  <c:v>154708.98000000001</c:v>
                </c:pt>
                <c:pt idx="34" formatCode="0_);[Red]\(0\)">
                  <c:v>154708.98000000001</c:v>
                </c:pt>
                <c:pt idx="35" formatCode="0_);[Red]\(0\)">
                  <c:v>154708.98000000001</c:v>
                </c:pt>
                <c:pt idx="36" formatCode="0_);[Red]\(0\)">
                  <c:v>154708.98000000001</c:v>
                </c:pt>
                <c:pt idx="37" formatCode="0_);[Red]\(0\)">
                  <c:v>154708.98000000001</c:v>
                </c:pt>
                <c:pt idx="38" formatCode="0_);[Red]\(0\)">
                  <c:v>162703.54</c:v>
                </c:pt>
                <c:pt idx="39" formatCode="0_);[Red]\(0\)">
                  <c:v>162703.54</c:v>
                </c:pt>
                <c:pt idx="40" formatCode="0_);[Red]\(0\)">
                  <c:v>162703.54</c:v>
                </c:pt>
                <c:pt idx="41" formatCode="0_);[Red]\(0\)">
                  <c:v>162703.54</c:v>
                </c:pt>
                <c:pt idx="42" formatCode="0_);[Red]\(0\)">
                  <c:v>163557.57</c:v>
                </c:pt>
                <c:pt idx="43" formatCode="0_);[Red]\(0\)">
                  <c:v>163557.57</c:v>
                </c:pt>
                <c:pt idx="44" formatCode="0_);[Red]\(0\)">
                  <c:v>163557.57</c:v>
                </c:pt>
                <c:pt idx="45" formatCode="0_);[Red]\(0\)">
                  <c:v>163557.57</c:v>
                </c:pt>
                <c:pt idx="46" formatCode="0_);[Red]\(0\)">
                  <c:v>163557.57</c:v>
                </c:pt>
                <c:pt idx="47" formatCode="0_);[Red]\(0\)">
                  <c:v>166874.51</c:v>
                </c:pt>
                <c:pt idx="48" formatCode="0_);[Red]\(0\)">
                  <c:v>166874.51</c:v>
                </c:pt>
                <c:pt idx="49" formatCode="0_);[Red]\(0\)">
                  <c:v>166874.51</c:v>
                </c:pt>
                <c:pt idx="50" formatCode="0_);[Red]\(0\)">
                  <c:v>166874.51</c:v>
                </c:pt>
                <c:pt idx="51" formatCode="0_);[Red]\(0\)">
                  <c:v>166874.51</c:v>
                </c:pt>
                <c:pt idx="52" formatCode="0_);[Red]\(0\)">
                  <c:v>169380.08</c:v>
                </c:pt>
                <c:pt idx="53" formatCode="0_);[Red]\(0\)">
                  <c:v>169380.08</c:v>
                </c:pt>
                <c:pt idx="54" formatCode="0_);[Red]\(0\)">
                  <c:v>169380.08</c:v>
                </c:pt>
                <c:pt idx="55" formatCode="0_);[Red]\(0\)">
                  <c:v>169380.08</c:v>
                </c:pt>
                <c:pt idx="56" formatCode="0_);[Red]\(0\)">
                  <c:v>169380.08</c:v>
                </c:pt>
                <c:pt idx="57" formatCode="0_);[Red]\(0\)">
                  <c:v>170047.68</c:v>
                </c:pt>
                <c:pt idx="58" formatCode="0_);[Red]\(0\)">
                  <c:v>170047.68</c:v>
                </c:pt>
                <c:pt idx="59" formatCode="0_);[Red]\(0\)">
                  <c:v>170047.68</c:v>
                </c:pt>
                <c:pt idx="60" formatCode="0_);[Red]\(0\)">
                  <c:v>170047.68</c:v>
                </c:pt>
                <c:pt idx="61" formatCode="0_);[Red]\(0\)">
                  <c:v>170047.68</c:v>
                </c:pt>
                <c:pt idx="62" formatCode="0_);[Red]\(0\)">
                  <c:v>175561.96</c:v>
                </c:pt>
                <c:pt idx="63" formatCode="0_);[Red]\(0\)">
                  <c:v>175561.96</c:v>
                </c:pt>
                <c:pt idx="64" formatCode="0_);[Red]\(0\)">
                  <c:v>175561.96</c:v>
                </c:pt>
                <c:pt idx="65" formatCode="0_);[Red]\(0\)">
                  <c:v>175561.96</c:v>
                </c:pt>
                <c:pt idx="66" formatCode="0_);[Red]\(0\)">
                  <c:v>175561.96</c:v>
                </c:pt>
                <c:pt idx="67" formatCode="0_);[Red]\(0\)">
                  <c:v>206164.11</c:v>
                </c:pt>
                <c:pt idx="68" formatCode="0_);[Red]\(0\)">
                  <c:v>206164.11</c:v>
                </c:pt>
                <c:pt idx="69" formatCode="0_);[Red]\(0\)">
                  <c:v>206164.11</c:v>
                </c:pt>
                <c:pt idx="70" formatCode="0_);[Red]\(0\)">
                  <c:v>206164.11</c:v>
                </c:pt>
                <c:pt idx="71" formatCode="0_);[Red]\(0\)">
                  <c:v>206164.11</c:v>
                </c:pt>
                <c:pt idx="72" formatCode="0_);[Red]\(0\)">
                  <c:v>207774.68</c:v>
                </c:pt>
                <c:pt idx="73" formatCode="0_);[Red]\(0\)">
                  <c:v>207774.68</c:v>
                </c:pt>
                <c:pt idx="74" formatCode="0_);[Red]\(0\)">
                  <c:v>207774.68</c:v>
                </c:pt>
                <c:pt idx="75" formatCode="0_);[Red]\(0\)">
                  <c:v>207774.68</c:v>
                </c:pt>
                <c:pt idx="76" formatCode="0_);[Red]\(0\)">
                  <c:v>207774.68</c:v>
                </c:pt>
                <c:pt idx="77" formatCode="0_);[Red]\(0\)">
                  <c:v>222007.54</c:v>
                </c:pt>
                <c:pt idx="78" formatCode="0_);[Red]\(0\)">
                  <c:v>222007.54</c:v>
                </c:pt>
                <c:pt idx="79" formatCode="0_);[Red]\(0\)">
                  <c:v>222007.54</c:v>
                </c:pt>
                <c:pt idx="80" formatCode="0_);[Red]\(0\)">
                  <c:v>222007.54</c:v>
                </c:pt>
                <c:pt idx="81" formatCode="0_);[Red]\(0\)">
                  <c:v>229906.88</c:v>
                </c:pt>
                <c:pt idx="82" formatCode="0_);[Red]\(0\)">
                  <c:v>229906.88</c:v>
                </c:pt>
                <c:pt idx="83" formatCode="0_);[Red]\(0\)">
                  <c:v>229906.88</c:v>
                </c:pt>
                <c:pt idx="84" formatCode="0_);[Red]\(0\)">
                  <c:v>229906.88</c:v>
                </c:pt>
                <c:pt idx="85" formatCode="0_);[Red]\(0\)">
                  <c:v>234506.28</c:v>
                </c:pt>
                <c:pt idx="86" formatCode="0_);[Red]\(0\)">
                  <c:v>234506.28</c:v>
                </c:pt>
                <c:pt idx="87" formatCode="0_);[Red]\(0\)">
                  <c:v>234506.28</c:v>
                </c:pt>
                <c:pt idx="88" formatCode="0_);[Red]\(0\)">
                  <c:v>234506.28</c:v>
                </c:pt>
                <c:pt idx="89" formatCode="0_);[Red]\(0\)">
                  <c:v>234506.28</c:v>
                </c:pt>
                <c:pt idx="90" formatCode="0_);[Red]\(0\)">
                  <c:v>240596.61</c:v>
                </c:pt>
                <c:pt idx="91" formatCode="0_);[Red]\(0\)">
                  <c:v>240596.61</c:v>
                </c:pt>
                <c:pt idx="92" formatCode="0_);[Red]\(0\)">
                  <c:v>240596.61</c:v>
                </c:pt>
                <c:pt idx="93" formatCode="0_);[Red]\(0\)">
                  <c:v>240596.61</c:v>
                </c:pt>
                <c:pt idx="94" formatCode="0_);[Red]\(0\)">
                  <c:v>240596.61</c:v>
                </c:pt>
                <c:pt idx="95" formatCode="#,##0.00">
                  <c:v>255908.24</c:v>
                </c:pt>
                <c:pt idx="96" formatCode="#,##0.00">
                  <c:v>255908.24</c:v>
                </c:pt>
                <c:pt idx="97" formatCode="#,##0.00">
                  <c:v>255908.24</c:v>
                </c:pt>
                <c:pt idx="98" formatCode="#,##0.00">
                  <c:v>255908.24</c:v>
                </c:pt>
                <c:pt idx="99" formatCode="#,##0.00">
                  <c:v>256510.25</c:v>
                </c:pt>
                <c:pt idx="100" formatCode="#,##0.00">
                  <c:v>256510.25</c:v>
                </c:pt>
                <c:pt idx="101" formatCode="#,##0.00">
                  <c:v>256510.25</c:v>
                </c:pt>
                <c:pt idx="102" formatCode="#,##0.00">
                  <c:v>256510.25</c:v>
                </c:pt>
                <c:pt idx="103" formatCode="#,##0.00">
                  <c:v>257913.33</c:v>
                </c:pt>
                <c:pt idx="104" formatCode="#,##0.00">
                  <c:v>257913.33</c:v>
                </c:pt>
                <c:pt idx="105" formatCode="#,##0.00">
                  <c:v>257913.33</c:v>
                </c:pt>
                <c:pt idx="106" formatCode="#,##0.00">
                  <c:v>257913.33</c:v>
                </c:pt>
                <c:pt idx="107" formatCode="#,##0.00">
                  <c:v>257913.33</c:v>
                </c:pt>
                <c:pt idx="108" formatCode="#,##0.00">
                  <c:v>260314.03</c:v>
                </c:pt>
                <c:pt idx="109" formatCode="#,##0.00">
                  <c:v>260314.03</c:v>
                </c:pt>
                <c:pt idx="110" formatCode="#,##0.00">
                  <c:v>260314.03</c:v>
                </c:pt>
                <c:pt idx="111" formatCode="#,##0.00">
                  <c:v>260314.03</c:v>
                </c:pt>
                <c:pt idx="112" formatCode="#,##0.00">
                  <c:v>260314.03</c:v>
                </c:pt>
                <c:pt idx="113" formatCode="#,##0.00">
                  <c:v>263363.49</c:v>
                </c:pt>
                <c:pt idx="114" formatCode="#,##0.00">
                  <c:v>263363.49</c:v>
                </c:pt>
                <c:pt idx="115" formatCode="#,##0.00">
                  <c:v>263363.49</c:v>
                </c:pt>
                <c:pt idx="116" formatCode="#,##0.00">
                  <c:v>263363.49</c:v>
                </c:pt>
                <c:pt idx="117" formatCode="#,##0.00">
                  <c:v>263363.49</c:v>
                </c:pt>
                <c:pt idx="118" formatCode="#,##0.00">
                  <c:v>266867.96000000002</c:v>
                </c:pt>
                <c:pt idx="119" formatCode="#,##0.00">
                  <c:v>266867.96000000002</c:v>
                </c:pt>
                <c:pt idx="120" formatCode="#,##0.00">
                  <c:v>266867.96000000002</c:v>
                </c:pt>
                <c:pt idx="121" formatCode="#,##0.00">
                  <c:v>266867.96000000002</c:v>
                </c:pt>
                <c:pt idx="122" formatCode="#,##0.00">
                  <c:v>266867.96000000002</c:v>
                </c:pt>
                <c:pt idx="123" formatCode="#,##0.00">
                  <c:v>273474.62</c:v>
                </c:pt>
                <c:pt idx="124" formatCode="#,##0.00">
                  <c:v>273474.62</c:v>
                </c:pt>
                <c:pt idx="125" formatCode="#,##0.00">
                  <c:v>273474.62</c:v>
                </c:pt>
                <c:pt idx="126" formatCode="#,##0.00">
                  <c:v>273474.62</c:v>
                </c:pt>
                <c:pt idx="127" formatCode="#,##0.00">
                  <c:v>273474.62</c:v>
                </c:pt>
                <c:pt idx="128" formatCode="#,##0.00">
                  <c:v>278350.01</c:v>
                </c:pt>
                <c:pt idx="129" formatCode="#,##0.00">
                  <c:v>278350.01</c:v>
                </c:pt>
                <c:pt idx="130" formatCode="#,##0.00">
                  <c:v>278350.01</c:v>
                </c:pt>
                <c:pt idx="131" formatCode="#,##0.00">
                  <c:v>278350.01</c:v>
                </c:pt>
                <c:pt idx="132" formatCode="#,##0.00">
                  <c:v>277275.82</c:v>
                </c:pt>
                <c:pt idx="133" formatCode="#,##0.00">
                  <c:v>277275.82</c:v>
                </c:pt>
                <c:pt idx="134" formatCode="#,##0.00">
                  <c:v>277275.82</c:v>
                </c:pt>
                <c:pt idx="135" formatCode="#,##0.00">
                  <c:v>277275.82</c:v>
                </c:pt>
                <c:pt idx="136" formatCode="#,##0.00">
                  <c:v>277275.82</c:v>
                </c:pt>
                <c:pt idx="137" formatCode="#,##0.00">
                  <c:v>277078.44</c:v>
                </c:pt>
                <c:pt idx="138" formatCode="#,##0.00">
                  <c:v>277078.44</c:v>
                </c:pt>
                <c:pt idx="139" formatCode="0%">
                  <c:v>277078.44</c:v>
                </c:pt>
                <c:pt idx="140" formatCode="#,##0.00">
                  <c:v>277078.44</c:v>
                </c:pt>
                <c:pt idx="141" formatCode="#,##0.00">
                  <c:v>277078.44</c:v>
                </c:pt>
                <c:pt idx="142" formatCode="#,##0.00">
                  <c:v>276063.33</c:v>
                </c:pt>
                <c:pt idx="143" formatCode="#,##0.00">
                  <c:v>276063.33</c:v>
                </c:pt>
                <c:pt idx="144" formatCode="#,##0.00">
                  <c:v>276063.33</c:v>
                </c:pt>
                <c:pt idx="145" formatCode="#,##0.00">
                  <c:v>276063.33</c:v>
                </c:pt>
                <c:pt idx="146" formatCode="#,##0.00">
                  <c:v>276063.33</c:v>
                </c:pt>
                <c:pt idx="147" formatCode="#,##0.00">
                  <c:v>276807.08</c:v>
                </c:pt>
                <c:pt idx="148" formatCode="#,##0.00">
                  <c:v>276807.08</c:v>
                </c:pt>
                <c:pt idx="149" formatCode="#,##0.00">
                  <c:v>276807.08</c:v>
                </c:pt>
                <c:pt idx="150" formatCode="#,##0.00">
                  <c:v>276807.08</c:v>
                </c:pt>
                <c:pt idx="151" formatCode="#,##0.00">
                  <c:v>276807.08</c:v>
                </c:pt>
                <c:pt idx="152" formatCode="#,##0.00">
                  <c:v>276441.48</c:v>
                </c:pt>
                <c:pt idx="153" formatCode="#,##0.00">
                  <c:v>276441.48</c:v>
                </c:pt>
                <c:pt idx="154" formatCode="#,##0.00">
                  <c:v>276441.48</c:v>
                </c:pt>
                <c:pt idx="155" formatCode="#,##0.00">
                  <c:v>276441.48</c:v>
                </c:pt>
                <c:pt idx="156" formatCode="#,##0.00">
                  <c:v>266587.74</c:v>
                </c:pt>
                <c:pt idx="157" formatCode="#,##0.00">
                  <c:v>266587.74</c:v>
                </c:pt>
                <c:pt idx="158" formatCode="#,##0.00">
                  <c:v>266587.74</c:v>
                </c:pt>
                <c:pt idx="159" formatCode="0.0%">
                  <c:v>266587.74</c:v>
                </c:pt>
                <c:pt idx="160" formatCode="#,##0.00">
                  <c:v>266587.74</c:v>
                </c:pt>
                <c:pt idx="161" formatCode="#,##0.00">
                  <c:v>266093.18</c:v>
                </c:pt>
                <c:pt idx="162" formatCode="#,##0.00">
                  <c:v>266093.18</c:v>
                </c:pt>
                <c:pt idx="163" formatCode="#,##0.00">
                  <c:v>266093.18</c:v>
                </c:pt>
                <c:pt idx="164" formatCode="0.00%">
                  <c:v>266093.18</c:v>
                </c:pt>
                <c:pt idx="165" formatCode="#,##0.00">
                  <c:v>266093.18</c:v>
                </c:pt>
                <c:pt idx="166" formatCode="#,##0.00">
                  <c:v>277335.38</c:v>
                </c:pt>
                <c:pt idx="167" formatCode="#,##0.00">
                  <c:v>277335.38</c:v>
                </c:pt>
                <c:pt idx="168" formatCode="#,##0.00">
                  <c:v>277335.38</c:v>
                </c:pt>
                <c:pt idx="169" formatCode="#,##0.00">
                  <c:v>277335.38</c:v>
                </c:pt>
                <c:pt idx="170" formatCode="0.00%">
                  <c:v>277335.38</c:v>
                </c:pt>
                <c:pt idx="171" formatCode="#,##0.00">
                  <c:v>275394.06</c:v>
                </c:pt>
                <c:pt idx="172" formatCode="0.00%">
                  <c:v>275394.06</c:v>
                </c:pt>
                <c:pt idx="173" formatCode="#,##0.00">
                  <c:v>275394.06</c:v>
                </c:pt>
                <c:pt idx="174" formatCode="#,##0.00">
                  <c:v>275394.06</c:v>
                </c:pt>
                <c:pt idx="175" formatCode="#,##0.00">
                  <c:v>275394.06</c:v>
                </c:pt>
                <c:pt idx="176" formatCode="#,##0.00">
                  <c:v>276078.89</c:v>
                </c:pt>
                <c:pt idx="177" formatCode="0.00%">
                  <c:v>276078.89</c:v>
                </c:pt>
                <c:pt idx="178" formatCode="#,##0.00">
                  <c:v>276078.89</c:v>
                </c:pt>
                <c:pt idx="179" formatCode="#,##0.00">
                  <c:v>275156.40000000002</c:v>
                </c:pt>
                <c:pt idx="180" formatCode="#,##0.00">
                  <c:v>275156.40000000002</c:v>
                </c:pt>
                <c:pt idx="181" formatCode="#,##0.00">
                  <c:v>275156.40000000002</c:v>
                </c:pt>
                <c:pt idx="182" formatCode="0.0%">
                  <c:v>275156.40000000002</c:v>
                </c:pt>
                <c:pt idx="183" formatCode="#,##0.00">
                  <c:v>270457.09000000003</c:v>
                </c:pt>
                <c:pt idx="184" formatCode="#,##0.00">
                  <c:v>269266.38</c:v>
                </c:pt>
                <c:pt idx="185" formatCode="#,##0.00">
                  <c:v>268770.86</c:v>
                </c:pt>
                <c:pt idx="186" formatCode="#,##0.00">
                  <c:v>267556.40999999997</c:v>
                </c:pt>
                <c:pt idx="187" formatCode="#,##0.00">
                  <c:v>267486.86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74-49FB-B767-382C0EF15ED9}"/>
            </c:ext>
          </c:extLst>
        </c:ser>
        <c:ser>
          <c:idx val="3"/>
          <c:order val="2"/>
          <c:tx>
            <c:strRef>
              <c:f>'업종별 FA'!$EB$19</c:f>
              <c:strCache>
                <c:ptCount val="1"/>
                <c:pt idx="0">
                  <c:v>4Q26</c:v>
                </c:pt>
              </c:strCache>
            </c:strRef>
          </c:tx>
          <c:spPr>
            <a:ln w="12700">
              <a:solidFill>
                <a:srgbClr val="C1E1FF"/>
              </a:solidFill>
              <a:prstDash val="solid"/>
            </a:ln>
            <a:effectLst/>
          </c:spPr>
          <c:marker>
            <c:symbol val="none"/>
          </c:marker>
          <c:cat>
            <c:numRef>
              <c:f>'업종별 FA'!$DY$39:$DY$1000</c:f>
              <c:numCache>
                <c:formatCode>m/d/yyyy</c:formatCode>
                <c:ptCount val="962"/>
                <c:pt idx="0">
                  <c:v>46021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46072</c:v>
                </c:pt>
                <c:pt idx="33">
                  <c:v>46073</c:v>
                </c:pt>
                <c:pt idx="34">
                  <c:v>46076</c:v>
                </c:pt>
                <c:pt idx="35">
                  <c:v>46077</c:v>
                </c:pt>
                <c:pt idx="36">
                  <c:v>46078</c:v>
                </c:pt>
                <c:pt idx="37">
                  <c:v>46079</c:v>
                </c:pt>
                <c:pt idx="38">
                  <c:v>46080</c:v>
                </c:pt>
                <c:pt idx="39">
                  <c:v>46084</c:v>
                </c:pt>
                <c:pt idx="40">
                  <c:v>46085</c:v>
                </c:pt>
                <c:pt idx="41">
                  <c:v>46086</c:v>
                </c:pt>
                <c:pt idx="42">
                  <c:v>46087</c:v>
                </c:pt>
                <c:pt idx="43">
                  <c:v>46090</c:v>
                </c:pt>
                <c:pt idx="44">
                  <c:v>46091</c:v>
                </c:pt>
                <c:pt idx="45">
                  <c:v>46092</c:v>
                </c:pt>
                <c:pt idx="46">
                  <c:v>46093</c:v>
                </c:pt>
                <c:pt idx="47">
                  <c:v>46094</c:v>
                </c:pt>
                <c:pt idx="48">
                  <c:v>46097</c:v>
                </c:pt>
                <c:pt idx="49">
                  <c:v>46098</c:v>
                </c:pt>
                <c:pt idx="50">
                  <c:v>46099</c:v>
                </c:pt>
                <c:pt idx="51">
                  <c:v>46100</c:v>
                </c:pt>
                <c:pt idx="52">
                  <c:v>46101</c:v>
                </c:pt>
                <c:pt idx="53">
                  <c:v>46104</c:v>
                </c:pt>
                <c:pt idx="54">
                  <c:v>46105</c:v>
                </c:pt>
                <c:pt idx="55">
                  <c:v>46106</c:v>
                </c:pt>
                <c:pt idx="56">
                  <c:v>46107</c:v>
                </c:pt>
                <c:pt idx="57">
                  <c:v>46108</c:v>
                </c:pt>
                <c:pt idx="58">
                  <c:v>46111</c:v>
                </c:pt>
                <c:pt idx="59">
                  <c:v>46112</c:v>
                </c:pt>
                <c:pt idx="60">
                  <c:v>46113</c:v>
                </c:pt>
                <c:pt idx="61">
                  <c:v>46114</c:v>
                </c:pt>
                <c:pt idx="62">
                  <c:v>46115</c:v>
                </c:pt>
                <c:pt idx="63">
                  <c:v>46118</c:v>
                </c:pt>
                <c:pt idx="64">
                  <c:v>46119</c:v>
                </c:pt>
                <c:pt idx="65">
                  <c:v>46120</c:v>
                </c:pt>
                <c:pt idx="66">
                  <c:v>46121</c:v>
                </c:pt>
                <c:pt idx="67">
                  <c:v>46122</c:v>
                </c:pt>
                <c:pt idx="68">
                  <c:v>46125</c:v>
                </c:pt>
                <c:pt idx="69">
                  <c:v>46126</c:v>
                </c:pt>
                <c:pt idx="70">
                  <c:v>46127</c:v>
                </c:pt>
                <c:pt idx="71">
                  <c:v>46128</c:v>
                </c:pt>
                <c:pt idx="72">
                  <c:v>46129</c:v>
                </c:pt>
                <c:pt idx="73">
                  <c:v>46132</c:v>
                </c:pt>
                <c:pt idx="74">
                  <c:v>46133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46148</c:v>
                </c:pt>
                <c:pt idx="84">
                  <c:v>46149</c:v>
                </c:pt>
                <c:pt idx="85">
                  <c:v>46150</c:v>
                </c:pt>
                <c:pt idx="86">
                  <c:v>46153</c:v>
                </c:pt>
                <c:pt idx="87">
                  <c:v>46154</c:v>
                </c:pt>
                <c:pt idx="88">
                  <c:v>46155</c:v>
                </c:pt>
                <c:pt idx="89">
                  <c:v>46156</c:v>
                </c:pt>
                <c:pt idx="90">
                  <c:v>46157</c:v>
                </c:pt>
                <c:pt idx="91">
                  <c:v>46160</c:v>
                </c:pt>
                <c:pt idx="92">
                  <c:v>46161</c:v>
                </c:pt>
                <c:pt idx="93">
                  <c:v>46162</c:v>
                </c:pt>
                <c:pt idx="94">
                  <c:v>46163</c:v>
                </c:pt>
                <c:pt idx="95">
                  <c:v>46164</c:v>
                </c:pt>
                <c:pt idx="96">
                  <c:v>46168</c:v>
                </c:pt>
                <c:pt idx="97">
                  <c:v>46169</c:v>
                </c:pt>
                <c:pt idx="98">
                  <c:v>46170</c:v>
                </c:pt>
                <c:pt idx="99">
                  <c:v>46171</c:v>
                </c:pt>
                <c:pt idx="100">
                  <c:v>46174</c:v>
                </c:pt>
                <c:pt idx="101">
                  <c:v>46175</c:v>
                </c:pt>
                <c:pt idx="102">
                  <c:v>46177</c:v>
                </c:pt>
                <c:pt idx="103">
                  <c:v>46178</c:v>
                </c:pt>
                <c:pt idx="104">
                  <c:v>46181</c:v>
                </c:pt>
                <c:pt idx="105">
                  <c:v>46182</c:v>
                </c:pt>
                <c:pt idx="106">
                  <c:v>46183</c:v>
                </c:pt>
                <c:pt idx="107">
                  <c:v>46184</c:v>
                </c:pt>
                <c:pt idx="108">
                  <c:v>46185</c:v>
                </c:pt>
                <c:pt idx="109">
                  <c:v>46188</c:v>
                </c:pt>
                <c:pt idx="110">
                  <c:v>46189</c:v>
                </c:pt>
                <c:pt idx="111">
                  <c:v>46190</c:v>
                </c:pt>
                <c:pt idx="112">
                  <c:v>46191</c:v>
                </c:pt>
                <c:pt idx="113">
                  <c:v>46192</c:v>
                </c:pt>
                <c:pt idx="114">
                  <c:v>46195</c:v>
                </c:pt>
                <c:pt idx="115">
                  <c:v>46196</c:v>
                </c:pt>
                <c:pt idx="116">
                  <c:v>46197</c:v>
                </c:pt>
                <c:pt idx="117">
                  <c:v>46198</c:v>
                </c:pt>
                <c:pt idx="118">
                  <c:v>46199</c:v>
                </c:pt>
                <c:pt idx="119">
                  <c:v>46202</c:v>
                </c:pt>
                <c:pt idx="120">
                  <c:v>46203</c:v>
                </c:pt>
                <c:pt idx="121">
                  <c:v>46204</c:v>
                </c:pt>
                <c:pt idx="122">
                  <c:v>46205</c:v>
                </c:pt>
                <c:pt idx="123">
                  <c:v>46206</c:v>
                </c:pt>
                <c:pt idx="124">
                  <c:v>46209</c:v>
                </c:pt>
                <c:pt idx="125">
                  <c:v>46210</c:v>
                </c:pt>
                <c:pt idx="126">
                  <c:v>46211</c:v>
                </c:pt>
                <c:pt idx="127">
                  <c:v>46212</c:v>
                </c:pt>
                <c:pt idx="128">
                  <c:v>46213</c:v>
                </c:pt>
                <c:pt idx="129">
                  <c:v>46216</c:v>
                </c:pt>
                <c:pt idx="130">
                  <c:v>46217</c:v>
                </c:pt>
                <c:pt idx="131">
                  <c:v>46218</c:v>
                </c:pt>
                <c:pt idx="132">
                  <c:v>46219</c:v>
                </c:pt>
                <c:pt idx="133">
                  <c:v>46223</c:v>
                </c:pt>
                <c:pt idx="134">
                  <c:v>46224</c:v>
                </c:pt>
                <c:pt idx="135">
                  <c:v>46225</c:v>
                </c:pt>
                <c:pt idx="136">
                  <c:v>46226</c:v>
                </c:pt>
                <c:pt idx="137">
                  <c:v>46227</c:v>
                </c:pt>
                <c:pt idx="138">
                  <c:v>46230</c:v>
                </c:pt>
                <c:pt idx="139">
                  <c:v>46231</c:v>
                </c:pt>
                <c:pt idx="140">
                  <c:v>46232</c:v>
                </c:pt>
                <c:pt idx="141">
                  <c:v>46233</c:v>
                </c:pt>
                <c:pt idx="142">
                  <c:v>46234</c:v>
                </c:pt>
                <c:pt idx="143">
                  <c:v>46237</c:v>
                </c:pt>
                <c:pt idx="144">
                  <c:v>46238</c:v>
                </c:pt>
                <c:pt idx="145">
                  <c:v>46239</c:v>
                </c:pt>
                <c:pt idx="146">
                  <c:v>46240</c:v>
                </c:pt>
                <c:pt idx="147">
                  <c:v>46241</c:v>
                </c:pt>
                <c:pt idx="148">
                  <c:v>46244</c:v>
                </c:pt>
                <c:pt idx="149">
                  <c:v>46245</c:v>
                </c:pt>
                <c:pt idx="150">
                  <c:v>46246</c:v>
                </c:pt>
                <c:pt idx="151">
                  <c:v>46247</c:v>
                </c:pt>
                <c:pt idx="152">
                  <c:v>46248</c:v>
                </c:pt>
                <c:pt idx="153">
                  <c:v>46252</c:v>
                </c:pt>
                <c:pt idx="154">
                  <c:v>46253</c:v>
                </c:pt>
                <c:pt idx="155">
                  <c:v>46254</c:v>
                </c:pt>
                <c:pt idx="156">
                  <c:v>46255</c:v>
                </c:pt>
                <c:pt idx="157">
                  <c:v>46258</c:v>
                </c:pt>
                <c:pt idx="158">
                  <c:v>46259</c:v>
                </c:pt>
                <c:pt idx="159">
                  <c:v>46260</c:v>
                </c:pt>
                <c:pt idx="160">
                  <c:v>46261</c:v>
                </c:pt>
                <c:pt idx="161">
                  <c:v>46262</c:v>
                </c:pt>
                <c:pt idx="162">
                  <c:v>46265</c:v>
                </c:pt>
                <c:pt idx="163">
                  <c:v>46266</c:v>
                </c:pt>
                <c:pt idx="164">
                  <c:v>46267</c:v>
                </c:pt>
                <c:pt idx="165">
                  <c:v>46268</c:v>
                </c:pt>
                <c:pt idx="166">
                  <c:v>46269</c:v>
                </c:pt>
                <c:pt idx="167">
                  <c:v>46272</c:v>
                </c:pt>
                <c:pt idx="168">
                  <c:v>46273</c:v>
                </c:pt>
                <c:pt idx="169">
                  <c:v>46274</c:v>
                </c:pt>
                <c:pt idx="170">
                  <c:v>46275</c:v>
                </c:pt>
                <c:pt idx="171">
                  <c:v>46276</c:v>
                </c:pt>
                <c:pt idx="172">
                  <c:v>46279</c:v>
                </c:pt>
                <c:pt idx="173">
                  <c:v>46280</c:v>
                </c:pt>
                <c:pt idx="174">
                  <c:v>46281</c:v>
                </c:pt>
                <c:pt idx="175">
                  <c:v>46282</c:v>
                </c:pt>
                <c:pt idx="176">
                  <c:v>46283</c:v>
                </c:pt>
                <c:pt idx="177">
                  <c:v>46286</c:v>
                </c:pt>
                <c:pt idx="178">
                  <c:v>46287</c:v>
                </c:pt>
                <c:pt idx="179">
                  <c:v>46288</c:v>
                </c:pt>
                <c:pt idx="180">
                  <c:v>46293</c:v>
                </c:pt>
                <c:pt idx="181">
                  <c:v>46294</c:v>
                </c:pt>
                <c:pt idx="182">
                  <c:v>46295</c:v>
                </c:pt>
                <c:pt idx="183">
                  <c:v>46296</c:v>
                </c:pt>
                <c:pt idx="184">
                  <c:v>46297</c:v>
                </c:pt>
                <c:pt idx="185">
                  <c:v>46301</c:v>
                </c:pt>
                <c:pt idx="186">
                  <c:v>46302</c:v>
                </c:pt>
                <c:pt idx="187">
                  <c:v>46303</c:v>
                </c:pt>
              </c:numCache>
            </c:numRef>
          </c:cat>
          <c:val>
            <c:numRef>
              <c:f>'업종별 FA'!$EC$39:$EC$1000</c:f>
              <c:numCache>
                <c:formatCode>_(* #,##0_);_(* \(#,##0\);_(* "-"_);_(@_)</c:formatCode>
                <c:ptCount val="962"/>
                <c:pt idx="0">
                  <c:v>102923.38</c:v>
                </c:pt>
                <c:pt idx="1">
                  <c:v>106581.07</c:v>
                </c:pt>
                <c:pt idx="2">
                  <c:v>106581.07</c:v>
                </c:pt>
                <c:pt idx="3">
                  <c:v>106581.07</c:v>
                </c:pt>
                <c:pt idx="4">
                  <c:v>106581.07</c:v>
                </c:pt>
                <c:pt idx="5">
                  <c:v>106581.07</c:v>
                </c:pt>
                <c:pt idx="6">
                  <c:v>116123.31</c:v>
                </c:pt>
                <c:pt idx="7">
                  <c:v>116123.31</c:v>
                </c:pt>
                <c:pt idx="8">
                  <c:v>116123.31</c:v>
                </c:pt>
                <c:pt idx="9">
                  <c:v>116123.31</c:v>
                </c:pt>
                <c:pt idx="10">
                  <c:v>116123.31</c:v>
                </c:pt>
                <c:pt idx="11">
                  <c:v>118869.19</c:v>
                </c:pt>
                <c:pt idx="12">
                  <c:v>118869.19</c:v>
                </c:pt>
                <c:pt idx="13">
                  <c:v>118869.19</c:v>
                </c:pt>
                <c:pt idx="14">
                  <c:v>118869.19</c:v>
                </c:pt>
                <c:pt idx="15">
                  <c:v>118869.19</c:v>
                </c:pt>
                <c:pt idx="16">
                  <c:v>121636.43</c:v>
                </c:pt>
                <c:pt idx="17">
                  <c:v>121636.43</c:v>
                </c:pt>
                <c:pt idx="18">
                  <c:v>121636.43</c:v>
                </c:pt>
                <c:pt idx="19">
                  <c:v>121636.43</c:v>
                </c:pt>
                <c:pt idx="20">
                  <c:v>121636.43</c:v>
                </c:pt>
                <c:pt idx="21">
                  <c:v>144924.07999999999</c:v>
                </c:pt>
                <c:pt idx="22">
                  <c:v>144924.07999999999</c:v>
                </c:pt>
                <c:pt idx="23">
                  <c:v>144924.07999999999</c:v>
                </c:pt>
                <c:pt idx="24">
                  <c:v>144924.07999999999</c:v>
                </c:pt>
                <c:pt idx="25">
                  <c:v>144924.07999999999</c:v>
                </c:pt>
                <c:pt idx="26">
                  <c:v>147679.26999999999</c:v>
                </c:pt>
                <c:pt idx="27">
                  <c:v>147679.26999999999</c:v>
                </c:pt>
                <c:pt idx="28">
                  <c:v>147679.26999999999</c:v>
                </c:pt>
                <c:pt idx="29">
                  <c:v>147679.26999999999</c:v>
                </c:pt>
                <c:pt idx="30">
                  <c:v>147679.26999999999</c:v>
                </c:pt>
                <c:pt idx="31">
                  <c:v>148493.5</c:v>
                </c:pt>
                <c:pt idx="32">
                  <c:v>148493.5</c:v>
                </c:pt>
                <c:pt idx="33" formatCode="0_);[Red]\(0\)">
                  <c:v>148388.57</c:v>
                </c:pt>
                <c:pt idx="34" formatCode="0_);[Red]\(0\)">
                  <c:v>148388.57</c:v>
                </c:pt>
                <c:pt idx="35" formatCode="0_);[Red]\(0\)">
                  <c:v>148388.57</c:v>
                </c:pt>
                <c:pt idx="36" formatCode="0_);[Red]\(0\)">
                  <c:v>148388.57</c:v>
                </c:pt>
                <c:pt idx="37" formatCode="0_);[Red]\(0\)">
                  <c:v>148388.57</c:v>
                </c:pt>
                <c:pt idx="38" formatCode="0_);[Red]\(0\)">
                  <c:v>157562.19</c:v>
                </c:pt>
                <c:pt idx="39" formatCode="0_);[Red]\(0\)">
                  <c:v>157562.19</c:v>
                </c:pt>
                <c:pt idx="40" formatCode="0_);[Red]\(0\)">
                  <c:v>157562.19</c:v>
                </c:pt>
                <c:pt idx="41" formatCode="0_);[Red]\(0\)">
                  <c:v>157562.19</c:v>
                </c:pt>
                <c:pt idx="42" formatCode="0_);[Red]\(0\)">
                  <c:v>157979.26</c:v>
                </c:pt>
                <c:pt idx="43" formatCode="0_);[Red]\(0\)">
                  <c:v>157979.26</c:v>
                </c:pt>
                <c:pt idx="44" formatCode="0_);[Red]\(0\)">
                  <c:v>157979.26</c:v>
                </c:pt>
                <c:pt idx="45" formatCode="0_);[Red]\(0\)">
                  <c:v>157979.26</c:v>
                </c:pt>
                <c:pt idx="46" formatCode="0_);[Red]\(0\)">
                  <c:v>157979.26</c:v>
                </c:pt>
                <c:pt idx="47" formatCode="0_);[Red]\(0\)">
                  <c:v>161488.09</c:v>
                </c:pt>
                <c:pt idx="48" formatCode="0_);[Red]\(0\)">
                  <c:v>161488.09</c:v>
                </c:pt>
                <c:pt idx="49" formatCode="0_);[Red]\(0\)">
                  <c:v>161488.09</c:v>
                </c:pt>
                <c:pt idx="50" formatCode="0_);[Red]\(0\)">
                  <c:v>161488.09</c:v>
                </c:pt>
                <c:pt idx="51" formatCode="0_);[Red]\(0\)">
                  <c:v>161488.09</c:v>
                </c:pt>
                <c:pt idx="52" formatCode="0_);[Red]\(0\)">
                  <c:v>164097.10999999999</c:v>
                </c:pt>
                <c:pt idx="53" formatCode="0_);[Red]\(0\)">
                  <c:v>164097.10999999999</c:v>
                </c:pt>
                <c:pt idx="54" formatCode="0_);[Red]\(0\)">
                  <c:v>164097.10999999999</c:v>
                </c:pt>
                <c:pt idx="55" formatCode="0_);[Red]\(0\)">
                  <c:v>164097.10999999999</c:v>
                </c:pt>
                <c:pt idx="56" formatCode="0_);[Red]\(0\)">
                  <c:v>164097.10999999999</c:v>
                </c:pt>
                <c:pt idx="57" formatCode="0_);[Red]\(0\)">
                  <c:v>165198.47</c:v>
                </c:pt>
                <c:pt idx="58" formatCode="0_);[Red]\(0\)">
                  <c:v>165198.47</c:v>
                </c:pt>
                <c:pt idx="59" formatCode="0_);[Red]\(0\)">
                  <c:v>165198.47</c:v>
                </c:pt>
                <c:pt idx="60" formatCode="0_);[Red]\(0\)">
                  <c:v>165198.47</c:v>
                </c:pt>
                <c:pt idx="61" formatCode="0_);[Red]\(0\)">
                  <c:v>165198.47</c:v>
                </c:pt>
                <c:pt idx="62" formatCode="0_);[Red]\(0\)">
                  <c:v>171440.95</c:v>
                </c:pt>
                <c:pt idx="63" formatCode="0_);[Red]\(0\)">
                  <c:v>171440.95</c:v>
                </c:pt>
                <c:pt idx="64" formatCode="0_);[Red]\(0\)">
                  <c:v>171440.95</c:v>
                </c:pt>
                <c:pt idx="65" formatCode="0_);[Red]\(0\)">
                  <c:v>171440.95</c:v>
                </c:pt>
                <c:pt idx="66" formatCode="0_);[Red]\(0\)">
                  <c:v>171440.95</c:v>
                </c:pt>
                <c:pt idx="67" formatCode="0_);[Red]\(0\)">
                  <c:v>201481.02</c:v>
                </c:pt>
                <c:pt idx="68" formatCode="0_);[Red]\(0\)">
                  <c:v>201481.02</c:v>
                </c:pt>
                <c:pt idx="69" formatCode="0_);[Red]\(0\)">
                  <c:v>201481.02</c:v>
                </c:pt>
                <c:pt idx="70" formatCode="0_);[Red]\(0\)">
                  <c:v>201481.02</c:v>
                </c:pt>
                <c:pt idx="71" formatCode="0_);[Red]\(0\)">
                  <c:v>201481.02</c:v>
                </c:pt>
                <c:pt idx="72" formatCode="0_);[Red]\(0\)">
                  <c:v>203967.45</c:v>
                </c:pt>
                <c:pt idx="73" formatCode="0_);[Red]\(0\)">
                  <c:v>203967.45</c:v>
                </c:pt>
                <c:pt idx="74" formatCode="0_);[Red]\(0\)">
                  <c:v>203967.45</c:v>
                </c:pt>
                <c:pt idx="75" formatCode="0_);[Red]\(0\)">
                  <c:v>203967.45</c:v>
                </c:pt>
                <c:pt idx="76" formatCode="0_);[Red]\(0\)">
                  <c:v>203967.45</c:v>
                </c:pt>
                <c:pt idx="77" formatCode="0_);[Red]\(0\)">
                  <c:v>220331.35</c:v>
                </c:pt>
                <c:pt idx="78" formatCode="0_);[Red]\(0\)">
                  <c:v>220331.35</c:v>
                </c:pt>
                <c:pt idx="79" formatCode="0_);[Red]\(0\)">
                  <c:v>220331.35</c:v>
                </c:pt>
                <c:pt idx="80" formatCode="0_);[Red]\(0\)">
                  <c:v>220331.35</c:v>
                </c:pt>
                <c:pt idx="81" formatCode="0_);[Red]\(0\)">
                  <c:v>228178.54</c:v>
                </c:pt>
                <c:pt idx="82" formatCode="0_);[Red]\(0\)">
                  <c:v>228178.54</c:v>
                </c:pt>
                <c:pt idx="83" formatCode="0_);[Red]\(0\)">
                  <c:v>228178.54</c:v>
                </c:pt>
                <c:pt idx="84" formatCode="0_);[Red]\(0\)">
                  <c:v>228178.54</c:v>
                </c:pt>
                <c:pt idx="85" formatCode="0_);[Red]\(0\)">
                  <c:v>237504.74</c:v>
                </c:pt>
                <c:pt idx="86" formatCode="0_);[Red]\(0\)">
                  <c:v>237504.74</c:v>
                </c:pt>
                <c:pt idx="87" formatCode="0_);[Red]\(0\)">
                  <c:v>237504.74</c:v>
                </c:pt>
                <c:pt idx="88" formatCode="0_);[Red]\(0\)">
                  <c:v>237504.74</c:v>
                </c:pt>
                <c:pt idx="89" formatCode="0_);[Red]\(0\)">
                  <c:v>237504.74</c:v>
                </c:pt>
                <c:pt idx="90" formatCode="0_);[Red]\(0\)">
                  <c:v>243809.27</c:v>
                </c:pt>
                <c:pt idx="91" formatCode="0_);[Red]\(0\)">
                  <c:v>243809.27</c:v>
                </c:pt>
                <c:pt idx="92" formatCode="0_);[Red]\(0\)">
                  <c:v>243809.27</c:v>
                </c:pt>
                <c:pt idx="93" formatCode="0_);[Red]\(0\)">
                  <c:v>243809.27</c:v>
                </c:pt>
                <c:pt idx="94" formatCode="0_);[Red]\(0\)">
                  <c:v>243809.27</c:v>
                </c:pt>
                <c:pt idx="95" formatCode="#,##0.00">
                  <c:v>260376.76</c:v>
                </c:pt>
                <c:pt idx="96" formatCode="#,##0.00">
                  <c:v>260376.76</c:v>
                </c:pt>
                <c:pt idx="97" formatCode="#,##0.00">
                  <c:v>260376.76</c:v>
                </c:pt>
                <c:pt idx="98" formatCode="#,##0.00">
                  <c:v>260376.76</c:v>
                </c:pt>
                <c:pt idx="99" formatCode="#,##0.00">
                  <c:v>260793.51</c:v>
                </c:pt>
                <c:pt idx="100" formatCode="#,##0.00">
                  <c:v>260793.51</c:v>
                </c:pt>
                <c:pt idx="101" formatCode="#,##0.00">
                  <c:v>260793.51</c:v>
                </c:pt>
                <c:pt idx="102" formatCode="#,##0.00">
                  <c:v>260793.51</c:v>
                </c:pt>
                <c:pt idx="103" formatCode="#,##0.00">
                  <c:v>262568.95</c:v>
                </c:pt>
                <c:pt idx="104" formatCode="#,##0.00">
                  <c:v>262568.95</c:v>
                </c:pt>
                <c:pt idx="105" formatCode="#,##0.00">
                  <c:v>262568.95</c:v>
                </c:pt>
                <c:pt idx="106" formatCode="#,##0.00">
                  <c:v>262568.95</c:v>
                </c:pt>
                <c:pt idx="107" formatCode="#,##0.00">
                  <c:v>262568.95</c:v>
                </c:pt>
                <c:pt idx="108" formatCode="#,##0.00">
                  <c:v>266325.26</c:v>
                </c:pt>
                <c:pt idx="109" formatCode="#,##0.00">
                  <c:v>266325.26</c:v>
                </c:pt>
                <c:pt idx="110" formatCode="#,##0.00">
                  <c:v>266325.26</c:v>
                </c:pt>
                <c:pt idx="111" formatCode="#,##0.00">
                  <c:v>266325.26</c:v>
                </c:pt>
                <c:pt idx="112" formatCode="#,##0.00">
                  <c:v>266325.26</c:v>
                </c:pt>
                <c:pt idx="113" formatCode="#,##0.00">
                  <c:v>269949.02</c:v>
                </c:pt>
                <c:pt idx="114" formatCode="#,##0.00">
                  <c:v>269949.02</c:v>
                </c:pt>
                <c:pt idx="115" formatCode="#,##0.00">
                  <c:v>269949.02</c:v>
                </c:pt>
                <c:pt idx="116" formatCode="#,##0.00">
                  <c:v>269949.02</c:v>
                </c:pt>
                <c:pt idx="117" formatCode="#,##0.00">
                  <c:v>269949.02</c:v>
                </c:pt>
                <c:pt idx="118" formatCode="#,##0.00">
                  <c:v>274237.7</c:v>
                </c:pt>
                <c:pt idx="119" formatCode="#,##0.00">
                  <c:v>274237.7</c:v>
                </c:pt>
                <c:pt idx="120" formatCode="#,##0.00">
                  <c:v>274237.7</c:v>
                </c:pt>
                <c:pt idx="121" formatCode="#,##0.00">
                  <c:v>274237.7</c:v>
                </c:pt>
                <c:pt idx="122" formatCode="#,##0.00">
                  <c:v>274237.7</c:v>
                </c:pt>
                <c:pt idx="123" formatCode="#,##0.00">
                  <c:v>283205.92</c:v>
                </c:pt>
                <c:pt idx="124" formatCode="#,##0.00">
                  <c:v>283205.92</c:v>
                </c:pt>
                <c:pt idx="125" formatCode="#,##0.00">
                  <c:v>283205.92</c:v>
                </c:pt>
                <c:pt idx="126" formatCode="#,##0.00">
                  <c:v>283205.92</c:v>
                </c:pt>
                <c:pt idx="127" formatCode="#,##0.00">
                  <c:v>283205.92</c:v>
                </c:pt>
                <c:pt idx="128" formatCode="#,##0.00">
                  <c:v>288785.11</c:v>
                </c:pt>
                <c:pt idx="129" formatCode="#,##0.00">
                  <c:v>288785.11</c:v>
                </c:pt>
                <c:pt idx="130" formatCode="#,##0.00">
                  <c:v>288785.11</c:v>
                </c:pt>
                <c:pt idx="131" formatCode="#,##0.00">
                  <c:v>288785.11</c:v>
                </c:pt>
                <c:pt idx="132" formatCode="#,##0.00">
                  <c:v>287868.59999999998</c:v>
                </c:pt>
                <c:pt idx="133" formatCode="#,##0.00">
                  <c:v>287868.59999999998</c:v>
                </c:pt>
                <c:pt idx="134" formatCode="#,##0.00">
                  <c:v>287868.59999999998</c:v>
                </c:pt>
                <c:pt idx="135" formatCode="#,##0.00">
                  <c:v>287868.59999999998</c:v>
                </c:pt>
                <c:pt idx="136" formatCode="#,##0.00">
                  <c:v>287868.59999999998</c:v>
                </c:pt>
                <c:pt idx="137" formatCode="#,##0.00">
                  <c:v>286692.86</c:v>
                </c:pt>
                <c:pt idx="138" formatCode="#,##0.00">
                  <c:v>286692.86</c:v>
                </c:pt>
                <c:pt idx="139" formatCode="0%">
                  <c:v>286692.86</c:v>
                </c:pt>
                <c:pt idx="140" formatCode="#,##0.00">
                  <c:v>286692.86</c:v>
                </c:pt>
                <c:pt idx="141" formatCode="#,##0.00">
                  <c:v>286692.86</c:v>
                </c:pt>
                <c:pt idx="142" formatCode="#,##0.00">
                  <c:v>286296.15000000002</c:v>
                </c:pt>
                <c:pt idx="143" formatCode="#,##0.00">
                  <c:v>286296.15000000002</c:v>
                </c:pt>
                <c:pt idx="144" formatCode="#,##0.00">
                  <c:v>286296.15000000002</c:v>
                </c:pt>
                <c:pt idx="145" formatCode="#,##0.00">
                  <c:v>286296.15000000002</c:v>
                </c:pt>
                <c:pt idx="146" formatCode="#,##0.00">
                  <c:v>286296.15000000002</c:v>
                </c:pt>
                <c:pt idx="147" formatCode="#,##0.00">
                  <c:v>287552.81</c:v>
                </c:pt>
                <c:pt idx="148" formatCode="#,##0.00">
                  <c:v>287552.81</c:v>
                </c:pt>
                <c:pt idx="149" formatCode="#,##0.00">
                  <c:v>287552.81</c:v>
                </c:pt>
                <c:pt idx="150" formatCode="#,##0.00">
                  <c:v>287552.81</c:v>
                </c:pt>
                <c:pt idx="151" formatCode="#,##0.00">
                  <c:v>287552.81</c:v>
                </c:pt>
                <c:pt idx="152" formatCode="#,##0.00">
                  <c:v>287800.77</c:v>
                </c:pt>
                <c:pt idx="153" formatCode="#,##0.00">
                  <c:v>287800.77</c:v>
                </c:pt>
                <c:pt idx="154" formatCode="#,##0.00">
                  <c:v>287800.77</c:v>
                </c:pt>
                <c:pt idx="155" formatCode="#,##0.00">
                  <c:v>287800.77</c:v>
                </c:pt>
                <c:pt idx="156" formatCode="#,##0.00">
                  <c:v>277207.31</c:v>
                </c:pt>
                <c:pt idx="157" formatCode="#,##0.00">
                  <c:v>277207.31</c:v>
                </c:pt>
                <c:pt idx="158" formatCode="#,##0.00">
                  <c:v>277207.31</c:v>
                </c:pt>
                <c:pt idx="159" formatCode="0.0%">
                  <c:v>277207.31</c:v>
                </c:pt>
                <c:pt idx="160" formatCode="#,##0.00">
                  <c:v>277207.31</c:v>
                </c:pt>
                <c:pt idx="161" formatCode="#,##0.00">
                  <c:v>277155.65999999997</c:v>
                </c:pt>
                <c:pt idx="162" formatCode="#,##0.00">
                  <c:v>277155.65999999997</c:v>
                </c:pt>
                <c:pt idx="163" formatCode="#,##0.00">
                  <c:v>277155.65999999997</c:v>
                </c:pt>
                <c:pt idx="164" formatCode="0.00%">
                  <c:v>277155.65999999997</c:v>
                </c:pt>
                <c:pt idx="165" formatCode="#,##0.00">
                  <c:v>277155.65999999997</c:v>
                </c:pt>
                <c:pt idx="166" formatCode="#,##0.00">
                  <c:v>292447.99</c:v>
                </c:pt>
                <c:pt idx="167" formatCode="#,##0.00">
                  <c:v>292447.99</c:v>
                </c:pt>
                <c:pt idx="168" formatCode="#,##0.00">
                  <c:v>292447.99</c:v>
                </c:pt>
                <c:pt idx="169" formatCode="#,##0.00">
                  <c:v>292447.99</c:v>
                </c:pt>
                <c:pt idx="170" formatCode="#,##0.00">
                  <c:v>292447.99</c:v>
                </c:pt>
                <c:pt idx="171" formatCode="#,##0.00">
                  <c:v>291001.96000000002</c:v>
                </c:pt>
                <c:pt idx="172" formatCode="#,##0.00">
                  <c:v>291001.96000000002</c:v>
                </c:pt>
                <c:pt idx="173" formatCode="#,##0.00">
                  <c:v>291001.96000000002</c:v>
                </c:pt>
                <c:pt idx="174" formatCode="#,##0.00">
                  <c:v>291001.96000000002</c:v>
                </c:pt>
                <c:pt idx="175" formatCode="#,##0.00">
                  <c:v>291001.96000000002</c:v>
                </c:pt>
                <c:pt idx="176" formatCode="#,##0.00">
                  <c:v>291408.94</c:v>
                </c:pt>
                <c:pt idx="177" formatCode="0.00%">
                  <c:v>291408.94</c:v>
                </c:pt>
                <c:pt idx="178" formatCode="#,##0.00">
                  <c:v>291408.94</c:v>
                </c:pt>
                <c:pt idx="179" formatCode="#,##0.00">
                  <c:v>291784.15000000002</c:v>
                </c:pt>
                <c:pt idx="180" formatCode="#,##0.00">
                  <c:v>291784.15000000002</c:v>
                </c:pt>
                <c:pt idx="181" formatCode="#,##0.00">
                  <c:v>291784.15000000002</c:v>
                </c:pt>
                <c:pt idx="182" formatCode="0.0%">
                  <c:v>291784.15000000002</c:v>
                </c:pt>
                <c:pt idx="183" formatCode="#,##0.00">
                  <c:v>287011.67</c:v>
                </c:pt>
                <c:pt idx="184" formatCode="#,##0.00">
                  <c:v>284939.95</c:v>
                </c:pt>
                <c:pt idx="185" formatCode="#,##0.00">
                  <c:v>284244.67</c:v>
                </c:pt>
                <c:pt idx="186" formatCode="#,##0.00">
                  <c:v>282904.14</c:v>
                </c:pt>
                <c:pt idx="187" formatCode="#,##0.00">
                  <c:v>283388.78999999998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A74-49FB-B767-382C0EF15ED9}"/>
            </c:ext>
          </c:extLst>
        </c:ser>
        <c:ser>
          <c:idx val="0"/>
          <c:order val="3"/>
          <c:tx>
            <c:strRef>
              <c:f>'업종별 FA'!$DY$19</c:f>
              <c:strCache>
                <c:ptCount val="1"/>
                <c:pt idx="0">
                  <c:v>1Q26</c:v>
                </c:pt>
              </c:strCache>
            </c:strRef>
          </c:tx>
          <c:spPr>
            <a:ln w="12700">
              <a:solidFill>
                <a:srgbClr val="EFF8FF"/>
              </a:solidFill>
              <a:prstDash val="solid"/>
            </a:ln>
          </c:spPr>
          <c:marker>
            <c:symbol val="none"/>
          </c:marker>
          <c:cat>
            <c:numRef>
              <c:f>'업종별 FA'!$DY$39:$DY$1000</c:f>
              <c:numCache>
                <c:formatCode>m/d/yyyy</c:formatCode>
                <c:ptCount val="962"/>
                <c:pt idx="0">
                  <c:v>46021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46072</c:v>
                </c:pt>
                <c:pt idx="33">
                  <c:v>46073</c:v>
                </c:pt>
                <c:pt idx="34">
                  <c:v>46076</c:v>
                </c:pt>
                <c:pt idx="35">
                  <c:v>46077</c:v>
                </c:pt>
                <c:pt idx="36">
                  <c:v>46078</c:v>
                </c:pt>
                <c:pt idx="37">
                  <c:v>46079</c:v>
                </c:pt>
                <c:pt idx="38">
                  <c:v>46080</c:v>
                </c:pt>
                <c:pt idx="39">
                  <c:v>46084</c:v>
                </c:pt>
                <c:pt idx="40">
                  <c:v>46085</c:v>
                </c:pt>
                <c:pt idx="41">
                  <c:v>46086</c:v>
                </c:pt>
                <c:pt idx="42">
                  <c:v>46087</c:v>
                </c:pt>
                <c:pt idx="43">
                  <c:v>46090</c:v>
                </c:pt>
                <c:pt idx="44">
                  <c:v>46091</c:v>
                </c:pt>
                <c:pt idx="45">
                  <c:v>46092</c:v>
                </c:pt>
                <c:pt idx="46">
                  <c:v>46093</c:v>
                </c:pt>
                <c:pt idx="47">
                  <c:v>46094</c:v>
                </c:pt>
                <c:pt idx="48">
                  <c:v>46097</c:v>
                </c:pt>
                <c:pt idx="49">
                  <c:v>46098</c:v>
                </c:pt>
                <c:pt idx="50">
                  <c:v>46099</c:v>
                </c:pt>
                <c:pt idx="51">
                  <c:v>46100</c:v>
                </c:pt>
                <c:pt idx="52">
                  <c:v>46101</c:v>
                </c:pt>
                <c:pt idx="53">
                  <c:v>46104</c:v>
                </c:pt>
                <c:pt idx="54">
                  <c:v>46105</c:v>
                </c:pt>
                <c:pt idx="55">
                  <c:v>46106</c:v>
                </c:pt>
                <c:pt idx="56">
                  <c:v>46107</c:v>
                </c:pt>
                <c:pt idx="57">
                  <c:v>46108</c:v>
                </c:pt>
                <c:pt idx="58">
                  <c:v>46111</c:v>
                </c:pt>
                <c:pt idx="59">
                  <c:v>46112</c:v>
                </c:pt>
                <c:pt idx="60">
                  <c:v>46113</c:v>
                </c:pt>
                <c:pt idx="61">
                  <c:v>46114</c:v>
                </c:pt>
                <c:pt idx="62">
                  <c:v>46115</c:v>
                </c:pt>
                <c:pt idx="63">
                  <c:v>46118</c:v>
                </c:pt>
                <c:pt idx="64">
                  <c:v>46119</c:v>
                </c:pt>
                <c:pt idx="65">
                  <c:v>46120</c:v>
                </c:pt>
                <c:pt idx="66">
                  <c:v>46121</c:v>
                </c:pt>
                <c:pt idx="67">
                  <c:v>46122</c:v>
                </c:pt>
                <c:pt idx="68">
                  <c:v>46125</c:v>
                </c:pt>
                <c:pt idx="69">
                  <c:v>46126</c:v>
                </c:pt>
                <c:pt idx="70">
                  <c:v>46127</c:v>
                </c:pt>
                <c:pt idx="71">
                  <c:v>46128</c:v>
                </c:pt>
                <c:pt idx="72">
                  <c:v>46129</c:v>
                </c:pt>
                <c:pt idx="73">
                  <c:v>46132</c:v>
                </c:pt>
                <c:pt idx="74">
                  <c:v>46133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46148</c:v>
                </c:pt>
                <c:pt idx="84">
                  <c:v>46149</c:v>
                </c:pt>
                <c:pt idx="85">
                  <c:v>46150</c:v>
                </c:pt>
                <c:pt idx="86">
                  <c:v>46153</c:v>
                </c:pt>
                <c:pt idx="87">
                  <c:v>46154</c:v>
                </c:pt>
                <c:pt idx="88">
                  <c:v>46155</c:v>
                </c:pt>
                <c:pt idx="89">
                  <c:v>46156</c:v>
                </c:pt>
                <c:pt idx="90">
                  <c:v>46157</c:v>
                </c:pt>
                <c:pt idx="91">
                  <c:v>46160</c:v>
                </c:pt>
                <c:pt idx="92">
                  <c:v>46161</c:v>
                </c:pt>
                <c:pt idx="93">
                  <c:v>46162</c:v>
                </c:pt>
                <c:pt idx="94">
                  <c:v>46163</c:v>
                </c:pt>
                <c:pt idx="95">
                  <c:v>46164</c:v>
                </c:pt>
                <c:pt idx="96">
                  <c:v>46168</c:v>
                </c:pt>
                <c:pt idx="97">
                  <c:v>46169</c:v>
                </c:pt>
                <c:pt idx="98">
                  <c:v>46170</c:v>
                </c:pt>
                <c:pt idx="99">
                  <c:v>46171</c:v>
                </c:pt>
                <c:pt idx="100">
                  <c:v>46174</c:v>
                </c:pt>
                <c:pt idx="101">
                  <c:v>46175</c:v>
                </c:pt>
                <c:pt idx="102">
                  <c:v>46177</c:v>
                </c:pt>
                <c:pt idx="103">
                  <c:v>46178</c:v>
                </c:pt>
                <c:pt idx="104">
                  <c:v>46181</c:v>
                </c:pt>
                <c:pt idx="105">
                  <c:v>46182</c:v>
                </c:pt>
                <c:pt idx="106">
                  <c:v>46183</c:v>
                </c:pt>
                <c:pt idx="107">
                  <c:v>46184</c:v>
                </c:pt>
                <c:pt idx="108">
                  <c:v>46185</c:v>
                </c:pt>
                <c:pt idx="109">
                  <c:v>46188</c:v>
                </c:pt>
                <c:pt idx="110">
                  <c:v>46189</c:v>
                </c:pt>
                <c:pt idx="111">
                  <c:v>46190</c:v>
                </c:pt>
                <c:pt idx="112">
                  <c:v>46191</c:v>
                </c:pt>
                <c:pt idx="113">
                  <c:v>46192</c:v>
                </c:pt>
                <c:pt idx="114">
                  <c:v>46195</c:v>
                </c:pt>
                <c:pt idx="115">
                  <c:v>46196</c:v>
                </c:pt>
                <c:pt idx="116">
                  <c:v>46197</c:v>
                </c:pt>
                <c:pt idx="117">
                  <c:v>46198</c:v>
                </c:pt>
                <c:pt idx="118">
                  <c:v>46199</c:v>
                </c:pt>
                <c:pt idx="119">
                  <c:v>46202</c:v>
                </c:pt>
                <c:pt idx="120">
                  <c:v>46203</c:v>
                </c:pt>
                <c:pt idx="121">
                  <c:v>46204</c:v>
                </c:pt>
                <c:pt idx="122">
                  <c:v>46205</c:v>
                </c:pt>
                <c:pt idx="123">
                  <c:v>46206</c:v>
                </c:pt>
                <c:pt idx="124">
                  <c:v>46209</c:v>
                </c:pt>
                <c:pt idx="125">
                  <c:v>46210</c:v>
                </c:pt>
                <c:pt idx="126">
                  <c:v>46211</c:v>
                </c:pt>
                <c:pt idx="127">
                  <c:v>46212</c:v>
                </c:pt>
                <c:pt idx="128">
                  <c:v>46213</c:v>
                </c:pt>
                <c:pt idx="129">
                  <c:v>46216</c:v>
                </c:pt>
                <c:pt idx="130">
                  <c:v>46217</c:v>
                </c:pt>
                <c:pt idx="131">
                  <c:v>46218</c:v>
                </c:pt>
                <c:pt idx="132">
                  <c:v>46219</c:v>
                </c:pt>
                <c:pt idx="133">
                  <c:v>46223</c:v>
                </c:pt>
                <c:pt idx="134">
                  <c:v>46224</c:v>
                </c:pt>
                <c:pt idx="135">
                  <c:v>46225</c:v>
                </c:pt>
                <c:pt idx="136">
                  <c:v>46226</c:v>
                </c:pt>
                <c:pt idx="137">
                  <c:v>46227</c:v>
                </c:pt>
                <c:pt idx="138">
                  <c:v>46230</c:v>
                </c:pt>
                <c:pt idx="139">
                  <c:v>46231</c:v>
                </c:pt>
                <c:pt idx="140">
                  <c:v>46232</c:v>
                </c:pt>
                <c:pt idx="141">
                  <c:v>46233</c:v>
                </c:pt>
                <c:pt idx="142">
                  <c:v>46234</c:v>
                </c:pt>
                <c:pt idx="143">
                  <c:v>46237</c:v>
                </c:pt>
                <c:pt idx="144">
                  <c:v>46238</c:v>
                </c:pt>
                <c:pt idx="145">
                  <c:v>46239</c:v>
                </c:pt>
                <c:pt idx="146">
                  <c:v>46240</c:v>
                </c:pt>
                <c:pt idx="147">
                  <c:v>46241</c:v>
                </c:pt>
                <c:pt idx="148">
                  <c:v>46244</c:v>
                </c:pt>
                <c:pt idx="149">
                  <c:v>46245</c:v>
                </c:pt>
                <c:pt idx="150">
                  <c:v>46246</c:v>
                </c:pt>
                <c:pt idx="151">
                  <c:v>46247</c:v>
                </c:pt>
                <c:pt idx="152">
                  <c:v>46248</c:v>
                </c:pt>
                <c:pt idx="153">
                  <c:v>46252</c:v>
                </c:pt>
                <c:pt idx="154">
                  <c:v>46253</c:v>
                </c:pt>
                <c:pt idx="155">
                  <c:v>46254</c:v>
                </c:pt>
                <c:pt idx="156">
                  <c:v>46255</c:v>
                </c:pt>
                <c:pt idx="157">
                  <c:v>46258</c:v>
                </c:pt>
                <c:pt idx="158">
                  <c:v>46259</c:v>
                </c:pt>
                <c:pt idx="159">
                  <c:v>46260</c:v>
                </c:pt>
                <c:pt idx="160">
                  <c:v>46261</c:v>
                </c:pt>
                <c:pt idx="161">
                  <c:v>46262</c:v>
                </c:pt>
                <c:pt idx="162">
                  <c:v>46265</c:v>
                </c:pt>
                <c:pt idx="163">
                  <c:v>46266</c:v>
                </c:pt>
                <c:pt idx="164">
                  <c:v>46267</c:v>
                </c:pt>
                <c:pt idx="165">
                  <c:v>46268</c:v>
                </c:pt>
                <c:pt idx="166">
                  <c:v>46269</c:v>
                </c:pt>
                <c:pt idx="167">
                  <c:v>46272</c:v>
                </c:pt>
                <c:pt idx="168">
                  <c:v>46273</c:v>
                </c:pt>
                <c:pt idx="169">
                  <c:v>46274</c:v>
                </c:pt>
                <c:pt idx="170">
                  <c:v>46275</c:v>
                </c:pt>
                <c:pt idx="171">
                  <c:v>46276</c:v>
                </c:pt>
                <c:pt idx="172">
                  <c:v>46279</c:v>
                </c:pt>
                <c:pt idx="173">
                  <c:v>46280</c:v>
                </c:pt>
                <c:pt idx="174">
                  <c:v>46281</c:v>
                </c:pt>
                <c:pt idx="175">
                  <c:v>46282</c:v>
                </c:pt>
                <c:pt idx="176">
                  <c:v>46283</c:v>
                </c:pt>
                <c:pt idx="177">
                  <c:v>46286</c:v>
                </c:pt>
                <c:pt idx="178">
                  <c:v>46287</c:v>
                </c:pt>
                <c:pt idx="179">
                  <c:v>46288</c:v>
                </c:pt>
                <c:pt idx="180">
                  <c:v>46293</c:v>
                </c:pt>
                <c:pt idx="181">
                  <c:v>46294</c:v>
                </c:pt>
                <c:pt idx="182">
                  <c:v>46295</c:v>
                </c:pt>
                <c:pt idx="183">
                  <c:v>46296</c:v>
                </c:pt>
                <c:pt idx="184">
                  <c:v>46297</c:v>
                </c:pt>
                <c:pt idx="185">
                  <c:v>46301</c:v>
                </c:pt>
                <c:pt idx="186">
                  <c:v>46302</c:v>
                </c:pt>
                <c:pt idx="187">
                  <c:v>46303</c:v>
                </c:pt>
              </c:numCache>
            </c:numRef>
          </c:cat>
          <c:val>
            <c:numRef>
              <c:f>'업종별 FA'!$DZ$39:$DZ$1000</c:f>
              <c:numCache>
                <c:formatCode>_(* #,##0_);_(* \(#,##0\);_(* "-"_);_(@_)</c:formatCode>
                <c:ptCount val="962"/>
                <c:pt idx="1">
                  <c:v>177440.94</c:v>
                </c:pt>
                <c:pt idx="2">
                  <c:v>177440.94</c:v>
                </c:pt>
                <c:pt idx="3">
                  <c:v>177440.94</c:v>
                </c:pt>
                <c:pt idx="4">
                  <c:v>177440.94</c:v>
                </c:pt>
                <c:pt idx="5">
                  <c:v>177440.94</c:v>
                </c:pt>
                <c:pt idx="6">
                  <c:v>177440.94</c:v>
                </c:pt>
                <c:pt idx="7">
                  <c:v>177440.94</c:v>
                </c:pt>
                <c:pt idx="8">
                  <c:v>177440.94</c:v>
                </c:pt>
                <c:pt idx="9">
                  <c:v>177440.94</c:v>
                </c:pt>
                <c:pt idx="10">
                  <c:v>177440.94</c:v>
                </c:pt>
                <c:pt idx="11">
                  <c:v>177440.94</c:v>
                </c:pt>
                <c:pt idx="12">
                  <c:v>177440.94</c:v>
                </c:pt>
                <c:pt idx="13" formatCode="0_);[Red]\(0\)">
                  <c:v>177440.94</c:v>
                </c:pt>
                <c:pt idx="14" formatCode="0_);[Red]\(0\)">
                  <c:v>177440.94</c:v>
                </c:pt>
                <c:pt idx="15" formatCode="0_);[Red]\(0\)">
                  <c:v>177440.94</c:v>
                </c:pt>
                <c:pt idx="16" formatCode="0_);[Red]\(0\)">
                  <c:v>177440.94</c:v>
                </c:pt>
                <c:pt idx="17" formatCode="0_);[Red]\(0\)">
                  <c:v>177440.94</c:v>
                </c:pt>
                <c:pt idx="18" formatCode="0_);[Red]\(0\)">
                  <c:v>177440.94</c:v>
                </c:pt>
                <c:pt idx="19" formatCode="0_);[Red]\(0\)">
                  <c:v>177440.94</c:v>
                </c:pt>
                <c:pt idx="20" formatCode="0_);[Red]\(0\)">
                  <c:v>177440.94</c:v>
                </c:pt>
                <c:pt idx="21" formatCode="0_);[Red]\(0\)">
                  <c:v>177440.94</c:v>
                </c:pt>
                <c:pt idx="22" formatCode="0_);[Red]\(0\)">
                  <c:v>177440.94</c:v>
                </c:pt>
                <c:pt idx="23" formatCode="0_);[Red]\(0\)">
                  <c:v>177440.94</c:v>
                </c:pt>
                <c:pt idx="24" formatCode="0_);[Red]\(0\)">
                  <c:v>177440.94</c:v>
                </c:pt>
                <c:pt idx="25" formatCode="0_);[Red]\(0\)">
                  <c:v>177440.94</c:v>
                </c:pt>
                <c:pt idx="26" formatCode="0_);[Red]\(0\)">
                  <c:v>177440.94</c:v>
                </c:pt>
                <c:pt idx="27" formatCode="0_);[Red]\(0\)">
                  <c:v>177440.94</c:v>
                </c:pt>
                <c:pt idx="28" formatCode="0_);[Red]\(0\)">
                  <c:v>177440.94</c:v>
                </c:pt>
                <c:pt idx="29" formatCode="0_);[Red]\(0\)">
                  <c:v>177440.94</c:v>
                </c:pt>
                <c:pt idx="30" formatCode="0_);[Red]\(0\)">
                  <c:v>177440.94</c:v>
                </c:pt>
                <c:pt idx="31" formatCode="0_);[Red]\(0\)">
                  <c:v>177440.94</c:v>
                </c:pt>
                <c:pt idx="32" formatCode="0_);[Red]\(0\)">
                  <c:v>177440.94</c:v>
                </c:pt>
                <c:pt idx="33" formatCode="0_);[Red]\(0\)">
                  <c:v>177440.94</c:v>
                </c:pt>
                <c:pt idx="34" formatCode="0_);[Red]\(0\)">
                  <c:v>177440.94</c:v>
                </c:pt>
                <c:pt idx="35" formatCode="0_);[Red]\(0\)">
                  <c:v>177440.94</c:v>
                </c:pt>
                <c:pt idx="36" formatCode="0_);[Red]\(0\)">
                  <c:v>177440.94</c:v>
                </c:pt>
                <c:pt idx="37" formatCode="0_);[Red]\(0\)">
                  <c:v>177440.94</c:v>
                </c:pt>
                <c:pt idx="38" formatCode="0_);[Red]\(0\)">
                  <c:v>177440.94</c:v>
                </c:pt>
                <c:pt idx="39" formatCode="0_);[Red]\(0\)">
                  <c:v>177440.94</c:v>
                </c:pt>
                <c:pt idx="40" formatCode="0_);[Red]\(0\)">
                  <c:v>177440.94</c:v>
                </c:pt>
                <c:pt idx="41" formatCode="0_);[Red]\(0\)">
                  <c:v>177440.94</c:v>
                </c:pt>
                <c:pt idx="42" formatCode="0_);[Red]\(0\)">
                  <c:v>177440.94</c:v>
                </c:pt>
                <c:pt idx="43" formatCode="0_);[Red]\(0\)">
                  <c:v>177440.94</c:v>
                </c:pt>
                <c:pt idx="44" formatCode="0_);[Red]\(0\)">
                  <c:v>177440.94</c:v>
                </c:pt>
                <c:pt idx="45" formatCode="0_);[Red]\(0\)">
                  <c:v>177440.94</c:v>
                </c:pt>
                <c:pt idx="46" formatCode="0_);[Red]\(0\)">
                  <c:v>177440.94</c:v>
                </c:pt>
                <c:pt idx="47" formatCode="0_);[Red]\(0\)">
                  <c:v>177440.94</c:v>
                </c:pt>
                <c:pt idx="48" formatCode="0_);[Red]\(0\)">
                  <c:v>177440.94</c:v>
                </c:pt>
                <c:pt idx="49" formatCode="0_);[Red]\(0\)">
                  <c:v>177440.94</c:v>
                </c:pt>
                <c:pt idx="50" formatCode="0_);[Red]\(0\)">
                  <c:v>177440.94</c:v>
                </c:pt>
                <c:pt idx="51" formatCode="0_);[Red]\(0\)">
                  <c:v>177440.94</c:v>
                </c:pt>
                <c:pt idx="52" formatCode="0_);[Red]\(0\)">
                  <c:v>177440.94</c:v>
                </c:pt>
                <c:pt idx="53" formatCode="0_);[Red]\(0\)">
                  <c:v>177440.94</c:v>
                </c:pt>
                <c:pt idx="54" formatCode="0_);[Red]\(0\)">
                  <c:v>177440.94</c:v>
                </c:pt>
                <c:pt idx="55" formatCode="0_);[Red]\(0\)">
                  <c:v>177440.94</c:v>
                </c:pt>
                <c:pt idx="56" formatCode="0_);[Red]\(0\)">
                  <c:v>177440.94</c:v>
                </c:pt>
                <c:pt idx="57" formatCode="0_);[Red]\(0\)">
                  <c:v>177440.94</c:v>
                </c:pt>
                <c:pt idx="58" formatCode="0_);[Red]\(0\)">
                  <c:v>177440.94</c:v>
                </c:pt>
                <c:pt idx="59" formatCode="0_);[Red]\(0\)">
                  <c:v>177440.94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A74-49FB-B767-382C0EF15E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293792"/>
        <c:axId val="583033728"/>
      </c:lineChart>
      <c:lineChart>
        <c:grouping val="standard"/>
        <c:varyColors val="0"/>
        <c:ser>
          <c:idx val="4"/>
          <c:order val="4"/>
          <c:tx>
            <c:strRef>
              <c:f>'업종별 FA'!$ED$36</c:f>
              <c:strCache>
                <c:ptCount val="1"/>
                <c:pt idx="0">
                  <c:v>2026AS</c:v>
                </c:pt>
              </c:strCache>
            </c:strRef>
          </c:tx>
          <c:spPr>
            <a:ln w="12700">
              <a:solidFill>
                <a:srgbClr val="D9D9D9"/>
              </a:solidFill>
              <a:prstDash val="solid"/>
            </a:ln>
          </c:spPr>
          <c:marker>
            <c:symbol val="none"/>
          </c:marker>
          <c:val>
            <c:numRef>
              <c:f>'업종별 FA'!$ED$39:$ED$1000</c:f>
              <c:numCache>
                <c:formatCode>_(* #,##0_);_(* \(#,##0\);_(* "-"_);_(@_)</c:formatCode>
                <c:ptCount val="962"/>
                <c:pt idx="0">
                  <c:v>427364.91</c:v>
                </c:pt>
                <c:pt idx="1">
                  <c:v>440291.29</c:v>
                </c:pt>
                <c:pt idx="2">
                  <c:v>440291.29</c:v>
                </c:pt>
                <c:pt idx="3">
                  <c:v>440291.29</c:v>
                </c:pt>
                <c:pt idx="4">
                  <c:v>440291.29</c:v>
                </c:pt>
                <c:pt idx="5">
                  <c:v>440291.29</c:v>
                </c:pt>
                <c:pt idx="6">
                  <c:v>473589.03</c:v>
                </c:pt>
                <c:pt idx="7">
                  <c:v>473589.03</c:v>
                </c:pt>
                <c:pt idx="8">
                  <c:v>473589.03</c:v>
                </c:pt>
                <c:pt idx="9">
                  <c:v>473589.03</c:v>
                </c:pt>
                <c:pt idx="10">
                  <c:v>473589.03</c:v>
                </c:pt>
                <c:pt idx="11">
                  <c:v>479802.91</c:v>
                </c:pt>
                <c:pt idx="12">
                  <c:v>479802.91</c:v>
                </c:pt>
                <c:pt idx="13">
                  <c:v>479802.91</c:v>
                </c:pt>
                <c:pt idx="14">
                  <c:v>479802.91</c:v>
                </c:pt>
                <c:pt idx="15">
                  <c:v>479802.91</c:v>
                </c:pt>
                <c:pt idx="16">
                  <c:v>486520.57</c:v>
                </c:pt>
                <c:pt idx="17">
                  <c:v>486520.57</c:v>
                </c:pt>
                <c:pt idx="18">
                  <c:v>486520.57</c:v>
                </c:pt>
                <c:pt idx="19">
                  <c:v>486520.57</c:v>
                </c:pt>
                <c:pt idx="20">
                  <c:v>486520.57</c:v>
                </c:pt>
                <c:pt idx="21">
                  <c:v>564073.28</c:v>
                </c:pt>
                <c:pt idx="22">
                  <c:v>564073.28</c:v>
                </c:pt>
                <c:pt idx="23">
                  <c:v>564073.28</c:v>
                </c:pt>
                <c:pt idx="24">
                  <c:v>564073.28</c:v>
                </c:pt>
                <c:pt idx="25">
                  <c:v>564073.28</c:v>
                </c:pt>
                <c:pt idx="26">
                  <c:v>576853.54</c:v>
                </c:pt>
                <c:pt idx="27">
                  <c:v>576853.54</c:v>
                </c:pt>
                <c:pt idx="28">
                  <c:v>576853.54</c:v>
                </c:pt>
                <c:pt idx="29">
                  <c:v>576853.54</c:v>
                </c:pt>
                <c:pt idx="30">
                  <c:v>576853.54</c:v>
                </c:pt>
                <c:pt idx="31">
                  <c:v>580102.32999999996</c:v>
                </c:pt>
                <c:pt idx="32">
                  <c:v>580102.32999999996</c:v>
                </c:pt>
                <c:pt idx="33" formatCode="#,##0.00">
                  <c:v>579025.42000000004</c:v>
                </c:pt>
                <c:pt idx="34" formatCode="#,##0.00">
                  <c:v>579025.42000000004</c:v>
                </c:pt>
                <c:pt idx="35" formatCode="#,##0.00">
                  <c:v>579025.42000000004</c:v>
                </c:pt>
                <c:pt idx="36" formatCode="#,##0.00">
                  <c:v>579025.42000000004</c:v>
                </c:pt>
                <c:pt idx="37" formatCode="#,##0.00">
                  <c:v>579025.42000000004</c:v>
                </c:pt>
                <c:pt idx="38" formatCode="#,##0.00">
                  <c:v>609287.76</c:v>
                </c:pt>
                <c:pt idx="39" formatCode="#,##0.00">
                  <c:v>609287.76</c:v>
                </c:pt>
                <c:pt idx="40" formatCode="#,##0.00">
                  <c:v>609287.76</c:v>
                </c:pt>
                <c:pt idx="41" formatCode="#,##0.00">
                  <c:v>609287.76</c:v>
                </c:pt>
                <c:pt idx="42" formatCode="#,##0.00">
                  <c:v>615810.94999999995</c:v>
                </c:pt>
                <c:pt idx="43" formatCode="#,##0.00">
                  <c:v>615810.94999999995</c:v>
                </c:pt>
                <c:pt idx="44" formatCode="#,##0.00">
                  <c:v>615810.94999999995</c:v>
                </c:pt>
                <c:pt idx="45" formatCode="#,##0.00">
                  <c:v>615810.94999999995</c:v>
                </c:pt>
                <c:pt idx="46" formatCode="#,##0.00">
                  <c:v>615810.94999999995</c:v>
                </c:pt>
                <c:pt idx="47" formatCode="#,##0.00">
                  <c:v>626415.98</c:v>
                </c:pt>
                <c:pt idx="48" formatCode="#,##0.00">
                  <c:v>626415.98</c:v>
                </c:pt>
                <c:pt idx="49" formatCode="#,##0.00">
                  <c:v>626415.98</c:v>
                </c:pt>
                <c:pt idx="50" formatCode="#,##0.00">
                  <c:v>626415.98</c:v>
                </c:pt>
                <c:pt idx="51" formatCode="#,##0.00">
                  <c:v>626415.98</c:v>
                </c:pt>
                <c:pt idx="52" formatCode="#,##0.00">
                  <c:v>635949.63</c:v>
                </c:pt>
                <c:pt idx="53" formatCode="#,##0.00">
                  <c:v>635949.63</c:v>
                </c:pt>
                <c:pt idx="54" formatCode="#,##0.00">
                  <c:v>635949.63</c:v>
                </c:pt>
                <c:pt idx="55" formatCode="#,##0.00">
                  <c:v>635949.63</c:v>
                </c:pt>
                <c:pt idx="56" formatCode="#,##0.00">
                  <c:v>635949.63</c:v>
                </c:pt>
                <c:pt idx="57" formatCode="#,##0.00">
                  <c:v>644024.99</c:v>
                </c:pt>
                <c:pt idx="58" formatCode="#,##0.00">
                  <c:v>644024.99</c:v>
                </c:pt>
                <c:pt idx="59" formatCode="#,##0.00">
                  <c:v>644024.99</c:v>
                </c:pt>
                <c:pt idx="60" formatCode="#,##0.00">
                  <c:v>644024.99</c:v>
                </c:pt>
                <c:pt idx="61" formatCode="#,##0.00">
                  <c:v>644024.99</c:v>
                </c:pt>
                <c:pt idx="62" formatCode="#,##0.00">
                  <c:v>662982.17000000004</c:v>
                </c:pt>
                <c:pt idx="63" formatCode="#,##0.00">
                  <c:v>662982.17000000004</c:v>
                </c:pt>
                <c:pt idx="64" formatCode="#,##0.00">
                  <c:v>662982.17000000004</c:v>
                </c:pt>
                <c:pt idx="65" formatCode="#,##0.00">
                  <c:v>662982.17000000004</c:v>
                </c:pt>
                <c:pt idx="66" formatCode="#,##0.00">
                  <c:v>662982.17000000004</c:v>
                </c:pt>
                <c:pt idx="67" formatCode="#,##0.00">
                  <c:v>772183.14</c:v>
                </c:pt>
                <c:pt idx="68" formatCode="#,##0.00">
                  <c:v>772183.14</c:v>
                </c:pt>
                <c:pt idx="69" formatCode="#,##0.00">
                  <c:v>772183.14</c:v>
                </c:pt>
                <c:pt idx="70" formatCode="#,##0.00">
                  <c:v>772183.14</c:v>
                </c:pt>
                <c:pt idx="71" formatCode="#,##0.00">
                  <c:v>772183.14</c:v>
                </c:pt>
                <c:pt idx="72" formatCode="#,##0.00">
                  <c:v>778974.98</c:v>
                </c:pt>
                <c:pt idx="73" formatCode="#,##0.00">
                  <c:v>778974.98</c:v>
                </c:pt>
                <c:pt idx="74" formatCode="#,##0.00">
                  <c:v>778974.98</c:v>
                </c:pt>
                <c:pt idx="75" formatCode="#,##0.00">
                  <c:v>778974.98</c:v>
                </c:pt>
                <c:pt idx="76" formatCode="#,##0.00">
                  <c:v>778974.98</c:v>
                </c:pt>
                <c:pt idx="77" formatCode="#,##0.00">
                  <c:v>823341</c:v>
                </c:pt>
                <c:pt idx="78" formatCode="#,##0.00">
                  <c:v>823341</c:v>
                </c:pt>
                <c:pt idx="79" formatCode="#,##0.00">
                  <c:v>823341</c:v>
                </c:pt>
                <c:pt idx="80" formatCode="#,##0.00">
                  <c:v>823341</c:v>
                </c:pt>
                <c:pt idx="81" formatCode="#,##0.00">
                  <c:v>853939.11</c:v>
                </c:pt>
                <c:pt idx="82" formatCode="#,##0.00">
                  <c:v>853939.11</c:v>
                </c:pt>
                <c:pt idx="83" formatCode="#,##0.00">
                  <c:v>853939.11</c:v>
                </c:pt>
                <c:pt idx="84" formatCode="#,##0.00">
                  <c:v>853939.11</c:v>
                </c:pt>
                <c:pt idx="85" formatCode="#,##0.00">
                  <c:v>875250.96</c:v>
                </c:pt>
                <c:pt idx="86" formatCode="#,##0.00">
                  <c:v>875250.96</c:v>
                </c:pt>
                <c:pt idx="87" formatCode="#,##0.00">
                  <c:v>875250.96</c:v>
                </c:pt>
                <c:pt idx="88" formatCode="#,##0.00">
                  <c:v>875250.96</c:v>
                </c:pt>
                <c:pt idx="89" formatCode="#,##0.00">
                  <c:v>875250.96</c:v>
                </c:pt>
                <c:pt idx="90" formatCode="#,##0.00">
                  <c:v>888123.85</c:v>
                </c:pt>
                <c:pt idx="91" formatCode="#,##0.00">
                  <c:v>888123.85</c:v>
                </c:pt>
                <c:pt idx="92" formatCode="#,##0.00">
                  <c:v>888123.85</c:v>
                </c:pt>
                <c:pt idx="93" formatCode="#,##0.00">
                  <c:v>888123.85</c:v>
                </c:pt>
                <c:pt idx="94" formatCode="#,##0.00">
                  <c:v>888123.85</c:v>
                </c:pt>
                <c:pt idx="95" formatCode="#,##0.00">
                  <c:v>910343.75</c:v>
                </c:pt>
                <c:pt idx="96" formatCode="#,##0.00">
                  <c:v>910343.75</c:v>
                </c:pt>
                <c:pt idx="97" formatCode="#,##0.00">
                  <c:v>910343.75</c:v>
                </c:pt>
                <c:pt idx="98" formatCode="#,##0.00">
                  <c:v>910343.75</c:v>
                </c:pt>
                <c:pt idx="99" formatCode="#,##0.00">
                  <c:v>910541.55</c:v>
                </c:pt>
                <c:pt idx="100" formatCode="#,##0.00">
                  <c:v>910541.55</c:v>
                </c:pt>
                <c:pt idx="101" formatCode="#,##0.00">
                  <c:v>910541.55</c:v>
                </c:pt>
                <c:pt idx="102" formatCode="#,##0.00">
                  <c:v>910541.55</c:v>
                </c:pt>
                <c:pt idx="103" formatCode="#,##0.00">
                  <c:v>913425.04</c:v>
                </c:pt>
                <c:pt idx="104" formatCode="#,##0.00">
                  <c:v>913425.04</c:v>
                </c:pt>
                <c:pt idx="105" formatCode="#,##0.00">
                  <c:v>913425.04</c:v>
                </c:pt>
                <c:pt idx="106" formatCode="#,##0.00">
                  <c:v>913425.04</c:v>
                </c:pt>
                <c:pt idx="107" formatCode="#,##0.00">
                  <c:v>913425.04</c:v>
                </c:pt>
                <c:pt idx="108" formatCode="#,##0.00">
                  <c:v>922656.37</c:v>
                </c:pt>
                <c:pt idx="109" formatCode="#,##0.00">
                  <c:v>922656.37</c:v>
                </c:pt>
                <c:pt idx="110" formatCode="#,##0.00">
                  <c:v>922656.37</c:v>
                </c:pt>
                <c:pt idx="111" formatCode="#,##0.00">
                  <c:v>922656.37</c:v>
                </c:pt>
                <c:pt idx="112" formatCode="#,##0.00">
                  <c:v>922656.37</c:v>
                </c:pt>
                <c:pt idx="113" formatCode="#,##0.00">
                  <c:v>929755.02</c:v>
                </c:pt>
                <c:pt idx="114" formatCode="#,##0.00">
                  <c:v>929755.02</c:v>
                </c:pt>
                <c:pt idx="115" formatCode="#,##0.00">
                  <c:v>929755.02</c:v>
                </c:pt>
                <c:pt idx="116" formatCode="#,##0.00">
                  <c:v>929755.02</c:v>
                </c:pt>
                <c:pt idx="117" formatCode="#,##0.00">
                  <c:v>929755.02</c:v>
                </c:pt>
                <c:pt idx="118" formatCode="#,##0.00">
                  <c:v>936716.38</c:v>
                </c:pt>
                <c:pt idx="119" formatCode="#,##0.00">
                  <c:v>936716.38</c:v>
                </c:pt>
                <c:pt idx="120" formatCode="#,##0.00">
                  <c:v>936716.38</c:v>
                </c:pt>
                <c:pt idx="121" formatCode="#,##0.00">
                  <c:v>936716.38</c:v>
                </c:pt>
                <c:pt idx="122" formatCode="#,##0.00">
                  <c:v>936716.38</c:v>
                </c:pt>
                <c:pt idx="123" formatCode="0.0%">
                  <c:v>956537.36</c:v>
                </c:pt>
                <c:pt idx="124" formatCode="#,##0.00">
                  <c:v>956537.36</c:v>
                </c:pt>
                <c:pt idx="125" formatCode="#,##0.00">
                  <c:v>956537.36</c:v>
                </c:pt>
                <c:pt idx="126" formatCode="#,##0.00">
                  <c:v>956537.36</c:v>
                </c:pt>
                <c:pt idx="127" formatCode="#,##0.00">
                  <c:v>956537.36</c:v>
                </c:pt>
                <c:pt idx="128" formatCode="0.00%">
                  <c:v>970857.67</c:v>
                </c:pt>
                <c:pt idx="129" formatCode="#,##0.00">
                  <c:v>970857.67</c:v>
                </c:pt>
                <c:pt idx="130" formatCode="#,##0.00">
                  <c:v>970857.67</c:v>
                </c:pt>
                <c:pt idx="131" formatCode="#,##0.00">
                  <c:v>970857.67</c:v>
                </c:pt>
                <c:pt idx="132" formatCode="#,##0.00">
                  <c:v>968887.1</c:v>
                </c:pt>
                <c:pt idx="133" formatCode="#,##0.00">
                  <c:v>968887.1</c:v>
                </c:pt>
                <c:pt idx="134" formatCode="#,##0.00">
                  <c:v>968887.1</c:v>
                </c:pt>
                <c:pt idx="135" formatCode="#,##0.00">
                  <c:v>968887.1</c:v>
                </c:pt>
                <c:pt idx="136" formatCode="#,##0.00">
                  <c:v>968887.1</c:v>
                </c:pt>
                <c:pt idx="137" formatCode="#,##0.00">
                  <c:v>967918.96</c:v>
                </c:pt>
                <c:pt idx="138" formatCode="#,##0.00">
                  <c:v>967918.96</c:v>
                </c:pt>
                <c:pt idx="139" formatCode="0.0%">
                  <c:v>967918.96</c:v>
                </c:pt>
                <c:pt idx="140" formatCode="#,##0.00">
                  <c:v>967918.96</c:v>
                </c:pt>
                <c:pt idx="141" formatCode="#,##0.00">
                  <c:v>967918.96</c:v>
                </c:pt>
                <c:pt idx="142" formatCode="#,##0.00">
                  <c:v>974915.9</c:v>
                </c:pt>
                <c:pt idx="143" formatCode="#,##0.00">
                  <c:v>974915.9</c:v>
                </c:pt>
                <c:pt idx="144" formatCode="#,##0.00">
                  <c:v>974915.9</c:v>
                </c:pt>
                <c:pt idx="145" formatCode="0.0%">
                  <c:v>974915.9</c:v>
                </c:pt>
                <c:pt idx="146" formatCode="#,##0.00">
                  <c:v>974915.9</c:v>
                </c:pt>
                <c:pt idx="147" formatCode="#,##0.00">
                  <c:v>978890.3</c:v>
                </c:pt>
                <c:pt idx="148" formatCode="#,##0.00">
                  <c:v>978890.3</c:v>
                </c:pt>
                <c:pt idx="149" formatCode="#,##0.00">
                  <c:v>978890.3</c:v>
                </c:pt>
                <c:pt idx="150" formatCode="#,##0.00">
                  <c:v>978890.3</c:v>
                </c:pt>
                <c:pt idx="151" formatCode="#,##0.00">
                  <c:v>978890.3</c:v>
                </c:pt>
                <c:pt idx="152" formatCode="#,##0.00">
                  <c:v>981482.76</c:v>
                </c:pt>
                <c:pt idx="153" formatCode="#,##0.00">
                  <c:v>981482.76</c:v>
                </c:pt>
                <c:pt idx="154" formatCode="0.00%">
                  <c:v>981482.76</c:v>
                </c:pt>
                <c:pt idx="155" formatCode="#,##0.00">
                  <c:v>981482.76</c:v>
                </c:pt>
                <c:pt idx="156" formatCode="#,##0.00">
                  <c:v>988220.53</c:v>
                </c:pt>
                <c:pt idx="157" formatCode="#,##0.00">
                  <c:v>988220.53</c:v>
                </c:pt>
                <c:pt idx="158" formatCode="#,##0.00">
                  <c:v>988220.53</c:v>
                </c:pt>
                <c:pt idx="159" formatCode="0.0%">
                  <c:v>988220.53</c:v>
                </c:pt>
                <c:pt idx="160" formatCode="#,##0.00">
                  <c:v>988220.53</c:v>
                </c:pt>
                <c:pt idx="161" formatCode="#,##0.00">
                  <c:v>989268.57</c:v>
                </c:pt>
                <c:pt idx="162" formatCode="#,##0.00">
                  <c:v>989268.57</c:v>
                </c:pt>
                <c:pt idx="163" formatCode="#,##0.00">
                  <c:v>989268.57</c:v>
                </c:pt>
                <c:pt idx="164">
                  <c:v>989268.57</c:v>
                </c:pt>
                <c:pt idx="165" formatCode="#,##0.00">
                  <c:v>989268.57</c:v>
                </c:pt>
                <c:pt idx="166" formatCode="#,##0.00">
                  <c:v>989648.09</c:v>
                </c:pt>
                <c:pt idx="167" formatCode="#,##0.00">
                  <c:v>989648.09</c:v>
                </c:pt>
                <c:pt idx="168" formatCode="#,##0.00">
                  <c:v>989648.09</c:v>
                </c:pt>
                <c:pt idx="169" formatCode="#,##0.00">
                  <c:v>989648.09</c:v>
                </c:pt>
                <c:pt idx="170" formatCode="0.00%">
                  <c:v>989648.09</c:v>
                </c:pt>
                <c:pt idx="171" formatCode="#,##0.00">
                  <c:v>987069.21</c:v>
                </c:pt>
                <c:pt idx="172" formatCode="0.00%">
                  <c:v>987069.21</c:v>
                </c:pt>
                <c:pt idx="173" formatCode="#,##0.00">
                  <c:v>987069.21</c:v>
                </c:pt>
                <c:pt idx="174" formatCode="#,##0.00">
                  <c:v>987069.21</c:v>
                </c:pt>
                <c:pt idx="175" formatCode="#,##0.00">
                  <c:v>987069.21</c:v>
                </c:pt>
                <c:pt idx="176" formatCode="#,##0.00">
                  <c:v>988431.98</c:v>
                </c:pt>
                <c:pt idx="177" formatCode="0.00%">
                  <c:v>988431.98</c:v>
                </c:pt>
                <c:pt idx="178" formatCode="#,##0.00">
                  <c:v>988431.98</c:v>
                </c:pt>
                <c:pt idx="179" formatCode="#,##0.00">
                  <c:v>989177.35</c:v>
                </c:pt>
                <c:pt idx="180" formatCode="#,##0.00">
                  <c:v>989177.35</c:v>
                </c:pt>
                <c:pt idx="181" formatCode="#,##0.00">
                  <c:v>989177.35</c:v>
                </c:pt>
                <c:pt idx="182" formatCode="0.0%">
                  <c:v>989177.35</c:v>
                </c:pt>
                <c:pt idx="183" formatCode="#,##0.00">
                  <c:v>983384.19</c:v>
                </c:pt>
                <c:pt idx="184" formatCode="#,##0.00">
                  <c:v>980786.8</c:v>
                </c:pt>
                <c:pt idx="185" formatCode="#,##0.00">
                  <c:v>978320.16</c:v>
                </c:pt>
                <c:pt idx="186" formatCode="#,##0.00">
                  <c:v>967930.68</c:v>
                </c:pt>
                <c:pt idx="187" formatCode="#,##0.00">
                  <c:v>968466.34</c:v>
                </c:pt>
                <c:pt idx="188" formatCode="#,##0.00">
                  <c:v>1.2661344376635881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A74-49FB-B767-382C0EF15E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3035688"/>
        <c:axId val="583036080"/>
      </c:lineChart>
      <c:dateAx>
        <c:axId val="38293792"/>
        <c:scaling>
          <c:orientation val="minMax"/>
        </c:scaling>
        <c:delete val="0"/>
        <c:axPos val="b"/>
        <c:numFmt formatCode="yy\.m" sourceLinked="0"/>
        <c:majorTickMark val="out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0" vert="horz"/>
          <a:lstStyle/>
          <a:p>
            <a:pPr>
              <a:defRPr/>
            </a:pPr>
            <a:endParaRPr lang="ko-KR"/>
          </a:p>
        </c:txPr>
        <c:crossAx val="583033728"/>
        <c:crosses val="autoZero"/>
        <c:auto val="1"/>
        <c:lblOffset val="100"/>
        <c:baseTimeUnit val="days"/>
      </c:dateAx>
      <c:valAx>
        <c:axId val="583033728"/>
        <c:scaling>
          <c:orientation val="minMax"/>
          <c:min val="40000"/>
        </c:scaling>
        <c:delete val="0"/>
        <c:axPos val="l"/>
        <c:numFmt formatCode="_(* #,##0_);_(* \(#,##0\);_(* &quot;-&quot;_);_(@_)" sourceLinked="1"/>
        <c:majorTickMark val="out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38293792"/>
        <c:crosses val="autoZero"/>
        <c:crossBetween val="between"/>
      </c:valAx>
      <c:valAx>
        <c:axId val="583036080"/>
        <c:scaling>
          <c:orientation val="minMax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crossAx val="583035688"/>
        <c:crosses val="max"/>
        <c:crossBetween val="between"/>
      </c:valAx>
      <c:catAx>
        <c:axId val="583035688"/>
        <c:scaling>
          <c:orientation val="minMax"/>
        </c:scaling>
        <c:delete val="1"/>
        <c:axPos val="b"/>
        <c:majorTickMark val="out"/>
        <c:minorTickMark val="none"/>
        <c:tickLblPos val="nextTo"/>
        <c:crossAx val="583036080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12404114168939376"/>
          <c:y val="8.301358938994817E-2"/>
          <c:w val="0.6300027777777778"/>
          <c:h val="0.16110005612054806"/>
        </c:manualLayout>
      </c:layout>
      <c:overlay val="0"/>
      <c:spPr>
        <a:noFill/>
        <a:ln w="25400">
          <a:noFill/>
        </a:ln>
        <a:effectLst/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25400">
      <a:noFill/>
    </a:ln>
    <a:effectLst/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ko-KR"/>
              <a:t>당기순이익</a:t>
            </a:r>
            <a:r>
              <a:rPr lang="en-US"/>
              <a:t>(</a:t>
            </a:r>
            <a:r>
              <a:rPr lang="ko-KR"/>
              <a:t>지배</a:t>
            </a:r>
            <a:r>
              <a:rPr lang="en-US"/>
              <a:t>)</a:t>
            </a:r>
            <a:endParaRPr lang="ko-KR"/>
          </a:p>
        </c:rich>
      </c:tx>
      <c:layout>
        <c:manualLayout>
          <c:xMode val="edge"/>
          <c:yMode val="edge"/>
          <c:x val="0.39435735735735733"/>
          <c:y val="0"/>
        </c:manualLayout>
      </c:layout>
      <c:overlay val="0"/>
    </c:title>
    <c:autoTitleDeleted val="0"/>
    <c:plotArea>
      <c:layout>
        <c:manualLayout>
          <c:xMode val="edge"/>
          <c:yMode val="edge"/>
          <c:x val="1.5878207397894376E-2"/>
          <c:y val="0.11266129988635823"/>
          <c:w val="0.97098413879603673"/>
          <c:h val="0.8873387001136418"/>
        </c:manualLayout>
      </c:layout>
      <c:lineChart>
        <c:grouping val="standard"/>
        <c:varyColors val="0"/>
        <c:ser>
          <c:idx val="1"/>
          <c:order val="0"/>
          <c:tx>
            <c:strRef>
              <c:f>'업종별 FA'!$DZ$19</c:f>
              <c:strCache>
                <c:ptCount val="1"/>
                <c:pt idx="0">
                  <c:v>2Q26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none"/>
          </c:marker>
          <c:cat>
            <c:numRef>
              <c:f>'업종별 FA'!$DY$39:$DY$1000</c:f>
              <c:numCache>
                <c:formatCode>m/d/yyyy</c:formatCode>
                <c:ptCount val="962"/>
                <c:pt idx="0">
                  <c:v>46021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46072</c:v>
                </c:pt>
                <c:pt idx="33">
                  <c:v>46073</c:v>
                </c:pt>
                <c:pt idx="34">
                  <c:v>46076</c:v>
                </c:pt>
                <c:pt idx="35">
                  <c:v>46077</c:v>
                </c:pt>
                <c:pt idx="36">
                  <c:v>46078</c:v>
                </c:pt>
                <c:pt idx="37">
                  <c:v>46079</c:v>
                </c:pt>
                <c:pt idx="38">
                  <c:v>46080</c:v>
                </c:pt>
                <c:pt idx="39">
                  <c:v>46084</c:v>
                </c:pt>
                <c:pt idx="40">
                  <c:v>46085</c:v>
                </c:pt>
                <c:pt idx="41">
                  <c:v>46086</c:v>
                </c:pt>
                <c:pt idx="42">
                  <c:v>46087</c:v>
                </c:pt>
                <c:pt idx="43">
                  <c:v>46090</c:v>
                </c:pt>
                <c:pt idx="44">
                  <c:v>46091</c:v>
                </c:pt>
                <c:pt idx="45">
                  <c:v>46092</c:v>
                </c:pt>
                <c:pt idx="46">
                  <c:v>46093</c:v>
                </c:pt>
                <c:pt idx="47">
                  <c:v>46094</c:v>
                </c:pt>
                <c:pt idx="48">
                  <c:v>46097</c:v>
                </c:pt>
                <c:pt idx="49">
                  <c:v>46098</c:v>
                </c:pt>
                <c:pt idx="50">
                  <c:v>46099</c:v>
                </c:pt>
                <c:pt idx="51">
                  <c:v>46100</c:v>
                </c:pt>
                <c:pt idx="52">
                  <c:v>46101</c:v>
                </c:pt>
                <c:pt idx="53">
                  <c:v>46104</c:v>
                </c:pt>
                <c:pt idx="54">
                  <c:v>46105</c:v>
                </c:pt>
                <c:pt idx="55">
                  <c:v>46106</c:v>
                </c:pt>
                <c:pt idx="56">
                  <c:v>46107</c:v>
                </c:pt>
                <c:pt idx="57">
                  <c:v>46108</c:v>
                </c:pt>
                <c:pt idx="58">
                  <c:v>46111</c:v>
                </c:pt>
                <c:pt idx="59">
                  <c:v>46112</c:v>
                </c:pt>
                <c:pt idx="60">
                  <c:v>46113</c:v>
                </c:pt>
                <c:pt idx="61">
                  <c:v>46114</c:v>
                </c:pt>
                <c:pt idx="62">
                  <c:v>46115</c:v>
                </c:pt>
                <c:pt idx="63">
                  <c:v>46118</c:v>
                </c:pt>
                <c:pt idx="64">
                  <c:v>46119</c:v>
                </c:pt>
                <c:pt idx="65">
                  <c:v>46120</c:v>
                </c:pt>
                <c:pt idx="66">
                  <c:v>46121</c:v>
                </c:pt>
                <c:pt idx="67">
                  <c:v>46122</c:v>
                </c:pt>
                <c:pt idx="68">
                  <c:v>46125</c:v>
                </c:pt>
                <c:pt idx="69">
                  <c:v>46126</c:v>
                </c:pt>
                <c:pt idx="70">
                  <c:v>46127</c:v>
                </c:pt>
                <c:pt idx="71">
                  <c:v>46128</c:v>
                </c:pt>
                <c:pt idx="72">
                  <c:v>46129</c:v>
                </c:pt>
                <c:pt idx="73">
                  <c:v>46132</c:v>
                </c:pt>
                <c:pt idx="74">
                  <c:v>46133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46148</c:v>
                </c:pt>
                <c:pt idx="84">
                  <c:v>46149</c:v>
                </c:pt>
                <c:pt idx="85">
                  <c:v>46150</c:v>
                </c:pt>
                <c:pt idx="86">
                  <c:v>46153</c:v>
                </c:pt>
                <c:pt idx="87">
                  <c:v>46154</c:v>
                </c:pt>
                <c:pt idx="88">
                  <c:v>46155</c:v>
                </c:pt>
                <c:pt idx="89">
                  <c:v>46156</c:v>
                </c:pt>
                <c:pt idx="90">
                  <c:v>46157</c:v>
                </c:pt>
                <c:pt idx="91">
                  <c:v>46160</c:v>
                </c:pt>
                <c:pt idx="92">
                  <c:v>46161</c:v>
                </c:pt>
                <c:pt idx="93">
                  <c:v>46162</c:v>
                </c:pt>
                <c:pt idx="94">
                  <c:v>46163</c:v>
                </c:pt>
                <c:pt idx="95">
                  <c:v>46164</c:v>
                </c:pt>
                <c:pt idx="96">
                  <c:v>46168</c:v>
                </c:pt>
                <c:pt idx="97">
                  <c:v>46169</c:v>
                </c:pt>
                <c:pt idx="98">
                  <c:v>46170</c:v>
                </c:pt>
                <c:pt idx="99">
                  <c:v>46171</c:v>
                </c:pt>
                <c:pt idx="100">
                  <c:v>46174</c:v>
                </c:pt>
                <c:pt idx="101">
                  <c:v>46175</c:v>
                </c:pt>
                <c:pt idx="102">
                  <c:v>46177</c:v>
                </c:pt>
                <c:pt idx="103">
                  <c:v>46178</c:v>
                </c:pt>
                <c:pt idx="104">
                  <c:v>46181</c:v>
                </c:pt>
                <c:pt idx="105">
                  <c:v>46182</c:v>
                </c:pt>
                <c:pt idx="106">
                  <c:v>46183</c:v>
                </c:pt>
                <c:pt idx="107">
                  <c:v>46184</c:v>
                </c:pt>
                <c:pt idx="108">
                  <c:v>46185</c:v>
                </c:pt>
                <c:pt idx="109">
                  <c:v>46188</c:v>
                </c:pt>
                <c:pt idx="110">
                  <c:v>46189</c:v>
                </c:pt>
                <c:pt idx="111">
                  <c:v>46190</c:v>
                </c:pt>
                <c:pt idx="112">
                  <c:v>46191</c:v>
                </c:pt>
                <c:pt idx="113">
                  <c:v>46192</c:v>
                </c:pt>
                <c:pt idx="114">
                  <c:v>46195</c:v>
                </c:pt>
                <c:pt idx="115">
                  <c:v>46196</c:v>
                </c:pt>
                <c:pt idx="116">
                  <c:v>46197</c:v>
                </c:pt>
                <c:pt idx="117">
                  <c:v>46198</c:v>
                </c:pt>
                <c:pt idx="118">
                  <c:v>46199</c:v>
                </c:pt>
                <c:pt idx="119">
                  <c:v>46202</c:v>
                </c:pt>
                <c:pt idx="120">
                  <c:v>46203</c:v>
                </c:pt>
                <c:pt idx="121">
                  <c:v>46204</c:v>
                </c:pt>
                <c:pt idx="122">
                  <c:v>46205</c:v>
                </c:pt>
                <c:pt idx="123">
                  <c:v>46206</c:v>
                </c:pt>
                <c:pt idx="124">
                  <c:v>46209</c:v>
                </c:pt>
                <c:pt idx="125">
                  <c:v>46210</c:v>
                </c:pt>
                <c:pt idx="126">
                  <c:v>46211</c:v>
                </c:pt>
                <c:pt idx="127">
                  <c:v>46212</c:v>
                </c:pt>
                <c:pt idx="128">
                  <c:v>46213</c:v>
                </c:pt>
                <c:pt idx="129">
                  <c:v>46216</c:v>
                </c:pt>
                <c:pt idx="130">
                  <c:v>46217</c:v>
                </c:pt>
                <c:pt idx="131">
                  <c:v>46218</c:v>
                </c:pt>
                <c:pt idx="132">
                  <c:v>46219</c:v>
                </c:pt>
                <c:pt idx="133">
                  <c:v>46223</c:v>
                </c:pt>
                <c:pt idx="134">
                  <c:v>46224</c:v>
                </c:pt>
                <c:pt idx="135">
                  <c:v>46225</c:v>
                </c:pt>
                <c:pt idx="136">
                  <c:v>46226</c:v>
                </c:pt>
                <c:pt idx="137">
                  <c:v>46227</c:v>
                </c:pt>
                <c:pt idx="138">
                  <c:v>46230</c:v>
                </c:pt>
                <c:pt idx="139">
                  <c:v>46231</c:v>
                </c:pt>
                <c:pt idx="140">
                  <c:v>46232</c:v>
                </c:pt>
                <c:pt idx="141">
                  <c:v>46233</c:v>
                </c:pt>
                <c:pt idx="142">
                  <c:v>46234</c:v>
                </c:pt>
                <c:pt idx="143">
                  <c:v>46237</c:v>
                </c:pt>
                <c:pt idx="144">
                  <c:v>46238</c:v>
                </c:pt>
                <c:pt idx="145">
                  <c:v>46239</c:v>
                </c:pt>
                <c:pt idx="146">
                  <c:v>46240</c:v>
                </c:pt>
                <c:pt idx="147">
                  <c:v>46241</c:v>
                </c:pt>
                <c:pt idx="148">
                  <c:v>46244</c:v>
                </c:pt>
                <c:pt idx="149">
                  <c:v>46245</c:v>
                </c:pt>
                <c:pt idx="150">
                  <c:v>46246</c:v>
                </c:pt>
                <c:pt idx="151">
                  <c:v>46247</c:v>
                </c:pt>
                <c:pt idx="152">
                  <c:v>46248</c:v>
                </c:pt>
                <c:pt idx="153">
                  <c:v>46252</c:v>
                </c:pt>
                <c:pt idx="154">
                  <c:v>46253</c:v>
                </c:pt>
                <c:pt idx="155">
                  <c:v>46254</c:v>
                </c:pt>
                <c:pt idx="156">
                  <c:v>46255</c:v>
                </c:pt>
                <c:pt idx="157">
                  <c:v>46258</c:v>
                </c:pt>
                <c:pt idx="158">
                  <c:v>46259</c:v>
                </c:pt>
                <c:pt idx="159">
                  <c:v>46260</c:v>
                </c:pt>
                <c:pt idx="160">
                  <c:v>46261</c:v>
                </c:pt>
                <c:pt idx="161">
                  <c:v>46262</c:v>
                </c:pt>
                <c:pt idx="162">
                  <c:v>46265</c:v>
                </c:pt>
                <c:pt idx="163">
                  <c:v>46266</c:v>
                </c:pt>
                <c:pt idx="164">
                  <c:v>46267</c:v>
                </c:pt>
                <c:pt idx="165">
                  <c:v>46268</c:v>
                </c:pt>
                <c:pt idx="166">
                  <c:v>46269</c:v>
                </c:pt>
                <c:pt idx="167">
                  <c:v>46272</c:v>
                </c:pt>
                <c:pt idx="168">
                  <c:v>46273</c:v>
                </c:pt>
                <c:pt idx="169">
                  <c:v>46274</c:v>
                </c:pt>
                <c:pt idx="170">
                  <c:v>46275</c:v>
                </c:pt>
                <c:pt idx="171">
                  <c:v>46276</c:v>
                </c:pt>
                <c:pt idx="172">
                  <c:v>46279</c:v>
                </c:pt>
                <c:pt idx="173">
                  <c:v>46280</c:v>
                </c:pt>
                <c:pt idx="174">
                  <c:v>46281</c:v>
                </c:pt>
                <c:pt idx="175">
                  <c:v>46282</c:v>
                </c:pt>
                <c:pt idx="176">
                  <c:v>46283</c:v>
                </c:pt>
                <c:pt idx="177">
                  <c:v>46286</c:v>
                </c:pt>
                <c:pt idx="178">
                  <c:v>46287</c:v>
                </c:pt>
                <c:pt idx="179">
                  <c:v>46288</c:v>
                </c:pt>
                <c:pt idx="180">
                  <c:v>46293</c:v>
                </c:pt>
                <c:pt idx="181">
                  <c:v>46294</c:v>
                </c:pt>
                <c:pt idx="182">
                  <c:v>46295</c:v>
                </c:pt>
                <c:pt idx="183">
                  <c:v>46296</c:v>
                </c:pt>
                <c:pt idx="184">
                  <c:v>46297</c:v>
                </c:pt>
                <c:pt idx="185">
                  <c:v>46301</c:v>
                </c:pt>
                <c:pt idx="186">
                  <c:v>46302</c:v>
                </c:pt>
                <c:pt idx="187">
                  <c:v>46303</c:v>
                </c:pt>
              </c:numCache>
            </c:numRef>
          </c:cat>
          <c:val>
            <c:numRef>
              <c:f>'업종별 FA'!$EF$39:$EF$1000</c:f>
              <c:numCache>
                <c:formatCode>_(* #,##0_);_(* \(#,##0\);_(* "-"_);_(@_)</c:formatCode>
                <c:ptCount val="962"/>
                <c:pt idx="0">
                  <c:v>68841.210000000006</c:v>
                </c:pt>
                <c:pt idx="1">
                  <c:v>71367.070000000007</c:v>
                </c:pt>
                <c:pt idx="2">
                  <c:v>71367.070000000007</c:v>
                </c:pt>
                <c:pt idx="3">
                  <c:v>71367.070000000007</c:v>
                </c:pt>
                <c:pt idx="4">
                  <c:v>71367.070000000007</c:v>
                </c:pt>
                <c:pt idx="5">
                  <c:v>71367.070000000007</c:v>
                </c:pt>
                <c:pt idx="6">
                  <c:v>76232.91</c:v>
                </c:pt>
                <c:pt idx="7">
                  <c:v>76232.91</c:v>
                </c:pt>
                <c:pt idx="8">
                  <c:v>76232.91</c:v>
                </c:pt>
                <c:pt idx="9">
                  <c:v>76232.91</c:v>
                </c:pt>
                <c:pt idx="10">
                  <c:v>76232.91</c:v>
                </c:pt>
                <c:pt idx="11">
                  <c:v>77487.67</c:v>
                </c:pt>
                <c:pt idx="12">
                  <c:v>77487.67</c:v>
                </c:pt>
                <c:pt idx="13">
                  <c:v>77487.67</c:v>
                </c:pt>
                <c:pt idx="14">
                  <c:v>77487.67</c:v>
                </c:pt>
                <c:pt idx="15">
                  <c:v>77487.67</c:v>
                </c:pt>
                <c:pt idx="16">
                  <c:v>79671.320000000007</c:v>
                </c:pt>
                <c:pt idx="17">
                  <c:v>79671.320000000007</c:v>
                </c:pt>
                <c:pt idx="18">
                  <c:v>79671.320000000007</c:v>
                </c:pt>
                <c:pt idx="19">
                  <c:v>79671.320000000007</c:v>
                </c:pt>
                <c:pt idx="20">
                  <c:v>79671.320000000007</c:v>
                </c:pt>
                <c:pt idx="21">
                  <c:v>100624.95</c:v>
                </c:pt>
                <c:pt idx="22">
                  <c:v>100624.95</c:v>
                </c:pt>
                <c:pt idx="23">
                  <c:v>100624.95</c:v>
                </c:pt>
                <c:pt idx="24">
                  <c:v>100624.95</c:v>
                </c:pt>
                <c:pt idx="25">
                  <c:v>100624.95</c:v>
                </c:pt>
                <c:pt idx="26">
                  <c:v>101625.21</c:v>
                </c:pt>
                <c:pt idx="27">
                  <c:v>101625.21</c:v>
                </c:pt>
                <c:pt idx="28">
                  <c:v>101625.21</c:v>
                </c:pt>
                <c:pt idx="29">
                  <c:v>101625.21</c:v>
                </c:pt>
                <c:pt idx="30">
                  <c:v>101625.21</c:v>
                </c:pt>
                <c:pt idx="31">
                  <c:v>103799.57</c:v>
                </c:pt>
                <c:pt idx="32">
                  <c:v>103799.57</c:v>
                </c:pt>
                <c:pt idx="33" formatCode="#,##0.00">
                  <c:v>103930.89</c:v>
                </c:pt>
                <c:pt idx="34" formatCode="#,##0.00">
                  <c:v>103930.89</c:v>
                </c:pt>
                <c:pt idx="35" formatCode="#,##0.00">
                  <c:v>103930.89</c:v>
                </c:pt>
                <c:pt idx="36" formatCode="#,##0.00">
                  <c:v>103930.89</c:v>
                </c:pt>
                <c:pt idx="37" formatCode="#,##0.00">
                  <c:v>103930.89</c:v>
                </c:pt>
                <c:pt idx="38" formatCode="#,##0.00">
                  <c:v>108073.96</c:v>
                </c:pt>
                <c:pt idx="39" formatCode="#,##0.00">
                  <c:v>108073.96</c:v>
                </c:pt>
                <c:pt idx="40" formatCode="#,##0.00">
                  <c:v>108073.96</c:v>
                </c:pt>
                <c:pt idx="41" formatCode="#,##0.00">
                  <c:v>108073.96</c:v>
                </c:pt>
                <c:pt idx="42" formatCode="#,##0.00">
                  <c:v>108567.48</c:v>
                </c:pt>
                <c:pt idx="43" formatCode="#,##0.00">
                  <c:v>108567.48</c:v>
                </c:pt>
                <c:pt idx="44" formatCode="#,##0.00">
                  <c:v>108567.48</c:v>
                </c:pt>
                <c:pt idx="45" formatCode="#,##0.00">
                  <c:v>108567.48</c:v>
                </c:pt>
                <c:pt idx="46" formatCode="#,##0.00">
                  <c:v>108567.48</c:v>
                </c:pt>
                <c:pt idx="47" formatCode="#,##0.00">
                  <c:v>112852.77</c:v>
                </c:pt>
                <c:pt idx="48" formatCode="#,##0.00">
                  <c:v>112852.77</c:v>
                </c:pt>
                <c:pt idx="49" formatCode="#,##0.00">
                  <c:v>112852.77</c:v>
                </c:pt>
                <c:pt idx="50" formatCode="#,##0.00">
                  <c:v>112852.77</c:v>
                </c:pt>
                <c:pt idx="51" formatCode="#,##0.00">
                  <c:v>112852.77</c:v>
                </c:pt>
                <c:pt idx="52" formatCode="#,##0.00">
                  <c:v>113115.52</c:v>
                </c:pt>
                <c:pt idx="53" formatCode="#,##0.00">
                  <c:v>113115.52</c:v>
                </c:pt>
                <c:pt idx="54" formatCode="#,##0.00">
                  <c:v>113115.52</c:v>
                </c:pt>
                <c:pt idx="55" formatCode="#,##0.00">
                  <c:v>113115.52</c:v>
                </c:pt>
                <c:pt idx="56" formatCode="#,##0.00">
                  <c:v>113115.52</c:v>
                </c:pt>
                <c:pt idx="57" formatCode="#,##0.00">
                  <c:v>113255.78</c:v>
                </c:pt>
                <c:pt idx="58" formatCode="#,##0.00">
                  <c:v>113255.78</c:v>
                </c:pt>
                <c:pt idx="59" formatCode="#,##0.00">
                  <c:v>113255.78</c:v>
                </c:pt>
                <c:pt idx="60" formatCode="#,##0.00">
                  <c:v>113255.78</c:v>
                </c:pt>
                <c:pt idx="61" formatCode="#,##0.00">
                  <c:v>113255.78</c:v>
                </c:pt>
                <c:pt idx="62" formatCode="#,##0.00">
                  <c:v>119050.08</c:v>
                </c:pt>
                <c:pt idx="63" formatCode="#,##0.00">
                  <c:v>119050.08</c:v>
                </c:pt>
                <c:pt idx="64" formatCode="#,##0.00">
                  <c:v>119050.08</c:v>
                </c:pt>
                <c:pt idx="65" formatCode="#,##0.00">
                  <c:v>119050.08</c:v>
                </c:pt>
                <c:pt idx="66" formatCode="#,##0.00">
                  <c:v>119050.08</c:v>
                </c:pt>
                <c:pt idx="67" formatCode="#,##0.00">
                  <c:v>140074.92000000001</c:v>
                </c:pt>
                <c:pt idx="68" formatCode="#,##0.00">
                  <c:v>140074.92000000001</c:v>
                </c:pt>
                <c:pt idx="69" formatCode="#,##0.00">
                  <c:v>140074.92000000001</c:v>
                </c:pt>
                <c:pt idx="70" formatCode="#,##0.00">
                  <c:v>140074.92000000001</c:v>
                </c:pt>
                <c:pt idx="71" formatCode="#,##0.00">
                  <c:v>140074.92000000001</c:v>
                </c:pt>
                <c:pt idx="72" formatCode="#,##0.00">
                  <c:v>140040.75</c:v>
                </c:pt>
                <c:pt idx="73" formatCode="#,##0.00">
                  <c:v>140040.75</c:v>
                </c:pt>
                <c:pt idx="74" formatCode="#,##0.00">
                  <c:v>140040.75</c:v>
                </c:pt>
                <c:pt idx="75" formatCode="#,##0.00">
                  <c:v>140040.75</c:v>
                </c:pt>
                <c:pt idx="76" formatCode="#,##0.00">
                  <c:v>140040.75</c:v>
                </c:pt>
                <c:pt idx="77" formatCode="#,##0.00">
                  <c:v>148749.24</c:v>
                </c:pt>
                <c:pt idx="78" formatCode="#,##0.00">
                  <c:v>148749.24</c:v>
                </c:pt>
                <c:pt idx="79" formatCode="#,##0.00">
                  <c:v>148749.24</c:v>
                </c:pt>
                <c:pt idx="80" formatCode="#,##0.00">
                  <c:v>148749.24</c:v>
                </c:pt>
                <c:pt idx="81" formatCode="#,##0.00">
                  <c:v>156055.96</c:v>
                </c:pt>
                <c:pt idx="82" formatCode="#,##0.00">
                  <c:v>156055.96</c:v>
                </c:pt>
                <c:pt idx="83" formatCode="#,##0.00">
                  <c:v>156055.96</c:v>
                </c:pt>
                <c:pt idx="84" formatCode="#,##0.00">
                  <c:v>156055.96</c:v>
                </c:pt>
                <c:pt idx="85" formatCode="#,##0.00">
                  <c:v>161142.62</c:v>
                </c:pt>
                <c:pt idx="86" formatCode="#,##0.00">
                  <c:v>161142.62</c:v>
                </c:pt>
                <c:pt idx="87" formatCode="#,##0.00">
                  <c:v>161142.62</c:v>
                </c:pt>
                <c:pt idx="88" formatCode="#,##0.00">
                  <c:v>161142.62</c:v>
                </c:pt>
                <c:pt idx="89" formatCode="#,##0.00">
                  <c:v>161142.62</c:v>
                </c:pt>
                <c:pt idx="90" formatCode="#,##0.00">
                  <c:v>162330.41</c:v>
                </c:pt>
                <c:pt idx="91" formatCode="#,##0.00">
                  <c:v>162330.41</c:v>
                </c:pt>
                <c:pt idx="92" formatCode="#,##0.00">
                  <c:v>162330.41</c:v>
                </c:pt>
                <c:pt idx="93" formatCode="#,##0.00">
                  <c:v>162330.41</c:v>
                </c:pt>
                <c:pt idx="94" formatCode="#,##0.00">
                  <c:v>162330.41</c:v>
                </c:pt>
                <c:pt idx="95" formatCode="#,##0.00">
                  <c:v>162772.66</c:v>
                </c:pt>
                <c:pt idx="96" formatCode="#,##0.00">
                  <c:v>162772.66</c:v>
                </c:pt>
                <c:pt idx="97" formatCode="#,##0.00">
                  <c:v>162772.66</c:v>
                </c:pt>
                <c:pt idx="98" formatCode="#,##0.00">
                  <c:v>162772.66</c:v>
                </c:pt>
                <c:pt idx="99" formatCode="#,##0.00">
                  <c:v>162780.41</c:v>
                </c:pt>
                <c:pt idx="100" formatCode="#,##0.00">
                  <c:v>162780.41</c:v>
                </c:pt>
                <c:pt idx="101" formatCode="#,##0.00">
                  <c:v>162780.41</c:v>
                </c:pt>
                <c:pt idx="102" formatCode="#,##0.00">
                  <c:v>162780.41</c:v>
                </c:pt>
                <c:pt idx="103" formatCode="#,##0.00">
                  <c:v>162705.85</c:v>
                </c:pt>
                <c:pt idx="104" formatCode="#,##0.00">
                  <c:v>162705.85</c:v>
                </c:pt>
                <c:pt idx="105" formatCode="#,##0.00">
                  <c:v>162705.85</c:v>
                </c:pt>
                <c:pt idx="106" formatCode="#,##0.00">
                  <c:v>162705.85</c:v>
                </c:pt>
                <c:pt idx="107" formatCode="#,##0.00">
                  <c:v>162705.85</c:v>
                </c:pt>
                <c:pt idx="108" formatCode="#,##0.00">
                  <c:v>166267.79</c:v>
                </c:pt>
                <c:pt idx="109" formatCode="#,##0.00">
                  <c:v>166267.79</c:v>
                </c:pt>
                <c:pt idx="110" formatCode="#,##0">
                  <c:v>166267.79</c:v>
                </c:pt>
                <c:pt idx="111" formatCode="#,##0">
                  <c:v>166267.79</c:v>
                </c:pt>
                <c:pt idx="112" formatCode="#,##0">
                  <c:v>166267.79</c:v>
                </c:pt>
                <c:pt idx="113" formatCode="#,##0">
                  <c:v>165811.54</c:v>
                </c:pt>
                <c:pt idx="114" formatCode="#,##0">
                  <c:v>165811.54</c:v>
                </c:pt>
                <c:pt idx="115" formatCode="#,##0.00">
                  <c:v>165811.54</c:v>
                </c:pt>
                <c:pt idx="116" formatCode="#,##0.00">
                  <c:v>165811.54</c:v>
                </c:pt>
                <c:pt idx="117" formatCode="#,##0.00">
                  <c:v>165811.54</c:v>
                </c:pt>
                <c:pt idx="118" formatCode="#,##0.00">
                  <c:v>167635.43</c:v>
                </c:pt>
                <c:pt idx="119" formatCode="#,##0.00">
                  <c:v>167635.43</c:v>
                </c:pt>
                <c:pt idx="120" formatCode="#,##0.00">
                  <c:v>167635.43</c:v>
                </c:pt>
                <c:pt idx="121" formatCode="#,##0.00">
                  <c:v>167635.43</c:v>
                </c:pt>
                <c:pt idx="122" formatCode="#,##0.00">
                  <c:v>167635.43</c:v>
                </c:pt>
                <c:pt idx="123" formatCode="#,##0.00">
                  <c:v>174960.22</c:v>
                </c:pt>
                <c:pt idx="124" formatCode="#,##0.00">
                  <c:v>174960.22</c:v>
                </c:pt>
                <c:pt idx="125" formatCode="#,##0.00">
                  <c:v>174960.22</c:v>
                </c:pt>
                <c:pt idx="126" formatCode="#,##0.00">
                  <c:v>174960.22</c:v>
                </c:pt>
                <c:pt idx="127" formatCode="#,##0.00">
                  <c:v>174960.22</c:v>
                </c:pt>
                <c:pt idx="128" formatCode="#,##0.00">
                  <c:v>176612.79</c:v>
                </c:pt>
                <c:pt idx="129" formatCode="#,##0.00">
                  <c:v>176612.79</c:v>
                </c:pt>
                <c:pt idx="130" formatCode="#,##0">
                  <c:v>176612.79</c:v>
                </c:pt>
                <c:pt idx="131" formatCode="#,##0.00">
                  <c:v>176612.79</c:v>
                </c:pt>
                <c:pt idx="132" formatCode="#,##0.00">
                  <c:v>177273.55</c:v>
                </c:pt>
                <c:pt idx="133" formatCode="#,##0.00">
                  <c:v>177273.55</c:v>
                </c:pt>
                <c:pt idx="134" formatCode="#,##0.00">
                  <c:v>177273.55</c:v>
                </c:pt>
                <c:pt idx="135" formatCode="#,##0.00">
                  <c:v>177273.55</c:v>
                </c:pt>
                <c:pt idx="136" formatCode="#,##0.00">
                  <c:v>177273.55</c:v>
                </c:pt>
                <c:pt idx="137" formatCode="#,##0.00">
                  <c:v>177820.44</c:v>
                </c:pt>
                <c:pt idx="138" formatCode="#,##0.00">
                  <c:v>177820.44</c:v>
                </c:pt>
                <c:pt idx="139" formatCode="#,##0.00">
                  <c:v>177820.44</c:v>
                </c:pt>
                <c:pt idx="140" formatCode="#,##0.00">
                  <c:v>177820.44</c:v>
                </c:pt>
                <c:pt idx="141" formatCode="#,##0.00">
                  <c:v>177820.44</c:v>
                </c:pt>
                <c:pt idx="142" formatCode="#,##0.00">
                  <c:v>180353.93</c:v>
                </c:pt>
                <c:pt idx="143" formatCode="#,##0.00">
                  <c:v>180353.93</c:v>
                </c:pt>
                <c:pt idx="144" formatCode="#,##0.00">
                  <c:v>180353.93</c:v>
                </c:pt>
                <c:pt idx="145" formatCode="0.0%">
                  <c:v>180353.93</c:v>
                </c:pt>
                <c:pt idx="146" formatCode="#,##0.00">
                  <c:v>180353.93</c:v>
                </c:pt>
                <c:pt idx="147" formatCode="#,##0.00">
                  <c:v>180331.47</c:v>
                </c:pt>
                <c:pt idx="148" formatCode="#,##0.00">
                  <c:v>180331.47</c:v>
                </c:pt>
                <c:pt idx="149" formatCode="#,##0.00">
                  <c:v>180331.47</c:v>
                </c:pt>
                <c:pt idx="150" formatCode="#,##0.00">
                  <c:v>180331.47</c:v>
                </c:pt>
                <c:pt idx="151" formatCode="#,##0.00">
                  <c:v>180331.47</c:v>
                </c:pt>
                <c:pt idx="152" formatCode="#,##0.00">
                  <c:v>180724.68</c:v>
                </c:pt>
                <c:pt idx="153" formatCode="#,##0.00">
                  <c:v>180724.68</c:v>
                </c:pt>
                <c:pt idx="154" formatCode="0.00%">
                  <c:v>180724.68</c:v>
                </c:pt>
                <c:pt idx="155" formatCode="#,##0.00">
                  <c:v>180724.68</c:v>
                </c:pt>
                <c:pt idx="156" formatCode="#,##0.00">
                  <c:v>180724.68</c:v>
                </c:pt>
                <c:pt idx="157" formatCode="#,##0.00">
                  <c:v>180724.68</c:v>
                </c:pt>
                <c:pt idx="158" formatCode="#,##0.00">
                  <c:v>180724.68</c:v>
                </c:pt>
                <c:pt idx="159" formatCode="0.0%">
                  <c:v>180724.68</c:v>
                </c:pt>
                <c:pt idx="160" formatCode="#,##0.00">
                  <c:v>180724.68</c:v>
                </c:pt>
                <c:pt idx="161" formatCode="#,##0.00">
                  <c:v>180724.68</c:v>
                </c:pt>
                <c:pt idx="162" formatCode="#,##0.00">
                  <c:v>180724.68</c:v>
                </c:pt>
                <c:pt idx="163" formatCode="#,##0.00">
                  <c:v>180724.68</c:v>
                </c:pt>
                <c:pt idx="164" formatCode="0.00%">
                  <c:v>180724.68</c:v>
                </c:pt>
                <c:pt idx="165" formatCode="#,##0.00">
                  <c:v>180724.68</c:v>
                </c:pt>
                <c:pt idx="166" formatCode="#,##0.00">
                  <c:v>180724.68</c:v>
                </c:pt>
                <c:pt idx="167" formatCode="#,##0.00">
                  <c:v>180724.68</c:v>
                </c:pt>
                <c:pt idx="168" formatCode="#,##0.00">
                  <c:v>180724.68</c:v>
                </c:pt>
                <c:pt idx="169" formatCode="#,##0.00">
                  <c:v>180724.68</c:v>
                </c:pt>
                <c:pt idx="170" formatCode="#,##0.00">
                  <c:v>180724.68</c:v>
                </c:pt>
                <c:pt idx="171" formatCode="#,##0.00">
                  <c:v>180724.68</c:v>
                </c:pt>
                <c:pt idx="172" formatCode="#,##0.00">
                  <c:v>180724.68</c:v>
                </c:pt>
                <c:pt idx="173" formatCode="#,##0.00">
                  <c:v>180724.68</c:v>
                </c:pt>
                <c:pt idx="174" formatCode="#,##0.00">
                  <c:v>180724.68</c:v>
                </c:pt>
                <c:pt idx="175" formatCode="#,##0.00">
                  <c:v>180724.68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FD-42AD-91E0-A588D3AA3D1A}"/>
            </c:ext>
          </c:extLst>
        </c:ser>
        <c:ser>
          <c:idx val="2"/>
          <c:order val="1"/>
          <c:tx>
            <c:strRef>
              <c:f>'업종별 FA'!$EA$19</c:f>
              <c:strCache>
                <c:ptCount val="1"/>
                <c:pt idx="0">
                  <c:v>3Q26</c:v>
                </c:pt>
              </c:strCache>
            </c:strRef>
          </c:tx>
          <c:spPr>
            <a:ln w="12700">
              <a:solidFill>
                <a:srgbClr val="A6A6A6"/>
              </a:solidFill>
              <a:prstDash val="solid"/>
            </a:ln>
            <a:effectLst/>
          </c:spPr>
          <c:marker>
            <c:symbol val="none"/>
          </c:marker>
          <c:cat>
            <c:numRef>
              <c:f>'업종별 FA'!$DY$39:$DY$1000</c:f>
              <c:numCache>
                <c:formatCode>m/d/yyyy</c:formatCode>
                <c:ptCount val="962"/>
                <c:pt idx="0">
                  <c:v>46021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46072</c:v>
                </c:pt>
                <c:pt idx="33">
                  <c:v>46073</c:v>
                </c:pt>
                <c:pt idx="34">
                  <c:v>46076</c:v>
                </c:pt>
                <c:pt idx="35">
                  <c:v>46077</c:v>
                </c:pt>
                <c:pt idx="36">
                  <c:v>46078</c:v>
                </c:pt>
                <c:pt idx="37">
                  <c:v>46079</c:v>
                </c:pt>
                <c:pt idx="38">
                  <c:v>46080</c:v>
                </c:pt>
                <c:pt idx="39">
                  <c:v>46084</c:v>
                </c:pt>
                <c:pt idx="40">
                  <c:v>46085</c:v>
                </c:pt>
                <c:pt idx="41">
                  <c:v>46086</c:v>
                </c:pt>
                <c:pt idx="42">
                  <c:v>46087</c:v>
                </c:pt>
                <c:pt idx="43">
                  <c:v>46090</c:v>
                </c:pt>
                <c:pt idx="44">
                  <c:v>46091</c:v>
                </c:pt>
                <c:pt idx="45">
                  <c:v>46092</c:v>
                </c:pt>
                <c:pt idx="46">
                  <c:v>46093</c:v>
                </c:pt>
                <c:pt idx="47">
                  <c:v>46094</c:v>
                </c:pt>
                <c:pt idx="48">
                  <c:v>46097</c:v>
                </c:pt>
                <c:pt idx="49">
                  <c:v>46098</c:v>
                </c:pt>
                <c:pt idx="50">
                  <c:v>46099</c:v>
                </c:pt>
                <c:pt idx="51">
                  <c:v>46100</c:v>
                </c:pt>
                <c:pt idx="52">
                  <c:v>46101</c:v>
                </c:pt>
                <c:pt idx="53">
                  <c:v>46104</c:v>
                </c:pt>
                <c:pt idx="54">
                  <c:v>46105</c:v>
                </c:pt>
                <c:pt idx="55">
                  <c:v>46106</c:v>
                </c:pt>
                <c:pt idx="56">
                  <c:v>46107</c:v>
                </c:pt>
                <c:pt idx="57">
                  <c:v>46108</c:v>
                </c:pt>
                <c:pt idx="58">
                  <c:v>46111</c:v>
                </c:pt>
                <c:pt idx="59">
                  <c:v>46112</c:v>
                </c:pt>
                <c:pt idx="60">
                  <c:v>46113</c:v>
                </c:pt>
                <c:pt idx="61">
                  <c:v>46114</c:v>
                </c:pt>
                <c:pt idx="62">
                  <c:v>46115</c:v>
                </c:pt>
                <c:pt idx="63">
                  <c:v>46118</c:v>
                </c:pt>
                <c:pt idx="64">
                  <c:v>46119</c:v>
                </c:pt>
                <c:pt idx="65">
                  <c:v>46120</c:v>
                </c:pt>
                <c:pt idx="66">
                  <c:v>46121</c:v>
                </c:pt>
                <c:pt idx="67">
                  <c:v>46122</c:v>
                </c:pt>
                <c:pt idx="68">
                  <c:v>46125</c:v>
                </c:pt>
                <c:pt idx="69">
                  <c:v>46126</c:v>
                </c:pt>
                <c:pt idx="70">
                  <c:v>46127</c:v>
                </c:pt>
                <c:pt idx="71">
                  <c:v>46128</c:v>
                </c:pt>
                <c:pt idx="72">
                  <c:v>46129</c:v>
                </c:pt>
                <c:pt idx="73">
                  <c:v>46132</c:v>
                </c:pt>
                <c:pt idx="74">
                  <c:v>46133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46148</c:v>
                </c:pt>
                <c:pt idx="84">
                  <c:v>46149</c:v>
                </c:pt>
                <c:pt idx="85">
                  <c:v>46150</c:v>
                </c:pt>
                <c:pt idx="86">
                  <c:v>46153</c:v>
                </c:pt>
                <c:pt idx="87">
                  <c:v>46154</c:v>
                </c:pt>
                <c:pt idx="88">
                  <c:v>46155</c:v>
                </c:pt>
                <c:pt idx="89">
                  <c:v>46156</c:v>
                </c:pt>
                <c:pt idx="90">
                  <c:v>46157</c:v>
                </c:pt>
                <c:pt idx="91">
                  <c:v>46160</c:v>
                </c:pt>
                <c:pt idx="92">
                  <c:v>46161</c:v>
                </c:pt>
                <c:pt idx="93">
                  <c:v>46162</c:v>
                </c:pt>
                <c:pt idx="94">
                  <c:v>46163</c:v>
                </c:pt>
                <c:pt idx="95">
                  <c:v>46164</c:v>
                </c:pt>
                <c:pt idx="96">
                  <c:v>46168</c:v>
                </c:pt>
                <c:pt idx="97">
                  <c:v>46169</c:v>
                </c:pt>
                <c:pt idx="98">
                  <c:v>46170</c:v>
                </c:pt>
                <c:pt idx="99">
                  <c:v>46171</c:v>
                </c:pt>
                <c:pt idx="100">
                  <c:v>46174</c:v>
                </c:pt>
                <c:pt idx="101">
                  <c:v>46175</c:v>
                </c:pt>
                <c:pt idx="102">
                  <c:v>46177</c:v>
                </c:pt>
                <c:pt idx="103">
                  <c:v>46178</c:v>
                </c:pt>
                <c:pt idx="104">
                  <c:v>46181</c:v>
                </c:pt>
                <c:pt idx="105">
                  <c:v>46182</c:v>
                </c:pt>
                <c:pt idx="106">
                  <c:v>46183</c:v>
                </c:pt>
                <c:pt idx="107">
                  <c:v>46184</c:v>
                </c:pt>
                <c:pt idx="108">
                  <c:v>46185</c:v>
                </c:pt>
                <c:pt idx="109">
                  <c:v>46188</c:v>
                </c:pt>
                <c:pt idx="110">
                  <c:v>46189</c:v>
                </c:pt>
                <c:pt idx="111">
                  <c:v>46190</c:v>
                </c:pt>
                <c:pt idx="112">
                  <c:v>46191</c:v>
                </c:pt>
                <c:pt idx="113">
                  <c:v>46192</c:v>
                </c:pt>
                <c:pt idx="114">
                  <c:v>46195</c:v>
                </c:pt>
                <c:pt idx="115">
                  <c:v>46196</c:v>
                </c:pt>
                <c:pt idx="116">
                  <c:v>46197</c:v>
                </c:pt>
                <c:pt idx="117">
                  <c:v>46198</c:v>
                </c:pt>
                <c:pt idx="118">
                  <c:v>46199</c:v>
                </c:pt>
                <c:pt idx="119">
                  <c:v>46202</c:v>
                </c:pt>
                <c:pt idx="120">
                  <c:v>46203</c:v>
                </c:pt>
                <c:pt idx="121">
                  <c:v>46204</c:v>
                </c:pt>
                <c:pt idx="122">
                  <c:v>46205</c:v>
                </c:pt>
                <c:pt idx="123">
                  <c:v>46206</c:v>
                </c:pt>
                <c:pt idx="124">
                  <c:v>46209</c:v>
                </c:pt>
                <c:pt idx="125">
                  <c:v>46210</c:v>
                </c:pt>
                <c:pt idx="126">
                  <c:v>46211</c:v>
                </c:pt>
                <c:pt idx="127">
                  <c:v>46212</c:v>
                </c:pt>
                <c:pt idx="128">
                  <c:v>46213</c:v>
                </c:pt>
                <c:pt idx="129">
                  <c:v>46216</c:v>
                </c:pt>
                <c:pt idx="130">
                  <c:v>46217</c:v>
                </c:pt>
                <c:pt idx="131">
                  <c:v>46218</c:v>
                </c:pt>
                <c:pt idx="132">
                  <c:v>46219</c:v>
                </c:pt>
                <c:pt idx="133">
                  <c:v>46223</c:v>
                </c:pt>
                <c:pt idx="134">
                  <c:v>46224</c:v>
                </c:pt>
                <c:pt idx="135">
                  <c:v>46225</c:v>
                </c:pt>
                <c:pt idx="136">
                  <c:v>46226</c:v>
                </c:pt>
                <c:pt idx="137">
                  <c:v>46227</c:v>
                </c:pt>
                <c:pt idx="138">
                  <c:v>46230</c:v>
                </c:pt>
                <c:pt idx="139">
                  <c:v>46231</c:v>
                </c:pt>
                <c:pt idx="140">
                  <c:v>46232</c:v>
                </c:pt>
                <c:pt idx="141">
                  <c:v>46233</c:v>
                </c:pt>
                <c:pt idx="142">
                  <c:v>46234</c:v>
                </c:pt>
                <c:pt idx="143">
                  <c:v>46237</c:v>
                </c:pt>
                <c:pt idx="144">
                  <c:v>46238</c:v>
                </c:pt>
                <c:pt idx="145">
                  <c:v>46239</c:v>
                </c:pt>
                <c:pt idx="146">
                  <c:v>46240</c:v>
                </c:pt>
                <c:pt idx="147">
                  <c:v>46241</c:v>
                </c:pt>
                <c:pt idx="148">
                  <c:v>46244</c:v>
                </c:pt>
                <c:pt idx="149">
                  <c:v>46245</c:v>
                </c:pt>
                <c:pt idx="150">
                  <c:v>46246</c:v>
                </c:pt>
                <c:pt idx="151">
                  <c:v>46247</c:v>
                </c:pt>
                <c:pt idx="152">
                  <c:v>46248</c:v>
                </c:pt>
                <c:pt idx="153">
                  <c:v>46252</c:v>
                </c:pt>
                <c:pt idx="154">
                  <c:v>46253</c:v>
                </c:pt>
                <c:pt idx="155">
                  <c:v>46254</c:v>
                </c:pt>
                <c:pt idx="156">
                  <c:v>46255</c:v>
                </c:pt>
                <c:pt idx="157">
                  <c:v>46258</c:v>
                </c:pt>
                <c:pt idx="158">
                  <c:v>46259</c:v>
                </c:pt>
                <c:pt idx="159">
                  <c:v>46260</c:v>
                </c:pt>
                <c:pt idx="160">
                  <c:v>46261</c:v>
                </c:pt>
                <c:pt idx="161">
                  <c:v>46262</c:v>
                </c:pt>
                <c:pt idx="162">
                  <c:v>46265</c:v>
                </c:pt>
                <c:pt idx="163">
                  <c:v>46266</c:v>
                </c:pt>
                <c:pt idx="164">
                  <c:v>46267</c:v>
                </c:pt>
                <c:pt idx="165">
                  <c:v>46268</c:v>
                </c:pt>
                <c:pt idx="166">
                  <c:v>46269</c:v>
                </c:pt>
                <c:pt idx="167">
                  <c:v>46272</c:v>
                </c:pt>
                <c:pt idx="168">
                  <c:v>46273</c:v>
                </c:pt>
                <c:pt idx="169">
                  <c:v>46274</c:v>
                </c:pt>
                <c:pt idx="170">
                  <c:v>46275</c:v>
                </c:pt>
                <c:pt idx="171">
                  <c:v>46276</c:v>
                </c:pt>
                <c:pt idx="172">
                  <c:v>46279</c:v>
                </c:pt>
                <c:pt idx="173">
                  <c:v>46280</c:v>
                </c:pt>
                <c:pt idx="174">
                  <c:v>46281</c:v>
                </c:pt>
                <c:pt idx="175">
                  <c:v>46282</c:v>
                </c:pt>
                <c:pt idx="176">
                  <c:v>46283</c:v>
                </c:pt>
                <c:pt idx="177">
                  <c:v>46286</c:v>
                </c:pt>
                <c:pt idx="178">
                  <c:v>46287</c:v>
                </c:pt>
                <c:pt idx="179">
                  <c:v>46288</c:v>
                </c:pt>
                <c:pt idx="180">
                  <c:v>46293</c:v>
                </c:pt>
                <c:pt idx="181">
                  <c:v>46294</c:v>
                </c:pt>
                <c:pt idx="182">
                  <c:v>46295</c:v>
                </c:pt>
                <c:pt idx="183">
                  <c:v>46296</c:v>
                </c:pt>
                <c:pt idx="184">
                  <c:v>46297</c:v>
                </c:pt>
                <c:pt idx="185">
                  <c:v>46301</c:v>
                </c:pt>
                <c:pt idx="186">
                  <c:v>46302</c:v>
                </c:pt>
                <c:pt idx="187">
                  <c:v>46303</c:v>
                </c:pt>
              </c:numCache>
            </c:numRef>
          </c:cat>
          <c:val>
            <c:numRef>
              <c:f>'업종별 FA'!$EG$39:$EG$1000</c:f>
              <c:numCache>
                <c:formatCode>_(* #,##0_);_(* \(#,##0\);_(* "-"_);_(@_)</c:formatCode>
                <c:ptCount val="962"/>
                <c:pt idx="0">
                  <c:v>78307.64</c:v>
                </c:pt>
                <c:pt idx="1">
                  <c:v>80666.460000000006</c:v>
                </c:pt>
                <c:pt idx="2">
                  <c:v>80666.460000000006</c:v>
                </c:pt>
                <c:pt idx="3">
                  <c:v>80666.460000000006</c:v>
                </c:pt>
                <c:pt idx="4">
                  <c:v>80666.460000000006</c:v>
                </c:pt>
                <c:pt idx="5">
                  <c:v>80666.460000000006</c:v>
                </c:pt>
                <c:pt idx="6">
                  <c:v>86567.42</c:v>
                </c:pt>
                <c:pt idx="7">
                  <c:v>86567.42</c:v>
                </c:pt>
                <c:pt idx="8">
                  <c:v>86567.42</c:v>
                </c:pt>
                <c:pt idx="9">
                  <c:v>86567.42</c:v>
                </c:pt>
                <c:pt idx="10">
                  <c:v>86567.42</c:v>
                </c:pt>
                <c:pt idx="11">
                  <c:v>88569.34</c:v>
                </c:pt>
                <c:pt idx="12">
                  <c:v>88569.34</c:v>
                </c:pt>
                <c:pt idx="13">
                  <c:v>88569.34</c:v>
                </c:pt>
                <c:pt idx="14">
                  <c:v>88569.34</c:v>
                </c:pt>
                <c:pt idx="15">
                  <c:v>88569.34</c:v>
                </c:pt>
                <c:pt idx="16">
                  <c:v>90939.47</c:v>
                </c:pt>
                <c:pt idx="17">
                  <c:v>90939.47</c:v>
                </c:pt>
                <c:pt idx="18">
                  <c:v>90939.47</c:v>
                </c:pt>
                <c:pt idx="19">
                  <c:v>90939.47</c:v>
                </c:pt>
                <c:pt idx="20">
                  <c:v>90939.47</c:v>
                </c:pt>
                <c:pt idx="21">
                  <c:v>114824.46</c:v>
                </c:pt>
                <c:pt idx="22">
                  <c:v>114824.46</c:v>
                </c:pt>
                <c:pt idx="23">
                  <c:v>114824.46</c:v>
                </c:pt>
                <c:pt idx="24">
                  <c:v>114824.46</c:v>
                </c:pt>
                <c:pt idx="25">
                  <c:v>114824.46</c:v>
                </c:pt>
                <c:pt idx="26">
                  <c:v>116109.69</c:v>
                </c:pt>
                <c:pt idx="27">
                  <c:v>116109.69</c:v>
                </c:pt>
                <c:pt idx="28">
                  <c:v>116109.69</c:v>
                </c:pt>
                <c:pt idx="29">
                  <c:v>116109.69</c:v>
                </c:pt>
                <c:pt idx="30">
                  <c:v>116109.69</c:v>
                </c:pt>
                <c:pt idx="31">
                  <c:v>118523.93</c:v>
                </c:pt>
                <c:pt idx="32">
                  <c:v>118523.93</c:v>
                </c:pt>
                <c:pt idx="33" formatCode="#,##0.00">
                  <c:v>118650.33</c:v>
                </c:pt>
                <c:pt idx="34" formatCode="#,##0.00">
                  <c:v>118650.33</c:v>
                </c:pt>
                <c:pt idx="35" formatCode="#,##0.00">
                  <c:v>118650.33</c:v>
                </c:pt>
                <c:pt idx="36" formatCode="#,##0.00">
                  <c:v>118650.33</c:v>
                </c:pt>
                <c:pt idx="37" formatCode="#,##0.00">
                  <c:v>118650.33</c:v>
                </c:pt>
                <c:pt idx="38" formatCode="#,##0.00">
                  <c:v>123619.08</c:v>
                </c:pt>
                <c:pt idx="39" formatCode="#,##0.00">
                  <c:v>123619.08</c:v>
                </c:pt>
                <c:pt idx="40" formatCode="#,##0.00">
                  <c:v>123619.08</c:v>
                </c:pt>
                <c:pt idx="41" formatCode="#,##0.00">
                  <c:v>123619.08</c:v>
                </c:pt>
                <c:pt idx="42" formatCode="#,##0.00">
                  <c:v>123533.85</c:v>
                </c:pt>
                <c:pt idx="43" formatCode="#,##0.00">
                  <c:v>123533.85</c:v>
                </c:pt>
                <c:pt idx="44" formatCode="#,##0.00">
                  <c:v>123533.85</c:v>
                </c:pt>
                <c:pt idx="45" formatCode="#,##0.00">
                  <c:v>123533.85</c:v>
                </c:pt>
                <c:pt idx="46" formatCode="#,##0.00">
                  <c:v>123533.85</c:v>
                </c:pt>
                <c:pt idx="47" formatCode="#,##0.00">
                  <c:v>129228.61</c:v>
                </c:pt>
                <c:pt idx="48" formatCode="#,##0.00">
                  <c:v>129228.61</c:v>
                </c:pt>
                <c:pt idx="49" formatCode="#,##0.00">
                  <c:v>129228.61</c:v>
                </c:pt>
                <c:pt idx="50" formatCode="#,##0.00">
                  <c:v>129228.61</c:v>
                </c:pt>
                <c:pt idx="51" formatCode="#,##0.00">
                  <c:v>129228.61</c:v>
                </c:pt>
                <c:pt idx="52" formatCode="#,##0.00">
                  <c:v>129811.99</c:v>
                </c:pt>
                <c:pt idx="53" formatCode="#,##0.00">
                  <c:v>129811.99</c:v>
                </c:pt>
                <c:pt idx="54" formatCode="#,##0.00">
                  <c:v>129811.99</c:v>
                </c:pt>
                <c:pt idx="55" formatCode="#,##0.00">
                  <c:v>129811.99</c:v>
                </c:pt>
                <c:pt idx="56" formatCode="#,##0.00">
                  <c:v>129811.99</c:v>
                </c:pt>
                <c:pt idx="57" formatCode="#,##0.00">
                  <c:v>129958.95</c:v>
                </c:pt>
                <c:pt idx="58" formatCode="#,##0.00">
                  <c:v>129958.95</c:v>
                </c:pt>
                <c:pt idx="59" formatCode="#,##0.00">
                  <c:v>129958.95</c:v>
                </c:pt>
                <c:pt idx="60" formatCode="#,##0.00">
                  <c:v>129958.95</c:v>
                </c:pt>
                <c:pt idx="61" formatCode="#,##0.00">
                  <c:v>129958.95</c:v>
                </c:pt>
                <c:pt idx="62" formatCode="#,##0.00">
                  <c:v>136504.1</c:v>
                </c:pt>
                <c:pt idx="63" formatCode="#,##0.00">
                  <c:v>136504.1</c:v>
                </c:pt>
                <c:pt idx="64" formatCode="#,##0.00">
                  <c:v>136504.1</c:v>
                </c:pt>
                <c:pt idx="65" formatCode="#,##0.00">
                  <c:v>136504.1</c:v>
                </c:pt>
                <c:pt idx="66" formatCode="#,##0.00">
                  <c:v>136504.1</c:v>
                </c:pt>
                <c:pt idx="67" formatCode="#,##0.00">
                  <c:v>159648.67000000001</c:v>
                </c:pt>
                <c:pt idx="68" formatCode="#,##0.00">
                  <c:v>159648.67000000001</c:v>
                </c:pt>
                <c:pt idx="69" formatCode="#,##0.00">
                  <c:v>159648.67000000001</c:v>
                </c:pt>
                <c:pt idx="70" formatCode="#,##0.00">
                  <c:v>159648.67000000001</c:v>
                </c:pt>
                <c:pt idx="71" formatCode="#,##0.00">
                  <c:v>159648.67000000001</c:v>
                </c:pt>
                <c:pt idx="72" formatCode="#,##0.00">
                  <c:v>160158.51999999999</c:v>
                </c:pt>
                <c:pt idx="73" formatCode="#,##0.00">
                  <c:v>160158.51999999999</c:v>
                </c:pt>
                <c:pt idx="74" formatCode="#,##0.00">
                  <c:v>160158.51999999999</c:v>
                </c:pt>
                <c:pt idx="75" formatCode="#,##0.00">
                  <c:v>160158.51999999999</c:v>
                </c:pt>
                <c:pt idx="76" formatCode="#,##0.00">
                  <c:v>160158.51999999999</c:v>
                </c:pt>
                <c:pt idx="77" formatCode="#,##0.00">
                  <c:v>172573.7</c:v>
                </c:pt>
                <c:pt idx="78" formatCode="#,##0.00">
                  <c:v>172573.7</c:v>
                </c:pt>
                <c:pt idx="79" formatCode="#,##0.00">
                  <c:v>172573.7</c:v>
                </c:pt>
                <c:pt idx="80" formatCode="#,##0.00">
                  <c:v>172573.7</c:v>
                </c:pt>
                <c:pt idx="81" formatCode="#,##0.00">
                  <c:v>179554.64</c:v>
                </c:pt>
                <c:pt idx="82" formatCode="#,##0.00">
                  <c:v>179554.64</c:v>
                </c:pt>
                <c:pt idx="83" formatCode="#,##0.00">
                  <c:v>179554.64</c:v>
                </c:pt>
                <c:pt idx="84" formatCode="#,##0.00">
                  <c:v>179554.64</c:v>
                </c:pt>
                <c:pt idx="85" formatCode="#,##0.00">
                  <c:v>186843.59</c:v>
                </c:pt>
                <c:pt idx="86" formatCode="#,##0.00">
                  <c:v>186843.59</c:v>
                </c:pt>
                <c:pt idx="87" formatCode="#,##0.00">
                  <c:v>186843.59</c:v>
                </c:pt>
                <c:pt idx="88" formatCode="#,##0.00">
                  <c:v>186843.59</c:v>
                </c:pt>
                <c:pt idx="89" formatCode="#,##0.00">
                  <c:v>186843.59</c:v>
                </c:pt>
                <c:pt idx="90" formatCode="#,##0.00">
                  <c:v>187809.88</c:v>
                </c:pt>
                <c:pt idx="91" formatCode="#,##0.00">
                  <c:v>187809.88</c:v>
                </c:pt>
                <c:pt idx="92" formatCode="#,##0.00">
                  <c:v>187809.88</c:v>
                </c:pt>
                <c:pt idx="93" formatCode="#,##0.00">
                  <c:v>187809.88</c:v>
                </c:pt>
                <c:pt idx="94" formatCode="#,##0.00">
                  <c:v>187809.88</c:v>
                </c:pt>
                <c:pt idx="95" formatCode="#,##0.00">
                  <c:v>189217.12</c:v>
                </c:pt>
                <c:pt idx="96" formatCode="#,##0.00">
                  <c:v>189217.12</c:v>
                </c:pt>
                <c:pt idx="97" formatCode="#,##0.00">
                  <c:v>189217.12</c:v>
                </c:pt>
                <c:pt idx="98" formatCode="#,##0.00">
                  <c:v>189217.12</c:v>
                </c:pt>
                <c:pt idx="99" formatCode="#,##0.00">
                  <c:v>189430.37</c:v>
                </c:pt>
                <c:pt idx="100" formatCode="#,##0.00">
                  <c:v>189430.37</c:v>
                </c:pt>
                <c:pt idx="101" formatCode="#,##0.00">
                  <c:v>189430.37</c:v>
                </c:pt>
                <c:pt idx="102" formatCode="#,##0.00">
                  <c:v>189430.37</c:v>
                </c:pt>
                <c:pt idx="103" formatCode="#,##0.00">
                  <c:v>189340.32</c:v>
                </c:pt>
                <c:pt idx="104" formatCode="#,##0.00">
                  <c:v>189340.32</c:v>
                </c:pt>
                <c:pt idx="105" formatCode="#,##0.00">
                  <c:v>189340.32</c:v>
                </c:pt>
                <c:pt idx="106" formatCode="#,##0.00">
                  <c:v>189340.32</c:v>
                </c:pt>
                <c:pt idx="107" formatCode="#,##0.00">
                  <c:v>189340.32</c:v>
                </c:pt>
                <c:pt idx="108" formatCode="#,##0.00">
                  <c:v>194632.49</c:v>
                </c:pt>
                <c:pt idx="109" formatCode="#,##0.00">
                  <c:v>194632.49</c:v>
                </c:pt>
                <c:pt idx="110" formatCode="#,##0">
                  <c:v>194632.49</c:v>
                </c:pt>
                <c:pt idx="111" formatCode="#,##0">
                  <c:v>194632.49</c:v>
                </c:pt>
                <c:pt idx="112" formatCode="#,##0">
                  <c:v>194632.49</c:v>
                </c:pt>
                <c:pt idx="113" formatCode="#,##0">
                  <c:v>195567.05</c:v>
                </c:pt>
                <c:pt idx="114" formatCode="#,##0">
                  <c:v>195567.05</c:v>
                </c:pt>
                <c:pt idx="115" formatCode="#,##0.00">
                  <c:v>195567.05</c:v>
                </c:pt>
                <c:pt idx="116" formatCode="#,##0.00">
                  <c:v>195567.05</c:v>
                </c:pt>
                <c:pt idx="117" formatCode="#,##0.00">
                  <c:v>195567.05</c:v>
                </c:pt>
                <c:pt idx="118" formatCode="#,##0.00">
                  <c:v>200440.95</c:v>
                </c:pt>
                <c:pt idx="119" formatCode="#,##0.00">
                  <c:v>200440.95</c:v>
                </c:pt>
                <c:pt idx="120" formatCode="#,##0.00">
                  <c:v>200440.95</c:v>
                </c:pt>
                <c:pt idx="121" formatCode="#,##0.00">
                  <c:v>200440.95</c:v>
                </c:pt>
                <c:pt idx="122" formatCode="#,##0.00">
                  <c:v>200440.95</c:v>
                </c:pt>
                <c:pt idx="123" formatCode="#,##0.00">
                  <c:v>202784.06</c:v>
                </c:pt>
                <c:pt idx="124" formatCode="#,##0.00">
                  <c:v>202784.06</c:v>
                </c:pt>
                <c:pt idx="125" formatCode="#,##0.00">
                  <c:v>202784.06</c:v>
                </c:pt>
                <c:pt idx="126" formatCode="#,##0.00">
                  <c:v>202784.06</c:v>
                </c:pt>
                <c:pt idx="127" formatCode="#,##0.00">
                  <c:v>202784.06</c:v>
                </c:pt>
                <c:pt idx="128" formatCode="#,##0.00">
                  <c:v>205892.07</c:v>
                </c:pt>
                <c:pt idx="129" formatCode="#,##0.00">
                  <c:v>205892.07</c:v>
                </c:pt>
                <c:pt idx="130" formatCode="#,##0.00">
                  <c:v>205892.07</c:v>
                </c:pt>
                <c:pt idx="131" formatCode="#,##0.00">
                  <c:v>205892.07</c:v>
                </c:pt>
                <c:pt idx="132" formatCode="#,##0.00">
                  <c:v>205419.38</c:v>
                </c:pt>
                <c:pt idx="133" formatCode="#,##0.00">
                  <c:v>205419.38</c:v>
                </c:pt>
                <c:pt idx="134" formatCode="#,##0.00">
                  <c:v>205419.38</c:v>
                </c:pt>
                <c:pt idx="135" formatCode="#,##0.00">
                  <c:v>205419.38</c:v>
                </c:pt>
                <c:pt idx="136" formatCode="#,##0.00">
                  <c:v>205419.38</c:v>
                </c:pt>
                <c:pt idx="137" formatCode="#,##0.00">
                  <c:v>204428.29</c:v>
                </c:pt>
                <c:pt idx="138" formatCode="#,##0.00">
                  <c:v>204428.29</c:v>
                </c:pt>
                <c:pt idx="139" formatCode="0%">
                  <c:v>204428.29</c:v>
                </c:pt>
                <c:pt idx="140" formatCode="#,##0.00">
                  <c:v>204428.29</c:v>
                </c:pt>
                <c:pt idx="141" formatCode="#,##0.00">
                  <c:v>204428.29</c:v>
                </c:pt>
                <c:pt idx="142" formatCode="#,##0.00">
                  <c:v>198798.94</c:v>
                </c:pt>
                <c:pt idx="143" formatCode="#,##0.00">
                  <c:v>198798.94</c:v>
                </c:pt>
                <c:pt idx="144" formatCode="#,##0.00">
                  <c:v>198798.94</c:v>
                </c:pt>
                <c:pt idx="145" formatCode="#,##0.00">
                  <c:v>198798.94</c:v>
                </c:pt>
                <c:pt idx="146" formatCode="#,##0.00">
                  <c:v>198798.94</c:v>
                </c:pt>
                <c:pt idx="147" formatCode="#,##0.00">
                  <c:v>198165.06</c:v>
                </c:pt>
                <c:pt idx="148" formatCode="#,##0.00">
                  <c:v>198165.06</c:v>
                </c:pt>
                <c:pt idx="149" formatCode="#,##0.00">
                  <c:v>198165.06</c:v>
                </c:pt>
                <c:pt idx="150" formatCode="#,##0.00">
                  <c:v>198165.06</c:v>
                </c:pt>
                <c:pt idx="151" formatCode="#,##0.00">
                  <c:v>198165.06</c:v>
                </c:pt>
                <c:pt idx="152" formatCode="#,##0.00">
                  <c:v>197910.97</c:v>
                </c:pt>
                <c:pt idx="153" formatCode="#,##0.00">
                  <c:v>197910.97</c:v>
                </c:pt>
                <c:pt idx="154" formatCode="0.00%">
                  <c:v>197910.97</c:v>
                </c:pt>
                <c:pt idx="155" formatCode="#,##0.00">
                  <c:v>197910.97</c:v>
                </c:pt>
                <c:pt idx="156" formatCode="#,##0.00">
                  <c:v>199770.56</c:v>
                </c:pt>
                <c:pt idx="157" formatCode="#,##0.00">
                  <c:v>199770.56</c:v>
                </c:pt>
                <c:pt idx="158" formatCode="#,##0.00">
                  <c:v>199770.56</c:v>
                </c:pt>
                <c:pt idx="159" formatCode="0.0%">
                  <c:v>199770.56</c:v>
                </c:pt>
                <c:pt idx="160" formatCode="#,##0.00">
                  <c:v>199770.56</c:v>
                </c:pt>
                <c:pt idx="161" formatCode="#,##0.00">
                  <c:v>199886.29</c:v>
                </c:pt>
                <c:pt idx="162" formatCode="#,##0.00">
                  <c:v>199886.29</c:v>
                </c:pt>
                <c:pt idx="163" formatCode="#,##0.00">
                  <c:v>199886.29</c:v>
                </c:pt>
                <c:pt idx="164" formatCode="0.00%">
                  <c:v>199886.29</c:v>
                </c:pt>
                <c:pt idx="165" formatCode="#,##0.00">
                  <c:v>199886.29</c:v>
                </c:pt>
                <c:pt idx="166" formatCode="#,##0.00">
                  <c:v>199196.09</c:v>
                </c:pt>
                <c:pt idx="167" formatCode="#,##0.00">
                  <c:v>199196.09</c:v>
                </c:pt>
                <c:pt idx="168" formatCode="#,##0.00">
                  <c:v>199196.09</c:v>
                </c:pt>
                <c:pt idx="169" formatCode="#,##0.00">
                  <c:v>199196.09</c:v>
                </c:pt>
                <c:pt idx="170" formatCode="#,##0.00">
                  <c:v>199196.09</c:v>
                </c:pt>
                <c:pt idx="171" formatCode="#,##0.00">
                  <c:v>198988.11</c:v>
                </c:pt>
                <c:pt idx="172" formatCode="#,##0.00">
                  <c:v>198988.11</c:v>
                </c:pt>
                <c:pt idx="173" formatCode="#,##0.00">
                  <c:v>198988.11</c:v>
                </c:pt>
                <c:pt idx="174" formatCode="#,##0.00">
                  <c:v>198988.11</c:v>
                </c:pt>
                <c:pt idx="175" formatCode="#,##0.00">
                  <c:v>198988.11</c:v>
                </c:pt>
                <c:pt idx="176" formatCode="#,##0.00">
                  <c:v>197986.4</c:v>
                </c:pt>
                <c:pt idx="177" formatCode="0.00%">
                  <c:v>197986.4</c:v>
                </c:pt>
                <c:pt idx="178" formatCode="#,##0.00">
                  <c:v>197986.4</c:v>
                </c:pt>
                <c:pt idx="179" formatCode="#,##0.00">
                  <c:v>192970.06</c:v>
                </c:pt>
                <c:pt idx="180" formatCode="#,##0.00">
                  <c:v>192970.06</c:v>
                </c:pt>
                <c:pt idx="181" formatCode="#,##0.00">
                  <c:v>192970.06</c:v>
                </c:pt>
                <c:pt idx="182" formatCode="0.0%">
                  <c:v>192970.06</c:v>
                </c:pt>
                <c:pt idx="183" formatCode="#,##0.00">
                  <c:v>191824.29</c:v>
                </c:pt>
                <c:pt idx="184" formatCode="#,##0.00">
                  <c:v>191947.72</c:v>
                </c:pt>
                <c:pt idx="185" formatCode="#,##0.00">
                  <c:v>190214.79</c:v>
                </c:pt>
                <c:pt idx="186" formatCode="#,##0.00">
                  <c:v>190806.15</c:v>
                </c:pt>
                <c:pt idx="187" formatCode="#,##0.00">
                  <c:v>190772.07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FD-42AD-91E0-A588D3AA3D1A}"/>
            </c:ext>
          </c:extLst>
        </c:ser>
        <c:ser>
          <c:idx val="3"/>
          <c:order val="2"/>
          <c:tx>
            <c:strRef>
              <c:f>'업종별 FA'!$EB$19</c:f>
              <c:strCache>
                <c:ptCount val="1"/>
                <c:pt idx="0">
                  <c:v>4Q26</c:v>
                </c:pt>
              </c:strCache>
            </c:strRef>
          </c:tx>
          <c:spPr>
            <a:ln w="12700">
              <a:solidFill>
                <a:srgbClr val="C1E1FF"/>
              </a:solidFill>
              <a:prstDash val="solid"/>
            </a:ln>
            <a:effectLst/>
          </c:spPr>
          <c:marker>
            <c:symbol val="none"/>
          </c:marker>
          <c:cat>
            <c:numRef>
              <c:f>'업종별 FA'!$DY$39:$DY$1000</c:f>
              <c:numCache>
                <c:formatCode>m/d/yyyy</c:formatCode>
                <c:ptCount val="962"/>
                <c:pt idx="0">
                  <c:v>46021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46072</c:v>
                </c:pt>
                <c:pt idx="33">
                  <c:v>46073</c:v>
                </c:pt>
                <c:pt idx="34">
                  <c:v>46076</c:v>
                </c:pt>
                <c:pt idx="35">
                  <c:v>46077</c:v>
                </c:pt>
                <c:pt idx="36">
                  <c:v>46078</c:v>
                </c:pt>
                <c:pt idx="37">
                  <c:v>46079</c:v>
                </c:pt>
                <c:pt idx="38">
                  <c:v>46080</c:v>
                </c:pt>
                <c:pt idx="39">
                  <c:v>46084</c:v>
                </c:pt>
                <c:pt idx="40">
                  <c:v>46085</c:v>
                </c:pt>
                <c:pt idx="41">
                  <c:v>46086</c:v>
                </c:pt>
                <c:pt idx="42">
                  <c:v>46087</c:v>
                </c:pt>
                <c:pt idx="43">
                  <c:v>46090</c:v>
                </c:pt>
                <c:pt idx="44">
                  <c:v>46091</c:v>
                </c:pt>
                <c:pt idx="45">
                  <c:v>46092</c:v>
                </c:pt>
                <c:pt idx="46">
                  <c:v>46093</c:v>
                </c:pt>
                <c:pt idx="47">
                  <c:v>46094</c:v>
                </c:pt>
                <c:pt idx="48">
                  <c:v>46097</c:v>
                </c:pt>
                <c:pt idx="49">
                  <c:v>46098</c:v>
                </c:pt>
                <c:pt idx="50">
                  <c:v>46099</c:v>
                </c:pt>
                <c:pt idx="51">
                  <c:v>46100</c:v>
                </c:pt>
                <c:pt idx="52">
                  <c:v>46101</c:v>
                </c:pt>
                <c:pt idx="53">
                  <c:v>46104</c:v>
                </c:pt>
                <c:pt idx="54">
                  <c:v>46105</c:v>
                </c:pt>
                <c:pt idx="55">
                  <c:v>46106</c:v>
                </c:pt>
                <c:pt idx="56">
                  <c:v>46107</c:v>
                </c:pt>
                <c:pt idx="57">
                  <c:v>46108</c:v>
                </c:pt>
                <c:pt idx="58">
                  <c:v>46111</c:v>
                </c:pt>
                <c:pt idx="59">
                  <c:v>46112</c:v>
                </c:pt>
                <c:pt idx="60">
                  <c:v>46113</c:v>
                </c:pt>
                <c:pt idx="61">
                  <c:v>46114</c:v>
                </c:pt>
                <c:pt idx="62">
                  <c:v>46115</c:v>
                </c:pt>
                <c:pt idx="63">
                  <c:v>46118</c:v>
                </c:pt>
                <c:pt idx="64">
                  <c:v>46119</c:v>
                </c:pt>
                <c:pt idx="65">
                  <c:v>46120</c:v>
                </c:pt>
                <c:pt idx="66">
                  <c:v>46121</c:v>
                </c:pt>
                <c:pt idx="67">
                  <c:v>46122</c:v>
                </c:pt>
                <c:pt idx="68">
                  <c:v>46125</c:v>
                </c:pt>
                <c:pt idx="69">
                  <c:v>46126</c:v>
                </c:pt>
                <c:pt idx="70">
                  <c:v>46127</c:v>
                </c:pt>
                <c:pt idx="71">
                  <c:v>46128</c:v>
                </c:pt>
                <c:pt idx="72">
                  <c:v>46129</c:v>
                </c:pt>
                <c:pt idx="73">
                  <c:v>46132</c:v>
                </c:pt>
                <c:pt idx="74">
                  <c:v>46133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46148</c:v>
                </c:pt>
                <c:pt idx="84">
                  <c:v>46149</c:v>
                </c:pt>
                <c:pt idx="85">
                  <c:v>46150</c:v>
                </c:pt>
                <c:pt idx="86">
                  <c:v>46153</c:v>
                </c:pt>
                <c:pt idx="87">
                  <c:v>46154</c:v>
                </c:pt>
                <c:pt idx="88">
                  <c:v>46155</c:v>
                </c:pt>
                <c:pt idx="89">
                  <c:v>46156</c:v>
                </c:pt>
                <c:pt idx="90">
                  <c:v>46157</c:v>
                </c:pt>
                <c:pt idx="91">
                  <c:v>46160</c:v>
                </c:pt>
                <c:pt idx="92">
                  <c:v>46161</c:v>
                </c:pt>
                <c:pt idx="93">
                  <c:v>46162</c:v>
                </c:pt>
                <c:pt idx="94">
                  <c:v>46163</c:v>
                </c:pt>
                <c:pt idx="95">
                  <c:v>46164</c:v>
                </c:pt>
                <c:pt idx="96">
                  <c:v>46168</c:v>
                </c:pt>
                <c:pt idx="97">
                  <c:v>46169</c:v>
                </c:pt>
                <c:pt idx="98">
                  <c:v>46170</c:v>
                </c:pt>
                <c:pt idx="99">
                  <c:v>46171</c:v>
                </c:pt>
                <c:pt idx="100">
                  <c:v>46174</c:v>
                </c:pt>
                <c:pt idx="101">
                  <c:v>46175</c:v>
                </c:pt>
                <c:pt idx="102">
                  <c:v>46177</c:v>
                </c:pt>
                <c:pt idx="103">
                  <c:v>46178</c:v>
                </c:pt>
                <c:pt idx="104">
                  <c:v>46181</c:v>
                </c:pt>
                <c:pt idx="105">
                  <c:v>46182</c:v>
                </c:pt>
                <c:pt idx="106">
                  <c:v>46183</c:v>
                </c:pt>
                <c:pt idx="107">
                  <c:v>46184</c:v>
                </c:pt>
                <c:pt idx="108">
                  <c:v>46185</c:v>
                </c:pt>
                <c:pt idx="109">
                  <c:v>46188</c:v>
                </c:pt>
                <c:pt idx="110">
                  <c:v>46189</c:v>
                </c:pt>
                <c:pt idx="111">
                  <c:v>46190</c:v>
                </c:pt>
                <c:pt idx="112">
                  <c:v>46191</c:v>
                </c:pt>
                <c:pt idx="113">
                  <c:v>46192</c:v>
                </c:pt>
                <c:pt idx="114">
                  <c:v>46195</c:v>
                </c:pt>
                <c:pt idx="115">
                  <c:v>46196</c:v>
                </c:pt>
                <c:pt idx="116">
                  <c:v>46197</c:v>
                </c:pt>
                <c:pt idx="117">
                  <c:v>46198</c:v>
                </c:pt>
                <c:pt idx="118">
                  <c:v>46199</c:v>
                </c:pt>
                <c:pt idx="119">
                  <c:v>46202</c:v>
                </c:pt>
                <c:pt idx="120">
                  <c:v>46203</c:v>
                </c:pt>
                <c:pt idx="121">
                  <c:v>46204</c:v>
                </c:pt>
                <c:pt idx="122">
                  <c:v>46205</c:v>
                </c:pt>
                <c:pt idx="123">
                  <c:v>46206</c:v>
                </c:pt>
                <c:pt idx="124">
                  <c:v>46209</c:v>
                </c:pt>
                <c:pt idx="125">
                  <c:v>46210</c:v>
                </c:pt>
                <c:pt idx="126">
                  <c:v>46211</c:v>
                </c:pt>
                <c:pt idx="127">
                  <c:v>46212</c:v>
                </c:pt>
                <c:pt idx="128">
                  <c:v>46213</c:v>
                </c:pt>
                <c:pt idx="129">
                  <c:v>46216</c:v>
                </c:pt>
                <c:pt idx="130">
                  <c:v>46217</c:v>
                </c:pt>
                <c:pt idx="131">
                  <c:v>46218</c:v>
                </c:pt>
                <c:pt idx="132">
                  <c:v>46219</c:v>
                </c:pt>
                <c:pt idx="133">
                  <c:v>46223</c:v>
                </c:pt>
                <c:pt idx="134">
                  <c:v>46224</c:v>
                </c:pt>
                <c:pt idx="135">
                  <c:v>46225</c:v>
                </c:pt>
                <c:pt idx="136">
                  <c:v>46226</c:v>
                </c:pt>
                <c:pt idx="137">
                  <c:v>46227</c:v>
                </c:pt>
                <c:pt idx="138">
                  <c:v>46230</c:v>
                </c:pt>
                <c:pt idx="139">
                  <c:v>46231</c:v>
                </c:pt>
                <c:pt idx="140">
                  <c:v>46232</c:v>
                </c:pt>
                <c:pt idx="141">
                  <c:v>46233</c:v>
                </c:pt>
                <c:pt idx="142">
                  <c:v>46234</c:v>
                </c:pt>
                <c:pt idx="143">
                  <c:v>46237</c:v>
                </c:pt>
                <c:pt idx="144">
                  <c:v>46238</c:v>
                </c:pt>
                <c:pt idx="145">
                  <c:v>46239</c:v>
                </c:pt>
                <c:pt idx="146">
                  <c:v>46240</c:v>
                </c:pt>
                <c:pt idx="147">
                  <c:v>46241</c:v>
                </c:pt>
                <c:pt idx="148">
                  <c:v>46244</c:v>
                </c:pt>
                <c:pt idx="149">
                  <c:v>46245</c:v>
                </c:pt>
                <c:pt idx="150">
                  <c:v>46246</c:v>
                </c:pt>
                <c:pt idx="151">
                  <c:v>46247</c:v>
                </c:pt>
                <c:pt idx="152">
                  <c:v>46248</c:v>
                </c:pt>
                <c:pt idx="153">
                  <c:v>46252</c:v>
                </c:pt>
                <c:pt idx="154">
                  <c:v>46253</c:v>
                </c:pt>
                <c:pt idx="155">
                  <c:v>46254</c:v>
                </c:pt>
                <c:pt idx="156">
                  <c:v>46255</c:v>
                </c:pt>
                <c:pt idx="157">
                  <c:v>46258</c:v>
                </c:pt>
                <c:pt idx="158">
                  <c:v>46259</c:v>
                </c:pt>
                <c:pt idx="159">
                  <c:v>46260</c:v>
                </c:pt>
                <c:pt idx="160">
                  <c:v>46261</c:v>
                </c:pt>
                <c:pt idx="161">
                  <c:v>46262</c:v>
                </c:pt>
                <c:pt idx="162">
                  <c:v>46265</c:v>
                </c:pt>
                <c:pt idx="163">
                  <c:v>46266</c:v>
                </c:pt>
                <c:pt idx="164">
                  <c:v>46267</c:v>
                </c:pt>
                <c:pt idx="165">
                  <c:v>46268</c:v>
                </c:pt>
                <c:pt idx="166">
                  <c:v>46269</c:v>
                </c:pt>
                <c:pt idx="167">
                  <c:v>46272</c:v>
                </c:pt>
                <c:pt idx="168">
                  <c:v>46273</c:v>
                </c:pt>
                <c:pt idx="169">
                  <c:v>46274</c:v>
                </c:pt>
                <c:pt idx="170">
                  <c:v>46275</c:v>
                </c:pt>
                <c:pt idx="171">
                  <c:v>46276</c:v>
                </c:pt>
                <c:pt idx="172">
                  <c:v>46279</c:v>
                </c:pt>
                <c:pt idx="173">
                  <c:v>46280</c:v>
                </c:pt>
                <c:pt idx="174">
                  <c:v>46281</c:v>
                </c:pt>
                <c:pt idx="175">
                  <c:v>46282</c:v>
                </c:pt>
                <c:pt idx="176">
                  <c:v>46283</c:v>
                </c:pt>
                <c:pt idx="177">
                  <c:v>46286</c:v>
                </c:pt>
                <c:pt idx="178">
                  <c:v>46287</c:v>
                </c:pt>
                <c:pt idx="179">
                  <c:v>46288</c:v>
                </c:pt>
                <c:pt idx="180">
                  <c:v>46293</c:v>
                </c:pt>
                <c:pt idx="181">
                  <c:v>46294</c:v>
                </c:pt>
                <c:pt idx="182">
                  <c:v>46295</c:v>
                </c:pt>
                <c:pt idx="183">
                  <c:v>46296</c:v>
                </c:pt>
                <c:pt idx="184">
                  <c:v>46297</c:v>
                </c:pt>
                <c:pt idx="185">
                  <c:v>46301</c:v>
                </c:pt>
                <c:pt idx="186">
                  <c:v>46302</c:v>
                </c:pt>
                <c:pt idx="187">
                  <c:v>46303</c:v>
                </c:pt>
              </c:numCache>
            </c:numRef>
          </c:cat>
          <c:val>
            <c:numRef>
              <c:f>'업종별 FA'!$EH$39:$EH$1000</c:f>
              <c:numCache>
                <c:formatCode>_(* #,##0_);_(* \(#,##0\);_(* "-"_);_(@_)</c:formatCode>
                <c:ptCount val="962"/>
                <c:pt idx="0">
                  <c:v>71237.97</c:v>
                </c:pt>
                <c:pt idx="1">
                  <c:v>71129.16</c:v>
                </c:pt>
                <c:pt idx="2">
                  <c:v>71129.16</c:v>
                </c:pt>
                <c:pt idx="3">
                  <c:v>71129.16</c:v>
                </c:pt>
                <c:pt idx="4">
                  <c:v>71129.16</c:v>
                </c:pt>
                <c:pt idx="5">
                  <c:v>71129.16</c:v>
                </c:pt>
                <c:pt idx="6">
                  <c:v>79768.490000000005</c:v>
                </c:pt>
                <c:pt idx="7">
                  <c:v>79768.490000000005</c:v>
                </c:pt>
                <c:pt idx="8">
                  <c:v>79768.490000000005</c:v>
                </c:pt>
                <c:pt idx="9">
                  <c:v>79768.490000000005</c:v>
                </c:pt>
                <c:pt idx="10">
                  <c:v>79768.490000000005</c:v>
                </c:pt>
                <c:pt idx="11">
                  <c:v>82277.78</c:v>
                </c:pt>
                <c:pt idx="12">
                  <c:v>82277.78</c:v>
                </c:pt>
                <c:pt idx="13">
                  <c:v>82277.78</c:v>
                </c:pt>
                <c:pt idx="14">
                  <c:v>82277.78</c:v>
                </c:pt>
                <c:pt idx="15">
                  <c:v>82277.78</c:v>
                </c:pt>
                <c:pt idx="16">
                  <c:v>84210.01</c:v>
                </c:pt>
                <c:pt idx="17">
                  <c:v>84210.01</c:v>
                </c:pt>
                <c:pt idx="18">
                  <c:v>84210.01</c:v>
                </c:pt>
                <c:pt idx="19">
                  <c:v>84210.01</c:v>
                </c:pt>
                <c:pt idx="20">
                  <c:v>84210.01</c:v>
                </c:pt>
                <c:pt idx="21">
                  <c:v>108715.37</c:v>
                </c:pt>
                <c:pt idx="22">
                  <c:v>108715.37</c:v>
                </c:pt>
                <c:pt idx="23">
                  <c:v>108715.37</c:v>
                </c:pt>
                <c:pt idx="24">
                  <c:v>108715.37</c:v>
                </c:pt>
                <c:pt idx="25">
                  <c:v>108715.37</c:v>
                </c:pt>
                <c:pt idx="26">
                  <c:v>109568.47</c:v>
                </c:pt>
                <c:pt idx="27">
                  <c:v>109568.47</c:v>
                </c:pt>
                <c:pt idx="28">
                  <c:v>109568.47</c:v>
                </c:pt>
                <c:pt idx="29">
                  <c:v>109568.47</c:v>
                </c:pt>
                <c:pt idx="30">
                  <c:v>109568.47</c:v>
                </c:pt>
                <c:pt idx="31">
                  <c:v>111721.85</c:v>
                </c:pt>
                <c:pt idx="32">
                  <c:v>111721.85</c:v>
                </c:pt>
                <c:pt idx="33" formatCode="#,##0.00">
                  <c:v>111604.61</c:v>
                </c:pt>
                <c:pt idx="34" formatCode="#,##0.00">
                  <c:v>111604.61</c:v>
                </c:pt>
                <c:pt idx="35" formatCode="#,##0.00">
                  <c:v>111604.61</c:v>
                </c:pt>
                <c:pt idx="36" formatCode="#,##0.00">
                  <c:v>111604.61</c:v>
                </c:pt>
                <c:pt idx="37" formatCode="#,##0.00">
                  <c:v>111604.61</c:v>
                </c:pt>
                <c:pt idx="38" formatCode="#,##0.00">
                  <c:v>118296.92</c:v>
                </c:pt>
                <c:pt idx="39" formatCode="#,##0.00">
                  <c:v>118296.92</c:v>
                </c:pt>
                <c:pt idx="40" formatCode="#,##0.00">
                  <c:v>118296.92</c:v>
                </c:pt>
                <c:pt idx="41" formatCode="#,##0.00">
                  <c:v>118296.92</c:v>
                </c:pt>
                <c:pt idx="42" formatCode="#,##0.00">
                  <c:v>117596.86</c:v>
                </c:pt>
                <c:pt idx="43" formatCode="#,##0.00">
                  <c:v>117596.86</c:v>
                </c:pt>
                <c:pt idx="44" formatCode="#,##0.00">
                  <c:v>117596.86</c:v>
                </c:pt>
                <c:pt idx="45" formatCode="#,##0.00">
                  <c:v>117596.86</c:v>
                </c:pt>
                <c:pt idx="46" formatCode="#,##0.00">
                  <c:v>117596.86</c:v>
                </c:pt>
                <c:pt idx="47" formatCode="#,##0.00">
                  <c:v>124102.82</c:v>
                </c:pt>
                <c:pt idx="48" formatCode="#,##0.00">
                  <c:v>124102.82</c:v>
                </c:pt>
                <c:pt idx="49" formatCode="#,##0.00">
                  <c:v>124102.82</c:v>
                </c:pt>
                <c:pt idx="50" formatCode="#,##0.00">
                  <c:v>124102.82</c:v>
                </c:pt>
                <c:pt idx="51" formatCode="#,##0.00">
                  <c:v>124102.82</c:v>
                </c:pt>
                <c:pt idx="52" formatCode="#,##0.00">
                  <c:v>125456.31</c:v>
                </c:pt>
                <c:pt idx="53" formatCode="#,##0.00">
                  <c:v>125456.31</c:v>
                </c:pt>
                <c:pt idx="54" formatCode="#,##0.00">
                  <c:v>125456.31</c:v>
                </c:pt>
                <c:pt idx="55" formatCode="#,##0.00">
                  <c:v>125456.31</c:v>
                </c:pt>
                <c:pt idx="56" formatCode="#,##0.00">
                  <c:v>125456.31</c:v>
                </c:pt>
                <c:pt idx="57" formatCode="#,##0.00">
                  <c:v>125778.3</c:v>
                </c:pt>
                <c:pt idx="58" formatCode="#,##0.00">
                  <c:v>125778.3</c:v>
                </c:pt>
                <c:pt idx="59" formatCode="#,##0.00">
                  <c:v>125778.3</c:v>
                </c:pt>
                <c:pt idx="60" formatCode="#,##0.00">
                  <c:v>125778.3</c:v>
                </c:pt>
                <c:pt idx="61" formatCode="#,##0.00">
                  <c:v>125778.3</c:v>
                </c:pt>
                <c:pt idx="62" formatCode="#,##0.00">
                  <c:v>133190.64000000001</c:v>
                </c:pt>
                <c:pt idx="63" formatCode="#,##0.00">
                  <c:v>133190.64000000001</c:v>
                </c:pt>
                <c:pt idx="64" formatCode="#,##0.00">
                  <c:v>133190.64000000001</c:v>
                </c:pt>
                <c:pt idx="65" formatCode="#,##0.00">
                  <c:v>133190.64000000001</c:v>
                </c:pt>
                <c:pt idx="66" formatCode="#,##0.00">
                  <c:v>133190.64000000001</c:v>
                </c:pt>
                <c:pt idx="67" formatCode="#,##0.00">
                  <c:v>160201.44</c:v>
                </c:pt>
                <c:pt idx="68" formatCode="#,##0.00">
                  <c:v>160201.44</c:v>
                </c:pt>
                <c:pt idx="69" formatCode="#,##0.00">
                  <c:v>160201.44</c:v>
                </c:pt>
                <c:pt idx="70" formatCode="#,##0.00">
                  <c:v>160201.44</c:v>
                </c:pt>
                <c:pt idx="71" formatCode="#,##0.00">
                  <c:v>160201.44</c:v>
                </c:pt>
                <c:pt idx="72" formatCode="#,##0.00">
                  <c:v>161282.20000000001</c:v>
                </c:pt>
                <c:pt idx="73" formatCode="#,##0.00">
                  <c:v>161282.20000000001</c:v>
                </c:pt>
                <c:pt idx="74" formatCode="#,##0.00">
                  <c:v>161282.20000000001</c:v>
                </c:pt>
                <c:pt idx="75" formatCode="#,##0.00">
                  <c:v>161282.20000000001</c:v>
                </c:pt>
                <c:pt idx="76" formatCode="#,##0.00">
                  <c:v>161282.20000000001</c:v>
                </c:pt>
                <c:pt idx="77" formatCode="#,##0.00">
                  <c:v>174795.47</c:v>
                </c:pt>
                <c:pt idx="78" formatCode="#,##0.00">
                  <c:v>174795.47</c:v>
                </c:pt>
                <c:pt idx="79" formatCode="#,##0.00">
                  <c:v>174795.47</c:v>
                </c:pt>
                <c:pt idx="80" formatCode="#,##0.00">
                  <c:v>174795.47</c:v>
                </c:pt>
                <c:pt idx="81" formatCode="#,##0.00">
                  <c:v>181437.4</c:v>
                </c:pt>
                <c:pt idx="82" formatCode="#,##0.00">
                  <c:v>181437.4</c:v>
                </c:pt>
                <c:pt idx="83" formatCode="#,##0.00">
                  <c:v>181437.4</c:v>
                </c:pt>
                <c:pt idx="84" formatCode="#,##0.00">
                  <c:v>181437.4</c:v>
                </c:pt>
                <c:pt idx="85" formatCode="#,##0.00">
                  <c:v>190072.57</c:v>
                </c:pt>
                <c:pt idx="86" formatCode="#,##0.00">
                  <c:v>190072.57</c:v>
                </c:pt>
                <c:pt idx="87" formatCode="#,##0.00">
                  <c:v>190072.57</c:v>
                </c:pt>
                <c:pt idx="88" formatCode="#,##0.00">
                  <c:v>190072.57</c:v>
                </c:pt>
                <c:pt idx="89" formatCode="#,##0.00">
                  <c:v>190072.57</c:v>
                </c:pt>
                <c:pt idx="90" formatCode="#,##0.00">
                  <c:v>191661.32</c:v>
                </c:pt>
                <c:pt idx="91" formatCode="#,##0.00">
                  <c:v>191661.32</c:v>
                </c:pt>
                <c:pt idx="92" formatCode="#,##0.00">
                  <c:v>191661.32</c:v>
                </c:pt>
                <c:pt idx="93" formatCode="#,##0.00">
                  <c:v>191661.32</c:v>
                </c:pt>
                <c:pt idx="94" formatCode="#,##0.00">
                  <c:v>191661.32</c:v>
                </c:pt>
                <c:pt idx="95" formatCode="#,##0.00">
                  <c:v>192517.75</c:v>
                </c:pt>
                <c:pt idx="96" formatCode="#,##0.00">
                  <c:v>192517.75</c:v>
                </c:pt>
                <c:pt idx="97" formatCode="#,##0.00">
                  <c:v>192517.75</c:v>
                </c:pt>
                <c:pt idx="98" formatCode="#,##0.00">
                  <c:v>192517.75</c:v>
                </c:pt>
                <c:pt idx="99" formatCode="#,##0.00">
                  <c:v>192789.94</c:v>
                </c:pt>
                <c:pt idx="100" formatCode="#,##0.00">
                  <c:v>192789.94</c:v>
                </c:pt>
                <c:pt idx="101" formatCode="#,##0.00">
                  <c:v>192789.94</c:v>
                </c:pt>
                <c:pt idx="102" formatCode="#,##0.00">
                  <c:v>192789.94</c:v>
                </c:pt>
                <c:pt idx="103" formatCode="#,##0.00">
                  <c:v>192780.09</c:v>
                </c:pt>
                <c:pt idx="104" formatCode="#,##0.00">
                  <c:v>192780.09</c:v>
                </c:pt>
                <c:pt idx="105" formatCode="#,##0.00">
                  <c:v>192780.09</c:v>
                </c:pt>
                <c:pt idx="106" formatCode="#,##0.00">
                  <c:v>192780.09</c:v>
                </c:pt>
                <c:pt idx="107" formatCode="#,##0.00">
                  <c:v>192780.09</c:v>
                </c:pt>
                <c:pt idx="108" formatCode="#,##0.00">
                  <c:v>198843.23</c:v>
                </c:pt>
                <c:pt idx="109" formatCode="#,##0.00">
                  <c:v>198843.23</c:v>
                </c:pt>
                <c:pt idx="110" formatCode="#,##0.00">
                  <c:v>198843.23</c:v>
                </c:pt>
                <c:pt idx="111" formatCode="#,##0.00">
                  <c:v>198843.23</c:v>
                </c:pt>
                <c:pt idx="112" formatCode="#,##0.00">
                  <c:v>198843.23</c:v>
                </c:pt>
                <c:pt idx="113" formatCode="#,##0.00">
                  <c:v>199956.22</c:v>
                </c:pt>
                <c:pt idx="114" formatCode="#,##0.00">
                  <c:v>199956.22</c:v>
                </c:pt>
                <c:pt idx="115" formatCode="#,##0.00">
                  <c:v>199956.22</c:v>
                </c:pt>
                <c:pt idx="116" formatCode="#,##0.00">
                  <c:v>199956.22</c:v>
                </c:pt>
                <c:pt idx="117" formatCode="#,##0.00">
                  <c:v>199956.22</c:v>
                </c:pt>
                <c:pt idx="118" formatCode="#,##0.00">
                  <c:v>204547.61</c:v>
                </c:pt>
                <c:pt idx="119" formatCode="#,##0.00">
                  <c:v>204547.61</c:v>
                </c:pt>
                <c:pt idx="120" formatCode="#,##0.00">
                  <c:v>204547.61</c:v>
                </c:pt>
                <c:pt idx="121" formatCode="#,##0.00">
                  <c:v>204547.61</c:v>
                </c:pt>
                <c:pt idx="122" formatCode="#,##0.00">
                  <c:v>204547.61</c:v>
                </c:pt>
                <c:pt idx="123" formatCode="#,##0.00">
                  <c:v>209041.68</c:v>
                </c:pt>
                <c:pt idx="124" formatCode="#,##0.00">
                  <c:v>209041.68</c:v>
                </c:pt>
                <c:pt idx="125" formatCode="#,##0.00">
                  <c:v>209041.68</c:v>
                </c:pt>
                <c:pt idx="126" formatCode="#,##0.00">
                  <c:v>209041.68</c:v>
                </c:pt>
                <c:pt idx="127" formatCode="#,##0.00">
                  <c:v>209041.68</c:v>
                </c:pt>
                <c:pt idx="128" formatCode="#,##0.00">
                  <c:v>213071.96</c:v>
                </c:pt>
                <c:pt idx="129" formatCode="#,##0.00">
                  <c:v>213071.96</c:v>
                </c:pt>
                <c:pt idx="130" formatCode="#,##0.00">
                  <c:v>213071.96</c:v>
                </c:pt>
                <c:pt idx="131" formatCode="#,##0.00">
                  <c:v>213071.96</c:v>
                </c:pt>
                <c:pt idx="132" formatCode="#,##0.00">
                  <c:v>211572.63</c:v>
                </c:pt>
                <c:pt idx="133" formatCode="#,##0.00">
                  <c:v>211572.63</c:v>
                </c:pt>
                <c:pt idx="134" formatCode="#,##0.00">
                  <c:v>211572.63</c:v>
                </c:pt>
                <c:pt idx="135" formatCode="#,##0.00">
                  <c:v>211572.63</c:v>
                </c:pt>
                <c:pt idx="136" formatCode="#,##0.00">
                  <c:v>211572.63</c:v>
                </c:pt>
                <c:pt idx="137" formatCode="#,##0.00">
                  <c:v>211196.7</c:v>
                </c:pt>
                <c:pt idx="138" formatCode="#,##0.00">
                  <c:v>211196.7</c:v>
                </c:pt>
                <c:pt idx="139" formatCode="0%">
                  <c:v>211196.7</c:v>
                </c:pt>
                <c:pt idx="140" formatCode="#,##0.00">
                  <c:v>211196.7</c:v>
                </c:pt>
                <c:pt idx="141" formatCode="#,##0.00">
                  <c:v>211196.7</c:v>
                </c:pt>
                <c:pt idx="142" formatCode="#,##0.00">
                  <c:v>211631.17</c:v>
                </c:pt>
                <c:pt idx="143" formatCode="#,##0.00">
                  <c:v>211631.17</c:v>
                </c:pt>
                <c:pt idx="144" formatCode="#,##0.00">
                  <c:v>211631.17</c:v>
                </c:pt>
                <c:pt idx="145" formatCode="#,##0.00">
                  <c:v>211631.17</c:v>
                </c:pt>
                <c:pt idx="146" formatCode="#,##0.00">
                  <c:v>211631.17</c:v>
                </c:pt>
                <c:pt idx="147" formatCode="#,##0.00">
                  <c:v>212226.6</c:v>
                </c:pt>
                <c:pt idx="148" formatCode="#,##0.00">
                  <c:v>212226.6</c:v>
                </c:pt>
                <c:pt idx="149" formatCode="#,##0.00">
                  <c:v>212226.6</c:v>
                </c:pt>
                <c:pt idx="150" formatCode="#,##0.00">
                  <c:v>212226.6</c:v>
                </c:pt>
                <c:pt idx="151" formatCode="#,##0.00">
                  <c:v>212226.6</c:v>
                </c:pt>
                <c:pt idx="152" formatCode="#,##0.00">
                  <c:v>212428.68</c:v>
                </c:pt>
                <c:pt idx="153" formatCode="#,##0.00">
                  <c:v>212428.68</c:v>
                </c:pt>
                <c:pt idx="154" formatCode="#,##0.00">
                  <c:v>212428.68</c:v>
                </c:pt>
                <c:pt idx="155" formatCode="#,##0.00">
                  <c:v>212428.68</c:v>
                </c:pt>
                <c:pt idx="156" formatCode="#,##0.00">
                  <c:v>215066.9</c:v>
                </c:pt>
                <c:pt idx="157" formatCode="#,##0.00">
                  <c:v>215066.9</c:v>
                </c:pt>
                <c:pt idx="158" formatCode="#,##0.00">
                  <c:v>215066.9</c:v>
                </c:pt>
                <c:pt idx="159" formatCode="0.0%">
                  <c:v>215066.9</c:v>
                </c:pt>
                <c:pt idx="160" formatCode="#,##0.00">
                  <c:v>215066.9</c:v>
                </c:pt>
                <c:pt idx="161" formatCode="#,##0.00">
                  <c:v>215167.54</c:v>
                </c:pt>
                <c:pt idx="162" formatCode="#,##0.00">
                  <c:v>215167.54</c:v>
                </c:pt>
                <c:pt idx="163" formatCode="#,##0.00">
                  <c:v>215167.54</c:v>
                </c:pt>
                <c:pt idx="164" formatCode="0.00%">
                  <c:v>215167.54</c:v>
                </c:pt>
                <c:pt idx="165" formatCode="#,##0.00">
                  <c:v>215167.54</c:v>
                </c:pt>
                <c:pt idx="166" formatCode="#,##0.00">
                  <c:v>214862.46</c:v>
                </c:pt>
                <c:pt idx="167" formatCode="#,##0.00">
                  <c:v>214862.46</c:v>
                </c:pt>
                <c:pt idx="168" formatCode="#,##0.00">
                  <c:v>214862.46</c:v>
                </c:pt>
                <c:pt idx="169" formatCode="#,##0.00">
                  <c:v>214862.46</c:v>
                </c:pt>
                <c:pt idx="170" formatCode="0.00%">
                  <c:v>214862.46</c:v>
                </c:pt>
                <c:pt idx="171" formatCode="#,##0.00">
                  <c:v>213492.34</c:v>
                </c:pt>
                <c:pt idx="172" formatCode="0.00%">
                  <c:v>213492.34</c:v>
                </c:pt>
                <c:pt idx="173" formatCode="#,##0.00">
                  <c:v>213492.34</c:v>
                </c:pt>
                <c:pt idx="174" formatCode="#,##0.00">
                  <c:v>213492.34</c:v>
                </c:pt>
                <c:pt idx="175" formatCode="#,##0.00">
                  <c:v>213492.34</c:v>
                </c:pt>
                <c:pt idx="176" formatCode="#,##0.00">
                  <c:v>212252.49</c:v>
                </c:pt>
                <c:pt idx="177" formatCode="0.00%">
                  <c:v>212252.49</c:v>
                </c:pt>
                <c:pt idx="178" formatCode="#,##0.00">
                  <c:v>212252.49</c:v>
                </c:pt>
                <c:pt idx="179" formatCode="#,##0.00">
                  <c:v>210626.89</c:v>
                </c:pt>
                <c:pt idx="180" formatCode="#,##0.00">
                  <c:v>210626.89</c:v>
                </c:pt>
                <c:pt idx="181" formatCode="#,##0.00">
                  <c:v>210626.89</c:v>
                </c:pt>
                <c:pt idx="182" formatCode="0.0%">
                  <c:v>210626.89</c:v>
                </c:pt>
                <c:pt idx="183" formatCode="#,##0.00">
                  <c:v>208033.5</c:v>
                </c:pt>
                <c:pt idx="184" formatCode="#,##0.00">
                  <c:v>207981.48</c:v>
                </c:pt>
                <c:pt idx="185" formatCode="#,##0.00">
                  <c:v>205243.91</c:v>
                </c:pt>
                <c:pt idx="186" formatCode="#,##0.00">
                  <c:v>202876.26</c:v>
                </c:pt>
                <c:pt idx="187" formatCode="#,##0.00">
                  <c:v>202730.88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FD-42AD-91E0-A588D3AA3D1A}"/>
            </c:ext>
          </c:extLst>
        </c:ser>
        <c:ser>
          <c:idx val="0"/>
          <c:order val="3"/>
          <c:tx>
            <c:strRef>
              <c:f>'업종별 FA'!$DY$19</c:f>
              <c:strCache>
                <c:ptCount val="1"/>
                <c:pt idx="0">
                  <c:v>1Q26</c:v>
                </c:pt>
              </c:strCache>
            </c:strRef>
          </c:tx>
          <c:spPr>
            <a:ln w="12700">
              <a:solidFill>
                <a:srgbClr val="EFF8FF"/>
              </a:solidFill>
              <a:prstDash val="solid"/>
            </a:ln>
          </c:spPr>
          <c:marker>
            <c:symbol val="none"/>
          </c:marker>
          <c:cat>
            <c:numRef>
              <c:f>'업종별 FA'!$DY$39:$DY$1000</c:f>
              <c:numCache>
                <c:formatCode>m/d/yyyy</c:formatCode>
                <c:ptCount val="962"/>
                <c:pt idx="0">
                  <c:v>46021</c:v>
                </c:pt>
                <c:pt idx="1">
                  <c:v>46024</c:v>
                </c:pt>
                <c:pt idx="2">
                  <c:v>46027</c:v>
                </c:pt>
                <c:pt idx="3">
                  <c:v>46028</c:v>
                </c:pt>
                <c:pt idx="4">
                  <c:v>46029</c:v>
                </c:pt>
                <c:pt idx="5">
                  <c:v>46030</c:v>
                </c:pt>
                <c:pt idx="6">
                  <c:v>46031</c:v>
                </c:pt>
                <c:pt idx="7">
                  <c:v>46034</c:v>
                </c:pt>
                <c:pt idx="8">
                  <c:v>46035</c:v>
                </c:pt>
                <c:pt idx="9">
                  <c:v>46036</c:v>
                </c:pt>
                <c:pt idx="10">
                  <c:v>46037</c:v>
                </c:pt>
                <c:pt idx="11">
                  <c:v>46038</c:v>
                </c:pt>
                <c:pt idx="12">
                  <c:v>46041</c:v>
                </c:pt>
                <c:pt idx="13">
                  <c:v>46042</c:v>
                </c:pt>
                <c:pt idx="14">
                  <c:v>46043</c:v>
                </c:pt>
                <c:pt idx="15">
                  <c:v>46044</c:v>
                </c:pt>
                <c:pt idx="16">
                  <c:v>46045</c:v>
                </c:pt>
                <c:pt idx="17">
                  <c:v>46048</c:v>
                </c:pt>
                <c:pt idx="18">
                  <c:v>46049</c:v>
                </c:pt>
                <c:pt idx="19">
                  <c:v>46050</c:v>
                </c:pt>
                <c:pt idx="20">
                  <c:v>46051</c:v>
                </c:pt>
                <c:pt idx="21">
                  <c:v>46052</c:v>
                </c:pt>
                <c:pt idx="22">
                  <c:v>46055</c:v>
                </c:pt>
                <c:pt idx="23">
                  <c:v>46056</c:v>
                </c:pt>
                <c:pt idx="24">
                  <c:v>46057</c:v>
                </c:pt>
                <c:pt idx="25">
                  <c:v>46058</c:v>
                </c:pt>
                <c:pt idx="26">
                  <c:v>46059</c:v>
                </c:pt>
                <c:pt idx="27">
                  <c:v>46062</c:v>
                </c:pt>
                <c:pt idx="28">
                  <c:v>46063</c:v>
                </c:pt>
                <c:pt idx="29">
                  <c:v>46064</c:v>
                </c:pt>
                <c:pt idx="30">
                  <c:v>46065</c:v>
                </c:pt>
                <c:pt idx="31">
                  <c:v>46066</c:v>
                </c:pt>
                <c:pt idx="32">
                  <c:v>46072</c:v>
                </c:pt>
                <c:pt idx="33">
                  <c:v>46073</c:v>
                </c:pt>
                <c:pt idx="34">
                  <c:v>46076</c:v>
                </c:pt>
                <c:pt idx="35">
                  <c:v>46077</c:v>
                </c:pt>
                <c:pt idx="36">
                  <c:v>46078</c:v>
                </c:pt>
                <c:pt idx="37">
                  <c:v>46079</c:v>
                </c:pt>
                <c:pt idx="38">
                  <c:v>46080</c:v>
                </c:pt>
                <c:pt idx="39">
                  <c:v>46084</c:v>
                </c:pt>
                <c:pt idx="40">
                  <c:v>46085</c:v>
                </c:pt>
                <c:pt idx="41">
                  <c:v>46086</c:v>
                </c:pt>
                <c:pt idx="42">
                  <c:v>46087</c:v>
                </c:pt>
                <c:pt idx="43">
                  <c:v>46090</c:v>
                </c:pt>
                <c:pt idx="44">
                  <c:v>46091</c:v>
                </c:pt>
                <c:pt idx="45">
                  <c:v>46092</c:v>
                </c:pt>
                <c:pt idx="46">
                  <c:v>46093</c:v>
                </c:pt>
                <c:pt idx="47">
                  <c:v>46094</c:v>
                </c:pt>
                <c:pt idx="48">
                  <c:v>46097</c:v>
                </c:pt>
                <c:pt idx="49">
                  <c:v>46098</c:v>
                </c:pt>
                <c:pt idx="50">
                  <c:v>46099</c:v>
                </c:pt>
                <c:pt idx="51">
                  <c:v>46100</c:v>
                </c:pt>
                <c:pt idx="52">
                  <c:v>46101</c:v>
                </c:pt>
                <c:pt idx="53">
                  <c:v>46104</c:v>
                </c:pt>
                <c:pt idx="54">
                  <c:v>46105</c:v>
                </c:pt>
                <c:pt idx="55">
                  <c:v>46106</c:v>
                </c:pt>
                <c:pt idx="56">
                  <c:v>46107</c:v>
                </c:pt>
                <c:pt idx="57">
                  <c:v>46108</c:v>
                </c:pt>
                <c:pt idx="58">
                  <c:v>46111</c:v>
                </c:pt>
                <c:pt idx="59">
                  <c:v>46112</c:v>
                </c:pt>
                <c:pt idx="60">
                  <c:v>46113</c:v>
                </c:pt>
                <c:pt idx="61">
                  <c:v>46114</c:v>
                </c:pt>
                <c:pt idx="62">
                  <c:v>46115</c:v>
                </c:pt>
                <c:pt idx="63">
                  <c:v>46118</c:v>
                </c:pt>
                <c:pt idx="64">
                  <c:v>46119</c:v>
                </c:pt>
                <c:pt idx="65">
                  <c:v>46120</c:v>
                </c:pt>
                <c:pt idx="66">
                  <c:v>46121</c:v>
                </c:pt>
                <c:pt idx="67">
                  <c:v>46122</c:v>
                </c:pt>
                <c:pt idx="68">
                  <c:v>46125</c:v>
                </c:pt>
                <c:pt idx="69">
                  <c:v>46126</c:v>
                </c:pt>
                <c:pt idx="70">
                  <c:v>46127</c:v>
                </c:pt>
                <c:pt idx="71">
                  <c:v>46128</c:v>
                </c:pt>
                <c:pt idx="72">
                  <c:v>46129</c:v>
                </c:pt>
                <c:pt idx="73">
                  <c:v>46132</c:v>
                </c:pt>
                <c:pt idx="74">
                  <c:v>46133</c:v>
                </c:pt>
                <c:pt idx="75">
                  <c:v>46134</c:v>
                </c:pt>
                <c:pt idx="76">
                  <c:v>46135</c:v>
                </c:pt>
                <c:pt idx="77">
                  <c:v>46136</c:v>
                </c:pt>
                <c:pt idx="78">
                  <c:v>46139</c:v>
                </c:pt>
                <c:pt idx="79">
                  <c:v>46140</c:v>
                </c:pt>
                <c:pt idx="80">
                  <c:v>46141</c:v>
                </c:pt>
                <c:pt idx="81">
                  <c:v>46142</c:v>
                </c:pt>
                <c:pt idx="82">
                  <c:v>46146</c:v>
                </c:pt>
                <c:pt idx="83">
                  <c:v>46148</c:v>
                </c:pt>
                <c:pt idx="84">
                  <c:v>46149</c:v>
                </c:pt>
                <c:pt idx="85">
                  <c:v>46150</c:v>
                </c:pt>
                <c:pt idx="86">
                  <c:v>46153</c:v>
                </c:pt>
                <c:pt idx="87">
                  <c:v>46154</c:v>
                </c:pt>
                <c:pt idx="88">
                  <c:v>46155</c:v>
                </c:pt>
                <c:pt idx="89">
                  <c:v>46156</c:v>
                </c:pt>
                <c:pt idx="90">
                  <c:v>46157</c:v>
                </c:pt>
                <c:pt idx="91">
                  <c:v>46160</c:v>
                </c:pt>
                <c:pt idx="92">
                  <c:v>46161</c:v>
                </c:pt>
                <c:pt idx="93">
                  <c:v>46162</c:v>
                </c:pt>
                <c:pt idx="94">
                  <c:v>46163</c:v>
                </c:pt>
                <c:pt idx="95">
                  <c:v>46164</c:v>
                </c:pt>
                <c:pt idx="96">
                  <c:v>46168</c:v>
                </c:pt>
                <c:pt idx="97">
                  <c:v>46169</c:v>
                </c:pt>
                <c:pt idx="98">
                  <c:v>46170</c:v>
                </c:pt>
                <c:pt idx="99">
                  <c:v>46171</c:v>
                </c:pt>
                <c:pt idx="100">
                  <c:v>46174</c:v>
                </c:pt>
                <c:pt idx="101">
                  <c:v>46175</c:v>
                </c:pt>
                <c:pt idx="102">
                  <c:v>46177</c:v>
                </c:pt>
                <c:pt idx="103">
                  <c:v>46178</c:v>
                </c:pt>
                <c:pt idx="104">
                  <c:v>46181</c:v>
                </c:pt>
                <c:pt idx="105">
                  <c:v>46182</c:v>
                </c:pt>
                <c:pt idx="106">
                  <c:v>46183</c:v>
                </c:pt>
                <c:pt idx="107">
                  <c:v>46184</c:v>
                </c:pt>
                <c:pt idx="108">
                  <c:v>46185</c:v>
                </c:pt>
                <c:pt idx="109">
                  <c:v>46188</c:v>
                </c:pt>
                <c:pt idx="110">
                  <c:v>46189</c:v>
                </c:pt>
                <c:pt idx="111">
                  <c:v>46190</c:v>
                </c:pt>
                <c:pt idx="112">
                  <c:v>46191</c:v>
                </c:pt>
                <c:pt idx="113">
                  <c:v>46192</c:v>
                </c:pt>
                <c:pt idx="114">
                  <c:v>46195</c:v>
                </c:pt>
                <c:pt idx="115">
                  <c:v>46196</c:v>
                </c:pt>
                <c:pt idx="116">
                  <c:v>46197</c:v>
                </c:pt>
                <c:pt idx="117">
                  <c:v>46198</c:v>
                </c:pt>
                <c:pt idx="118">
                  <c:v>46199</c:v>
                </c:pt>
                <c:pt idx="119">
                  <c:v>46202</c:v>
                </c:pt>
                <c:pt idx="120">
                  <c:v>46203</c:v>
                </c:pt>
                <c:pt idx="121">
                  <c:v>46204</c:v>
                </c:pt>
                <c:pt idx="122">
                  <c:v>46205</c:v>
                </c:pt>
                <c:pt idx="123">
                  <c:v>46206</c:v>
                </c:pt>
                <c:pt idx="124">
                  <c:v>46209</c:v>
                </c:pt>
                <c:pt idx="125">
                  <c:v>46210</c:v>
                </c:pt>
                <c:pt idx="126">
                  <c:v>46211</c:v>
                </c:pt>
                <c:pt idx="127">
                  <c:v>46212</c:v>
                </c:pt>
                <c:pt idx="128">
                  <c:v>46213</c:v>
                </c:pt>
                <c:pt idx="129">
                  <c:v>46216</c:v>
                </c:pt>
                <c:pt idx="130">
                  <c:v>46217</c:v>
                </c:pt>
                <c:pt idx="131">
                  <c:v>46218</c:v>
                </c:pt>
                <c:pt idx="132">
                  <c:v>46219</c:v>
                </c:pt>
                <c:pt idx="133">
                  <c:v>46223</c:v>
                </c:pt>
                <c:pt idx="134">
                  <c:v>46224</c:v>
                </c:pt>
                <c:pt idx="135">
                  <c:v>46225</c:v>
                </c:pt>
                <c:pt idx="136">
                  <c:v>46226</c:v>
                </c:pt>
                <c:pt idx="137">
                  <c:v>46227</c:v>
                </c:pt>
                <c:pt idx="138">
                  <c:v>46230</c:v>
                </c:pt>
                <c:pt idx="139">
                  <c:v>46231</c:v>
                </c:pt>
                <c:pt idx="140">
                  <c:v>46232</c:v>
                </c:pt>
                <c:pt idx="141">
                  <c:v>46233</c:v>
                </c:pt>
                <c:pt idx="142">
                  <c:v>46234</c:v>
                </c:pt>
                <c:pt idx="143">
                  <c:v>46237</c:v>
                </c:pt>
                <c:pt idx="144">
                  <c:v>46238</c:v>
                </c:pt>
                <c:pt idx="145">
                  <c:v>46239</c:v>
                </c:pt>
                <c:pt idx="146">
                  <c:v>46240</c:v>
                </c:pt>
                <c:pt idx="147">
                  <c:v>46241</c:v>
                </c:pt>
                <c:pt idx="148">
                  <c:v>46244</c:v>
                </c:pt>
                <c:pt idx="149">
                  <c:v>46245</c:v>
                </c:pt>
                <c:pt idx="150">
                  <c:v>46246</c:v>
                </c:pt>
                <c:pt idx="151">
                  <c:v>46247</c:v>
                </c:pt>
                <c:pt idx="152">
                  <c:v>46248</c:v>
                </c:pt>
                <c:pt idx="153">
                  <c:v>46252</c:v>
                </c:pt>
                <c:pt idx="154">
                  <c:v>46253</c:v>
                </c:pt>
                <c:pt idx="155">
                  <c:v>46254</c:v>
                </c:pt>
                <c:pt idx="156">
                  <c:v>46255</c:v>
                </c:pt>
                <c:pt idx="157">
                  <c:v>46258</c:v>
                </c:pt>
                <c:pt idx="158">
                  <c:v>46259</c:v>
                </c:pt>
                <c:pt idx="159">
                  <c:v>46260</c:v>
                </c:pt>
                <c:pt idx="160">
                  <c:v>46261</c:v>
                </c:pt>
                <c:pt idx="161">
                  <c:v>46262</c:v>
                </c:pt>
                <c:pt idx="162">
                  <c:v>46265</c:v>
                </c:pt>
                <c:pt idx="163">
                  <c:v>46266</c:v>
                </c:pt>
                <c:pt idx="164">
                  <c:v>46267</c:v>
                </c:pt>
                <c:pt idx="165">
                  <c:v>46268</c:v>
                </c:pt>
                <c:pt idx="166">
                  <c:v>46269</c:v>
                </c:pt>
                <c:pt idx="167">
                  <c:v>46272</c:v>
                </c:pt>
                <c:pt idx="168">
                  <c:v>46273</c:v>
                </c:pt>
                <c:pt idx="169">
                  <c:v>46274</c:v>
                </c:pt>
                <c:pt idx="170">
                  <c:v>46275</c:v>
                </c:pt>
                <c:pt idx="171">
                  <c:v>46276</c:v>
                </c:pt>
                <c:pt idx="172">
                  <c:v>46279</c:v>
                </c:pt>
                <c:pt idx="173">
                  <c:v>46280</c:v>
                </c:pt>
                <c:pt idx="174">
                  <c:v>46281</c:v>
                </c:pt>
                <c:pt idx="175">
                  <c:v>46282</c:v>
                </c:pt>
                <c:pt idx="176">
                  <c:v>46283</c:v>
                </c:pt>
                <c:pt idx="177">
                  <c:v>46286</c:v>
                </c:pt>
                <c:pt idx="178">
                  <c:v>46287</c:v>
                </c:pt>
                <c:pt idx="179">
                  <c:v>46288</c:v>
                </c:pt>
                <c:pt idx="180">
                  <c:v>46293</c:v>
                </c:pt>
                <c:pt idx="181">
                  <c:v>46294</c:v>
                </c:pt>
                <c:pt idx="182">
                  <c:v>46295</c:v>
                </c:pt>
                <c:pt idx="183">
                  <c:v>46296</c:v>
                </c:pt>
                <c:pt idx="184">
                  <c:v>46297</c:v>
                </c:pt>
                <c:pt idx="185">
                  <c:v>46301</c:v>
                </c:pt>
                <c:pt idx="186">
                  <c:v>46302</c:v>
                </c:pt>
                <c:pt idx="187">
                  <c:v>46303</c:v>
                </c:pt>
              </c:numCache>
            </c:numRef>
          </c:cat>
          <c:val>
            <c:numRef>
              <c:f>'업종별 FA'!$EE$39:$EE$1000</c:f>
              <c:numCache>
                <c:formatCode>_(* #,##0_);_(* \(#,##0\);_(* "-"_);_(@_)</c:formatCode>
                <c:ptCount val="962"/>
                <c:pt idx="1">
                  <c:v>146150.91</c:v>
                </c:pt>
                <c:pt idx="2">
                  <c:v>146150.91</c:v>
                </c:pt>
                <c:pt idx="3">
                  <c:v>146150.91</c:v>
                </c:pt>
                <c:pt idx="4">
                  <c:v>146150.91</c:v>
                </c:pt>
                <c:pt idx="5">
                  <c:v>146150.91</c:v>
                </c:pt>
                <c:pt idx="6">
                  <c:v>146150.91</c:v>
                </c:pt>
                <c:pt idx="7">
                  <c:v>146150.91</c:v>
                </c:pt>
                <c:pt idx="8">
                  <c:v>146150.91</c:v>
                </c:pt>
                <c:pt idx="9">
                  <c:v>146150.91</c:v>
                </c:pt>
                <c:pt idx="10">
                  <c:v>146150.91</c:v>
                </c:pt>
                <c:pt idx="11">
                  <c:v>146150.91</c:v>
                </c:pt>
                <c:pt idx="12">
                  <c:v>146150.91</c:v>
                </c:pt>
                <c:pt idx="13" formatCode="#,##0.00">
                  <c:v>146150.91</c:v>
                </c:pt>
                <c:pt idx="14" formatCode="#,##0.00">
                  <c:v>146150.91</c:v>
                </c:pt>
                <c:pt idx="15" formatCode="#,##0.00">
                  <c:v>146150.91</c:v>
                </c:pt>
                <c:pt idx="16" formatCode="#,##0.00">
                  <c:v>146150.91</c:v>
                </c:pt>
                <c:pt idx="17" formatCode="#,##0.00">
                  <c:v>146150.91</c:v>
                </c:pt>
                <c:pt idx="18" formatCode="#,##0.00">
                  <c:v>146150.91</c:v>
                </c:pt>
                <c:pt idx="19" formatCode="#,##0.00">
                  <c:v>146150.91</c:v>
                </c:pt>
                <c:pt idx="20" formatCode="#,##0.00">
                  <c:v>146150.91</c:v>
                </c:pt>
                <c:pt idx="21">
                  <c:v>146150.91</c:v>
                </c:pt>
                <c:pt idx="22">
                  <c:v>146150.91</c:v>
                </c:pt>
                <c:pt idx="23">
                  <c:v>146150.91</c:v>
                </c:pt>
                <c:pt idx="24">
                  <c:v>146150.91</c:v>
                </c:pt>
                <c:pt idx="25">
                  <c:v>146150.91</c:v>
                </c:pt>
                <c:pt idx="26">
                  <c:v>146150.91</c:v>
                </c:pt>
                <c:pt idx="27">
                  <c:v>146150.91</c:v>
                </c:pt>
                <c:pt idx="28">
                  <c:v>146150.91</c:v>
                </c:pt>
                <c:pt idx="29">
                  <c:v>146150.91</c:v>
                </c:pt>
                <c:pt idx="30">
                  <c:v>146150.91</c:v>
                </c:pt>
                <c:pt idx="31">
                  <c:v>146150.91</c:v>
                </c:pt>
                <c:pt idx="32">
                  <c:v>146150.91</c:v>
                </c:pt>
                <c:pt idx="33" formatCode="#,##0.00">
                  <c:v>146150.91</c:v>
                </c:pt>
                <c:pt idx="34" formatCode="#,##0.00">
                  <c:v>146150.91</c:v>
                </c:pt>
                <c:pt idx="35" formatCode="#,##0.00">
                  <c:v>146150.91</c:v>
                </c:pt>
                <c:pt idx="36" formatCode="#,##0.00">
                  <c:v>146150.91</c:v>
                </c:pt>
                <c:pt idx="37" formatCode="#,##0.00">
                  <c:v>146150.91</c:v>
                </c:pt>
                <c:pt idx="38" formatCode="#,##0.00">
                  <c:v>146150.91</c:v>
                </c:pt>
                <c:pt idx="39" formatCode="#,##0.00">
                  <c:v>146150.91</c:v>
                </c:pt>
                <c:pt idx="40" formatCode="#,##0.00">
                  <c:v>146150.91</c:v>
                </c:pt>
                <c:pt idx="41" formatCode="#,##0.00">
                  <c:v>146150.91</c:v>
                </c:pt>
                <c:pt idx="42" formatCode="#,##0.00">
                  <c:v>146150.91</c:v>
                </c:pt>
                <c:pt idx="43" formatCode="#,##0.00">
                  <c:v>146150.91</c:v>
                </c:pt>
                <c:pt idx="44" formatCode="#,##0.00">
                  <c:v>146150.91</c:v>
                </c:pt>
                <c:pt idx="45" formatCode="#,##0.00">
                  <c:v>146150.91</c:v>
                </c:pt>
                <c:pt idx="46" formatCode="#,##0.00">
                  <c:v>146150.91</c:v>
                </c:pt>
                <c:pt idx="47" formatCode="#,##0.00">
                  <c:v>146150.91</c:v>
                </c:pt>
                <c:pt idx="48" formatCode="#,##0.00">
                  <c:v>146150.91</c:v>
                </c:pt>
                <c:pt idx="49" formatCode="#,##0.00">
                  <c:v>146150.91</c:v>
                </c:pt>
                <c:pt idx="50" formatCode="#,##0.00">
                  <c:v>146150.91</c:v>
                </c:pt>
                <c:pt idx="51" formatCode="#,##0.00">
                  <c:v>146150.91</c:v>
                </c:pt>
                <c:pt idx="52" formatCode="#,##0.00">
                  <c:v>146150.91</c:v>
                </c:pt>
                <c:pt idx="53" formatCode="#,##0.00">
                  <c:v>146150.91</c:v>
                </c:pt>
                <c:pt idx="54" formatCode="#,##0.00">
                  <c:v>146150.91</c:v>
                </c:pt>
                <c:pt idx="55" formatCode="#,##0.00">
                  <c:v>146150.91</c:v>
                </c:pt>
                <c:pt idx="56" formatCode="#,##0.00">
                  <c:v>146150.91</c:v>
                </c:pt>
                <c:pt idx="57" formatCode="#,##0.00">
                  <c:v>146150.91</c:v>
                </c:pt>
                <c:pt idx="58" formatCode="#,##0.00">
                  <c:v>146150.91</c:v>
                </c:pt>
                <c:pt idx="59" formatCode="#,##0.00">
                  <c:v>146150.91</c:v>
                </c:pt>
                <c:pt idx="162" formatCode="#,##0.00">
                  <c:v>20802.229999999981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AFD-42AD-91E0-A588D3AA3D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3034120"/>
        <c:axId val="583034512"/>
      </c:lineChart>
      <c:lineChart>
        <c:grouping val="standard"/>
        <c:varyColors val="0"/>
        <c:ser>
          <c:idx val="4"/>
          <c:order val="4"/>
          <c:tx>
            <c:strRef>
              <c:f>'업종별 FA'!$EI$36</c:f>
              <c:strCache>
                <c:ptCount val="1"/>
                <c:pt idx="0">
                  <c:v>2026AS</c:v>
                </c:pt>
              </c:strCache>
            </c:strRef>
          </c:tx>
          <c:spPr>
            <a:ln w="12700">
              <a:solidFill>
                <a:srgbClr val="D9D9D9"/>
              </a:solidFill>
              <a:prstDash val="solid"/>
            </a:ln>
          </c:spPr>
          <c:marker>
            <c:symbol val="none"/>
          </c:marker>
          <c:val>
            <c:numRef>
              <c:f>'업종별 FA'!$EI$39:$EI$1000</c:f>
              <c:numCache>
                <c:formatCode>_(* #,##0_);_(* \(#,##0\);_(* "-"_);_(@_)</c:formatCode>
                <c:ptCount val="962"/>
                <c:pt idx="0">
                  <c:v>310171.49</c:v>
                </c:pt>
                <c:pt idx="1">
                  <c:v>319237.52</c:v>
                </c:pt>
                <c:pt idx="2">
                  <c:v>319237.52</c:v>
                </c:pt>
                <c:pt idx="3">
                  <c:v>319237.52</c:v>
                </c:pt>
                <c:pt idx="4">
                  <c:v>319237.52</c:v>
                </c:pt>
                <c:pt idx="5">
                  <c:v>319237.52</c:v>
                </c:pt>
                <c:pt idx="6">
                  <c:v>348222.21</c:v>
                </c:pt>
                <c:pt idx="7">
                  <c:v>348222.21</c:v>
                </c:pt>
                <c:pt idx="8">
                  <c:v>348222.21</c:v>
                </c:pt>
                <c:pt idx="9">
                  <c:v>348222.21</c:v>
                </c:pt>
                <c:pt idx="10">
                  <c:v>348222.21</c:v>
                </c:pt>
                <c:pt idx="11">
                  <c:v>353311.24</c:v>
                </c:pt>
                <c:pt idx="12">
                  <c:v>353311.24</c:v>
                </c:pt>
                <c:pt idx="13">
                  <c:v>353311.24</c:v>
                </c:pt>
                <c:pt idx="14">
                  <c:v>353311.24</c:v>
                </c:pt>
                <c:pt idx="15">
                  <c:v>353311.24</c:v>
                </c:pt>
                <c:pt idx="16">
                  <c:v>359677.44</c:v>
                </c:pt>
                <c:pt idx="17">
                  <c:v>359677.44</c:v>
                </c:pt>
                <c:pt idx="18">
                  <c:v>359677.44</c:v>
                </c:pt>
                <c:pt idx="19">
                  <c:v>359677.44</c:v>
                </c:pt>
                <c:pt idx="20">
                  <c:v>359677.44</c:v>
                </c:pt>
                <c:pt idx="21">
                  <c:v>423545.87</c:v>
                </c:pt>
                <c:pt idx="22">
                  <c:v>423545.87</c:v>
                </c:pt>
                <c:pt idx="23">
                  <c:v>423545.87</c:v>
                </c:pt>
                <c:pt idx="24">
                  <c:v>423545.87</c:v>
                </c:pt>
                <c:pt idx="25">
                  <c:v>423545.87</c:v>
                </c:pt>
                <c:pt idx="26">
                  <c:v>434139.82</c:v>
                </c:pt>
                <c:pt idx="27">
                  <c:v>434139.82</c:v>
                </c:pt>
                <c:pt idx="28">
                  <c:v>434139.82</c:v>
                </c:pt>
                <c:pt idx="29">
                  <c:v>434139.82</c:v>
                </c:pt>
                <c:pt idx="30">
                  <c:v>434139.82</c:v>
                </c:pt>
                <c:pt idx="31">
                  <c:v>434791.99</c:v>
                </c:pt>
                <c:pt idx="32">
                  <c:v>434791.99</c:v>
                </c:pt>
                <c:pt idx="33" formatCode="#,##0.00">
                  <c:v>434813.61</c:v>
                </c:pt>
                <c:pt idx="34" formatCode="#,##0.00">
                  <c:v>434813.61</c:v>
                </c:pt>
                <c:pt idx="35" formatCode="#,##0.00">
                  <c:v>434813.61</c:v>
                </c:pt>
                <c:pt idx="36" formatCode="#,##0.00">
                  <c:v>434813.61</c:v>
                </c:pt>
                <c:pt idx="37" formatCode="#,##0.00">
                  <c:v>434813.61</c:v>
                </c:pt>
                <c:pt idx="38" formatCode="#,##0.00">
                  <c:v>459190.16</c:v>
                </c:pt>
                <c:pt idx="39" formatCode="#,##0.00">
                  <c:v>459190.16</c:v>
                </c:pt>
                <c:pt idx="40" formatCode="#,##0.00">
                  <c:v>459190.16</c:v>
                </c:pt>
                <c:pt idx="41" formatCode="#,##0.00">
                  <c:v>459190.16</c:v>
                </c:pt>
                <c:pt idx="42" formatCode="#,##0.00">
                  <c:v>465428.2</c:v>
                </c:pt>
                <c:pt idx="43" formatCode="#,##0.00">
                  <c:v>465428.2</c:v>
                </c:pt>
                <c:pt idx="44" formatCode="#,##0.00">
                  <c:v>465428.2</c:v>
                </c:pt>
                <c:pt idx="45" formatCode="#,##0.00">
                  <c:v>465428.2</c:v>
                </c:pt>
                <c:pt idx="46" formatCode="#,##0.00">
                  <c:v>465428.2</c:v>
                </c:pt>
                <c:pt idx="47" formatCode="#,##0.00">
                  <c:v>476404.9</c:v>
                </c:pt>
                <c:pt idx="48" formatCode="#,##0.00">
                  <c:v>476404.9</c:v>
                </c:pt>
                <c:pt idx="49" formatCode="#,##0.00">
                  <c:v>476404.9</c:v>
                </c:pt>
                <c:pt idx="50" formatCode="#,##0.00">
                  <c:v>476404.9</c:v>
                </c:pt>
                <c:pt idx="51" formatCode="#,##0.00">
                  <c:v>476404.9</c:v>
                </c:pt>
                <c:pt idx="52" formatCode="#,##0.00">
                  <c:v>484132.73</c:v>
                </c:pt>
                <c:pt idx="53" formatCode="#,##0.00">
                  <c:v>484132.73</c:v>
                </c:pt>
                <c:pt idx="54" formatCode="#,##0.00">
                  <c:v>484132.73</c:v>
                </c:pt>
                <c:pt idx="55" formatCode="#,##0.00">
                  <c:v>484132.73</c:v>
                </c:pt>
                <c:pt idx="56" formatCode="#,##0.00">
                  <c:v>484132.73</c:v>
                </c:pt>
                <c:pt idx="57" formatCode="#,##0.00">
                  <c:v>490875.98</c:v>
                </c:pt>
                <c:pt idx="58" formatCode="#,##0.00">
                  <c:v>490875.98</c:v>
                </c:pt>
                <c:pt idx="59" formatCode="#,##0.00">
                  <c:v>490875.98</c:v>
                </c:pt>
                <c:pt idx="60" formatCode="#,##0.00">
                  <c:v>490875.98</c:v>
                </c:pt>
                <c:pt idx="61" formatCode="#,##0.00">
                  <c:v>490875.98</c:v>
                </c:pt>
                <c:pt idx="62" formatCode="#,##0.00">
                  <c:v>505949.22</c:v>
                </c:pt>
                <c:pt idx="63" formatCode="#,##0.00">
                  <c:v>505949.22</c:v>
                </c:pt>
                <c:pt idx="64" formatCode="#,##0.00">
                  <c:v>505949.22</c:v>
                </c:pt>
                <c:pt idx="65" formatCode="#,##0.00">
                  <c:v>505949.22</c:v>
                </c:pt>
                <c:pt idx="66" formatCode="#,##0.00">
                  <c:v>505949.22</c:v>
                </c:pt>
                <c:pt idx="67" formatCode="#,##0.00">
                  <c:v>588135.44999999995</c:v>
                </c:pt>
                <c:pt idx="68" formatCode="#,##0.00">
                  <c:v>588135.44999999995</c:v>
                </c:pt>
                <c:pt idx="69" formatCode="#,##0.00">
                  <c:v>588135.44999999995</c:v>
                </c:pt>
                <c:pt idx="70" formatCode="#,##0.00">
                  <c:v>588135.44999999995</c:v>
                </c:pt>
                <c:pt idx="71" formatCode="#,##0.00">
                  <c:v>588135.44999999995</c:v>
                </c:pt>
                <c:pt idx="72" formatCode="#,##0.00">
                  <c:v>591935.18999999994</c:v>
                </c:pt>
                <c:pt idx="73" formatCode="#,##0.00">
                  <c:v>591935.18999999994</c:v>
                </c:pt>
                <c:pt idx="74" formatCode="#,##0.00">
                  <c:v>591935.18999999994</c:v>
                </c:pt>
                <c:pt idx="75" formatCode="#,##0.00">
                  <c:v>591935.18999999994</c:v>
                </c:pt>
                <c:pt idx="76" formatCode="#,##0.00">
                  <c:v>591935.18999999994</c:v>
                </c:pt>
                <c:pt idx="77" formatCode="#,##0.00">
                  <c:v>631346.47</c:v>
                </c:pt>
                <c:pt idx="78" formatCode="#,##0.00">
                  <c:v>631346.47</c:v>
                </c:pt>
                <c:pt idx="79" formatCode="#,##0.00">
                  <c:v>631346.47</c:v>
                </c:pt>
                <c:pt idx="80" formatCode="#,##0.00">
                  <c:v>631346.47</c:v>
                </c:pt>
                <c:pt idx="81" formatCode="#,##0.00">
                  <c:v>658724.77</c:v>
                </c:pt>
                <c:pt idx="82" formatCode="#,##0.00">
                  <c:v>658724.77</c:v>
                </c:pt>
                <c:pt idx="83" formatCode="#,##0.00">
                  <c:v>658724.77</c:v>
                </c:pt>
                <c:pt idx="84" formatCode="#,##0.00">
                  <c:v>658724.77</c:v>
                </c:pt>
                <c:pt idx="85" formatCode="#,##0.00">
                  <c:v>680393.84</c:v>
                </c:pt>
                <c:pt idx="86" formatCode="#,##0.00">
                  <c:v>680393.84</c:v>
                </c:pt>
                <c:pt idx="87" formatCode="#,##0.00">
                  <c:v>680393.84</c:v>
                </c:pt>
                <c:pt idx="88" formatCode="#,##0.00">
                  <c:v>680393.84</c:v>
                </c:pt>
                <c:pt idx="89" formatCode="#,##0.00">
                  <c:v>680393.84</c:v>
                </c:pt>
                <c:pt idx="90" formatCode="#,##0.00">
                  <c:v>690786.34</c:v>
                </c:pt>
                <c:pt idx="91" formatCode="#,##0.00">
                  <c:v>690786.34</c:v>
                </c:pt>
                <c:pt idx="92" formatCode="#,##0.00">
                  <c:v>690786.34</c:v>
                </c:pt>
                <c:pt idx="93" formatCode="#,##0.00">
                  <c:v>690786.34</c:v>
                </c:pt>
                <c:pt idx="94" formatCode="#,##0.00">
                  <c:v>690786.34</c:v>
                </c:pt>
                <c:pt idx="95" formatCode="#,##0.00">
                  <c:v>709255.97</c:v>
                </c:pt>
                <c:pt idx="96" formatCode="#,##0.00">
                  <c:v>709255.97</c:v>
                </c:pt>
                <c:pt idx="97" formatCode="#,##0.00">
                  <c:v>709255.97</c:v>
                </c:pt>
                <c:pt idx="98" formatCode="#,##0.00">
                  <c:v>709255.97</c:v>
                </c:pt>
                <c:pt idx="99" formatCode="#,##0.00">
                  <c:v>712219.3</c:v>
                </c:pt>
                <c:pt idx="100" formatCode="#,##0.00">
                  <c:v>712219.3</c:v>
                </c:pt>
                <c:pt idx="101" formatCode="#,##0.00">
                  <c:v>712219.3</c:v>
                </c:pt>
                <c:pt idx="102" formatCode="#,##0.00">
                  <c:v>712219.3</c:v>
                </c:pt>
                <c:pt idx="103" formatCode="#,##0.00">
                  <c:v>712825.42</c:v>
                </c:pt>
                <c:pt idx="104" formatCode="#,##0.00">
                  <c:v>712825.42</c:v>
                </c:pt>
                <c:pt idx="105" formatCode="#,##0.00">
                  <c:v>712825.42</c:v>
                </c:pt>
                <c:pt idx="106" formatCode="#,##0.00">
                  <c:v>712825.42</c:v>
                </c:pt>
                <c:pt idx="107" formatCode="#,##0.00">
                  <c:v>712825.42</c:v>
                </c:pt>
                <c:pt idx="108" formatCode="#,##0.00">
                  <c:v>720623.08</c:v>
                </c:pt>
                <c:pt idx="109" formatCode="#,##0.00">
                  <c:v>720623.08</c:v>
                </c:pt>
                <c:pt idx="110" formatCode="#,##0.00">
                  <c:v>720623.08</c:v>
                </c:pt>
                <c:pt idx="111" formatCode="#,##0.00">
                  <c:v>720623.08</c:v>
                </c:pt>
                <c:pt idx="112" formatCode="#,##0.00">
                  <c:v>720623.08</c:v>
                </c:pt>
                <c:pt idx="113" formatCode="#,##0.00">
                  <c:v>727050.13</c:v>
                </c:pt>
                <c:pt idx="114" formatCode="#,##0.00">
                  <c:v>727050.13</c:v>
                </c:pt>
                <c:pt idx="115" formatCode="#,##0.00">
                  <c:v>727050.13</c:v>
                </c:pt>
                <c:pt idx="116" formatCode="#,##0.00">
                  <c:v>727050.13</c:v>
                </c:pt>
                <c:pt idx="117" formatCode="#,##0.00">
                  <c:v>727050.13</c:v>
                </c:pt>
                <c:pt idx="118" formatCode="#,##0.00">
                  <c:v>733611.48</c:v>
                </c:pt>
                <c:pt idx="119" formatCode="#,##0.00">
                  <c:v>733611.48</c:v>
                </c:pt>
                <c:pt idx="120" formatCode="#,##0.00">
                  <c:v>733611.48</c:v>
                </c:pt>
                <c:pt idx="121" formatCode="#,##0.00">
                  <c:v>733611.48</c:v>
                </c:pt>
                <c:pt idx="122" formatCode="#,##0.00">
                  <c:v>733611.48</c:v>
                </c:pt>
                <c:pt idx="123" formatCode="0.0%">
                  <c:v>748297.99</c:v>
                </c:pt>
                <c:pt idx="124" formatCode="#,##0.00">
                  <c:v>748297.99</c:v>
                </c:pt>
                <c:pt idx="125" formatCode="#,##0.00">
                  <c:v>748297.99</c:v>
                </c:pt>
                <c:pt idx="126" formatCode="#,##0.00">
                  <c:v>748297.99</c:v>
                </c:pt>
                <c:pt idx="127" formatCode="#,##0.00">
                  <c:v>748297.99</c:v>
                </c:pt>
                <c:pt idx="128" formatCode="0.00%">
                  <c:v>759541.45</c:v>
                </c:pt>
                <c:pt idx="129" formatCode="#,##0.00">
                  <c:v>759541.45</c:v>
                </c:pt>
                <c:pt idx="130" formatCode="#,##0.00">
                  <c:v>759541.45</c:v>
                </c:pt>
                <c:pt idx="131" formatCode="#,##0.00">
                  <c:v>759541.45</c:v>
                </c:pt>
                <c:pt idx="132" formatCode="#,##0.00">
                  <c:v>758005.91</c:v>
                </c:pt>
                <c:pt idx="133" formatCode="#,##0.00">
                  <c:v>758005.91</c:v>
                </c:pt>
                <c:pt idx="134" formatCode="#,##0.00">
                  <c:v>758005.91</c:v>
                </c:pt>
                <c:pt idx="135" formatCode="#,##0.00">
                  <c:v>758005.91</c:v>
                </c:pt>
                <c:pt idx="136" formatCode="#,##0.00">
                  <c:v>758005.91</c:v>
                </c:pt>
                <c:pt idx="137" formatCode="#,##0.00">
                  <c:v>757605.67</c:v>
                </c:pt>
                <c:pt idx="138" formatCode="#,##0.00">
                  <c:v>757605.67</c:v>
                </c:pt>
                <c:pt idx="139" formatCode="0%">
                  <c:v>757605.67</c:v>
                </c:pt>
                <c:pt idx="140" formatCode="#,##0.00">
                  <c:v>757605.67</c:v>
                </c:pt>
                <c:pt idx="141" formatCode="#,##0.00">
                  <c:v>757605.67</c:v>
                </c:pt>
                <c:pt idx="142" formatCode="#,##0.00">
                  <c:v>788364.61</c:v>
                </c:pt>
                <c:pt idx="143" formatCode="#,##0.00">
                  <c:v>788364.61</c:v>
                </c:pt>
                <c:pt idx="144" formatCode="#,##0.00">
                  <c:v>788364.61</c:v>
                </c:pt>
                <c:pt idx="145" formatCode="0.0%">
                  <c:v>788364.61</c:v>
                </c:pt>
                <c:pt idx="146" formatCode="#,##0.00">
                  <c:v>788364.61</c:v>
                </c:pt>
                <c:pt idx="147" formatCode="#,##0.00">
                  <c:v>792376.13</c:v>
                </c:pt>
                <c:pt idx="148" formatCode="#,##0.00">
                  <c:v>792376.13</c:v>
                </c:pt>
                <c:pt idx="149" formatCode="#,##0.00">
                  <c:v>792376.13</c:v>
                </c:pt>
                <c:pt idx="150" formatCode="#,##0.00">
                  <c:v>792376.13</c:v>
                </c:pt>
                <c:pt idx="151" formatCode="#,##0.00">
                  <c:v>792376.13</c:v>
                </c:pt>
                <c:pt idx="152" formatCode="#,##0.00">
                  <c:v>796241.95</c:v>
                </c:pt>
                <c:pt idx="153" formatCode="#,##0.00">
                  <c:v>796241.95</c:v>
                </c:pt>
                <c:pt idx="154" formatCode="0.00%">
                  <c:v>796241.95</c:v>
                </c:pt>
                <c:pt idx="155" formatCode="#,##0.00">
                  <c:v>796241.95</c:v>
                </c:pt>
                <c:pt idx="156" formatCode="#,##0.00">
                  <c:v>805217.69</c:v>
                </c:pt>
                <c:pt idx="157" formatCode="#,##0.00">
                  <c:v>805217.69</c:v>
                </c:pt>
                <c:pt idx="158" formatCode="#,##0.00">
                  <c:v>805217.69</c:v>
                </c:pt>
                <c:pt idx="159" formatCode="0.0%">
                  <c:v>805217.69</c:v>
                </c:pt>
                <c:pt idx="160" formatCode="#,##0.00">
                  <c:v>805217.69</c:v>
                </c:pt>
                <c:pt idx="161" formatCode="#,##0.00">
                  <c:v>805493.1</c:v>
                </c:pt>
                <c:pt idx="162" formatCode="#,##0.00">
                  <c:v>805493.1</c:v>
                </c:pt>
                <c:pt idx="163" formatCode="#,##0.00">
                  <c:v>805493.1</c:v>
                </c:pt>
                <c:pt idx="164" formatCode="0.00%">
                  <c:v>805493.1</c:v>
                </c:pt>
                <c:pt idx="165" formatCode="#,##0.00">
                  <c:v>805493.1</c:v>
                </c:pt>
                <c:pt idx="166" formatCode="#,##0.00">
                  <c:v>806876.59</c:v>
                </c:pt>
                <c:pt idx="167" formatCode="#,##0.00">
                  <c:v>806876.59</c:v>
                </c:pt>
                <c:pt idx="168" formatCode="#,##0.00">
                  <c:v>806876.59</c:v>
                </c:pt>
                <c:pt idx="169" formatCode="#,##0.00">
                  <c:v>806876.59</c:v>
                </c:pt>
                <c:pt idx="170" formatCode="0.00%">
                  <c:v>806876.59</c:v>
                </c:pt>
                <c:pt idx="171" formatCode="#,##0.00">
                  <c:v>806804.08</c:v>
                </c:pt>
                <c:pt idx="172" formatCode="0.00%">
                  <c:v>806804.08</c:v>
                </c:pt>
                <c:pt idx="173" formatCode="#,##0.00">
                  <c:v>806804.08</c:v>
                </c:pt>
                <c:pt idx="174" formatCode="#,##0.00">
                  <c:v>806804.08</c:v>
                </c:pt>
                <c:pt idx="175" formatCode="#,##0.00">
                  <c:v>806804.08</c:v>
                </c:pt>
                <c:pt idx="176" formatCode="#,##0.00">
                  <c:v>808008.18</c:v>
                </c:pt>
                <c:pt idx="177" formatCode="0.00%">
                  <c:v>808008.18</c:v>
                </c:pt>
                <c:pt idx="178" formatCode="#,##0.00">
                  <c:v>808008.18</c:v>
                </c:pt>
                <c:pt idx="179" formatCode="#,##0.00">
                  <c:v>809219.41</c:v>
                </c:pt>
                <c:pt idx="180" formatCode="#,##0.00">
                  <c:v>809219.41</c:v>
                </c:pt>
                <c:pt idx="181" formatCode="#,##0.00">
                  <c:v>809219.41</c:v>
                </c:pt>
                <c:pt idx="182" formatCode="0.0%">
                  <c:v>809219.41</c:v>
                </c:pt>
                <c:pt idx="183" formatCode="#,##0.00">
                  <c:v>806142.73</c:v>
                </c:pt>
                <c:pt idx="184" formatCode="#,##0.00">
                  <c:v>803701.83</c:v>
                </c:pt>
                <c:pt idx="185" formatCode="#,##0.00">
                  <c:v>802059.11</c:v>
                </c:pt>
                <c:pt idx="186" formatCode="#,##0.00">
                  <c:v>793114.49</c:v>
                </c:pt>
                <c:pt idx="187" formatCode="#,##0.00">
                  <c:v>795074.84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AFD-42AD-91E0-A588D3AA3D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3035296"/>
        <c:axId val="583036472"/>
      </c:lineChart>
      <c:dateAx>
        <c:axId val="583034120"/>
        <c:scaling>
          <c:orientation val="minMax"/>
        </c:scaling>
        <c:delete val="0"/>
        <c:axPos val="b"/>
        <c:numFmt formatCode="yy\.m" sourceLinked="0"/>
        <c:majorTickMark val="out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0" vert="horz"/>
          <a:lstStyle/>
          <a:p>
            <a:pPr>
              <a:defRPr/>
            </a:pPr>
            <a:endParaRPr lang="ko-KR"/>
          </a:p>
        </c:txPr>
        <c:crossAx val="583034512"/>
        <c:crosses val="autoZero"/>
        <c:auto val="1"/>
        <c:lblOffset val="100"/>
        <c:baseTimeUnit val="days"/>
      </c:dateAx>
      <c:valAx>
        <c:axId val="583034512"/>
        <c:scaling>
          <c:orientation val="minMax"/>
          <c:min val="30000"/>
        </c:scaling>
        <c:delete val="0"/>
        <c:axPos val="l"/>
        <c:numFmt formatCode="_(* #,##0_);_(* \(#,##0\);_(* &quot;-&quot;_);_(@_)" sourceLinked="1"/>
        <c:majorTickMark val="out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83034120"/>
        <c:crosses val="autoZero"/>
        <c:crossBetween val="between"/>
      </c:valAx>
      <c:valAx>
        <c:axId val="583036472"/>
        <c:scaling>
          <c:orientation val="minMax"/>
          <c:min val="125000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crossAx val="583035296"/>
        <c:crosses val="max"/>
        <c:crossBetween val="between"/>
      </c:valAx>
      <c:catAx>
        <c:axId val="583035296"/>
        <c:scaling>
          <c:orientation val="minMax"/>
        </c:scaling>
        <c:delete val="1"/>
        <c:axPos val="b"/>
        <c:majorTickMark val="out"/>
        <c:minorTickMark val="none"/>
        <c:tickLblPos val="nextTo"/>
        <c:crossAx val="583036472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12385001770357611"/>
          <c:y val="8.301358938994817E-2"/>
          <c:w val="0.6300027777777778"/>
          <c:h val="0.20260666666666666"/>
        </c:manualLayout>
      </c:layout>
      <c:overlay val="0"/>
      <c:spPr>
        <a:noFill/>
        <a:ln w="25400">
          <a:noFill/>
        </a:ln>
        <a:effectLst/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25400">
      <a:noFill/>
    </a:ln>
    <a:effectLst/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421372235607519"/>
          <c:y val="0.13247154585369855"/>
          <c:w val="0.81242975280675767"/>
          <c:h val="0.7938942091274865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영업이익!$D$22</c:f>
              <c:strCache>
                <c:ptCount val="1"/>
                <c:pt idx="0">
                  <c:v>KOSPI 영업이익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영업이익!$H$21:$L$21</c:f>
              <c:strCache>
                <c:ptCount val="5"/>
                <c:pt idx="0">
                  <c:v>3Q22</c:v>
                </c:pt>
                <c:pt idx="1">
                  <c:v>3Q23</c:v>
                </c:pt>
                <c:pt idx="2">
                  <c:v>3Q24</c:v>
                </c:pt>
                <c:pt idx="3">
                  <c:v>3Q25</c:v>
                </c:pt>
                <c:pt idx="4">
                  <c:v>3Q26</c:v>
                </c:pt>
              </c:strCache>
            </c:strRef>
          </c:cat>
          <c:val>
            <c:numRef>
              <c:f>영업이익!$H$22:$L$22</c:f>
              <c:numCache>
                <c:formatCode>_(* #,##0_);_(* \(#,##0\);_(* "-"_);_(@_)</c:formatCode>
                <c:ptCount val="5"/>
                <c:pt idx="0">
                  <c:v>55187.41</c:v>
                </c:pt>
                <c:pt idx="1">
                  <c:v>52877.4</c:v>
                </c:pt>
                <c:pt idx="2">
                  <c:v>68340.850000000006</c:v>
                </c:pt>
                <c:pt idx="3">
                  <c:v>84271.33</c:v>
                </c:pt>
                <c:pt idx="4">
                  <c:v>267486.86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7C-47EF-B522-26D75A815A3B}"/>
            </c:ext>
          </c:extLst>
        </c:ser>
        <c:ser>
          <c:idx val="2"/>
          <c:order val="2"/>
          <c:tx>
            <c:strRef>
              <c:f>영업이익!$D$23</c:f>
              <c:strCache>
                <c:ptCount val="1"/>
                <c:pt idx="0">
                  <c:v>KOSPI-(삼성전자+SK하이닉스) 영업이익</c:v>
                </c:pt>
              </c:strCache>
            </c:strRef>
          </c:tx>
          <c:spPr>
            <a:solidFill>
              <a:srgbClr val="C1E1FF"/>
            </a:solidFill>
            <a:ln w="12700">
              <a:solidFill>
                <a:srgbClr val="C1E1FF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8.8194444444444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7C-47EF-B522-26D75A815A3B}"/>
                </c:ext>
              </c:extLst>
            </c:dLbl>
            <c:dLbl>
              <c:idx val="1"/>
              <c:layout>
                <c:manualLayout>
                  <c:x val="0"/>
                  <c:y val="0.1234722222222221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F7C-47EF-B522-26D75A815A3B}"/>
                </c:ext>
              </c:extLst>
            </c:dLbl>
            <c:dLbl>
              <c:idx val="2"/>
              <c:layout>
                <c:manualLayout>
                  <c:x val="9.6212121212121207E-3"/>
                  <c:y val="9.995370370370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F7C-47EF-B522-26D75A815A3B}"/>
                </c:ext>
              </c:extLst>
            </c:dLbl>
            <c:dLbl>
              <c:idx val="3"/>
              <c:layout>
                <c:manualLayout>
                  <c:x val="0"/>
                  <c:y val="0.1293518518518519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F7C-47EF-B522-26D75A815A3B}"/>
                </c:ext>
              </c:extLst>
            </c:dLbl>
            <c:dLbl>
              <c:idx val="4"/>
              <c:layout>
                <c:manualLayout>
                  <c:x val="0"/>
                  <c:y val="0.1587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F7C-47EF-B522-26D75A815A3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영업이익!$H$21:$L$21</c:f>
              <c:strCache>
                <c:ptCount val="5"/>
                <c:pt idx="0">
                  <c:v>3Q22</c:v>
                </c:pt>
                <c:pt idx="1">
                  <c:v>3Q23</c:v>
                </c:pt>
                <c:pt idx="2">
                  <c:v>3Q24</c:v>
                </c:pt>
                <c:pt idx="3">
                  <c:v>3Q25</c:v>
                </c:pt>
                <c:pt idx="4">
                  <c:v>3Q26</c:v>
                </c:pt>
              </c:strCache>
            </c:strRef>
          </c:cat>
          <c:val>
            <c:numRef>
              <c:f>영업이익!$H$23:$L$23</c:f>
              <c:numCache>
                <c:formatCode>_(* #,##0_);_(* \(#,##0\);_(* "-"_);_(@_)</c:formatCode>
                <c:ptCount val="5"/>
                <c:pt idx="0">
                  <c:v>42674.840000000004</c:v>
                </c:pt>
                <c:pt idx="1">
                  <c:v>52235.83</c:v>
                </c:pt>
                <c:pt idx="2">
                  <c:v>52127.520000000004</c:v>
                </c:pt>
                <c:pt idx="3">
                  <c:v>60721.880000000005</c:v>
                </c:pt>
                <c:pt idx="4">
                  <c:v>84401.049999999988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F7C-47EF-B522-26D75A815A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8418344"/>
        <c:axId val="128415992"/>
      </c:barChart>
      <c:lineChart>
        <c:grouping val="standard"/>
        <c:varyColors val="0"/>
        <c:ser>
          <c:idx val="0"/>
          <c:order val="0"/>
          <c:tx>
            <c:strRef>
              <c:f>영업이익!$D$24</c:f>
              <c:strCache>
                <c:ptCount val="1"/>
                <c:pt idx="0">
                  <c:v>KOSPI 전년동기 대비 성장률(우)</c:v>
                </c:pt>
              </c:strCache>
            </c:strRef>
          </c:tx>
          <c:spPr>
            <a:ln w="12700">
              <a:solidFill>
                <a:srgbClr val="0000FF"/>
              </a:solidFill>
              <a:prstDash val="solid"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영업이익!$H$21:$L$21</c:f>
              <c:strCache>
                <c:ptCount val="5"/>
                <c:pt idx="0">
                  <c:v>3Q22</c:v>
                </c:pt>
                <c:pt idx="1">
                  <c:v>3Q23</c:v>
                </c:pt>
                <c:pt idx="2">
                  <c:v>3Q24</c:v>
                </c:pt>
                <c:pt idx="3">
                  <c:v>3Q25</c:v>
                </c:pt>
                <c:pt idx="4">
                  <c:v>3Q26</c:v>
                </c:pt>
              </c:strCache>
            </c:strRef>
          </c:cat>
          <c:val>
            <c:numRef>
              <c:f>영업이익!$H$24:$L$24</c:f>
              <c:numCache>
                <c:formatCode>#,##0.0_ </c:formatCode>
                <c:ptCount val="5"/>
                <c:pt idx="0">
                  <c:v>-19.341274184137948</c:v>
                </c:pt>
                <c:pt idx="1">
                  <c:v>-4.1857554105184551</c:v>
                </c:pt>
                <c:pt idx="2">
                  <c:v>29.243968122487129</c:v>
                </c:pt>
                <c:pt idx="3">
                  <c:v>23.310333424298936</c:v>
                </c:pt>
                <c:pt idx="4">
                  <c:v>217.41146128819847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6F7C-47EF-B522-26D75A815A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8414816"/>
        <c:axId val="128416384"/>
      </c:lineChart>
      <c:catAx>
        <c:axId val="1284183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8415992"/>
        <c:crosses val="autoZero"/>
        <c:auto val="1"/>
        <c:lblAlgn val="ctr"/>
        <c:lblOffset val="100"/>
        <c:noMultiLvlLbl val="0"/>
      </c:catAx>
      <c:valAx>
        <c:axId val="128415992"/>
        <c:scaling>
          <c:orientation val="minMax"/>
        </c:scaling>
        <c:delete val="0"/>
        <c:axPos val="l"/>
        <c:numFmt formatCode="#,##0_ 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8418344"/>
        <c:crosses val="autoZero"/>
        <c:crossBetween val="between"/>
      </c:valAx>
      <c:valAx>
        <c:axId val="128416384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crossAx val="128414816"/>
        <c:crosses val="max"/>
        <c:crossBetween val="between"/>
      </c:valAx>
      <c:catAx>
        <c:axId val="12841481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8416384"/>
        <c:crosses val="autoZero"/>
        <c:auto val="1"/>
        <c:lblAlgn val="ctr"/>
        <c:lblOffset val="100"/>
        <c:noMultiLvlLbl val="0"/>
      </c:catAx>
    </c:plotArea>
    <c:legend>
      <c:legendPos val="r"/>
      <c:layout>
        <c:manualLayout>
          <c:xMode val="edge"/>
          <c:yMode val="edge"/>
          <c:x val="9.641414141414141E-2"/>
          <c:y val="5.8796296296296296E-3"/>
          <c:w val="0.71872591296377308"/>
          <c:h val="0.20936111111111111"/>
        </c:manualLayout>
      </c:layout>
      <c:overlay val="0"/>
      <c:spPr>
        <a:ln w="25400">
          <a:noFill/>
        </a:ln>
        <a:effectLst/>
      </c:spPr>
    </c:legend>
    <c:plotVisOnly val="1"/>
    <c:dispBlanksAs val="gap"/>
    <c:showDLblsOverMax val="0"/>
  </c:chart>
  <c:spPr>
    <a:solidFill>
      <a:sysClr val="window" lastClr="FFFFFF"/>
    </a:solidFill>
    <a:ln w="9525">
      <a:noFill/>
    </a:ln>
  </c:spPr>
  <c:txPr>
    <a:bodyPr/>
    <a:lstStyle/>
    <a:p>
      <a:pPr>
        <a:defRPr sz="800" b="0">
          <a:solidFill>
            <a:srgbClr val="000000"/>
          </a:solidFill>
          <a:latin typeface="HY중고딕"/>
          <a:ea typeface="HY중고딕"/>
          <a:cs typeface="HY중고딕"/>
        </a:defRPr>
      </a:pPr>
      <a:endParaRPr lang="ko-KR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421372235607519"/>
          <c:y val="0.13247154585369855"/>
          <c:w val="0.81242975280675767"/>
          <c:h val="0.7938942091274865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'1q(순이익)'!$D$22</c:f>
              <c:strCache>
                <c:ptCount val="1"/>
                <c:pt idx="0">
                  <c:v>KOSPI 순이익(지배)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'1q(순이익)'!$H$21:$L$21</c:f>
              <c:strCache>
                <c:ptCount val="5"/>
                <c:pt idx="0">
                  <c:v>3Q22</c:v>
                </c:pt>
                <c:pt idx="1">
                  <c:v>3Q23</c:v>
                </c:pt>
                <c:pt idx="2">
                  <c:v>3Q24</c:v>
                </c:pt>
                <c:pt idx="3">
                  <c:v>3Q25</c:v>
                </c:pt>
                <c:pt idx="4">
                  <c:v>3Q26</c:v>
                </c:pt>
              </c:strCache>
            </c:strRef>
          </c:cat>
          <c:val>
            <c:numRef>
              <c:f>'1q(순이익)'!$H$22:$L$22</c:f>
              <c:numCache>
                <c:formatCode>_(* #,##0_);_(* \(#,##0\);_(* "-"_);_(@_)</c:formatCode>
                <c:ptCount val="5"/>
                <c:pt idx="0">
                  <c:v>35350.74</c:v>
                </c:pt>
                <c:pt idx="1">
                  <c:v>38883.379999999997</c:v>
                </c:pt>
                <c:pt idx="2">
                  <c:v>49324.07</c:v>
                </c:pt>
                <c:pt idx="3">
                  <c:v>68312.25</c:v>
                </c:pt>
                <c:pt idx="4">
                  <c:v>190772.07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52-43C9-99FF-D36D76041895}"/>
            </c:ext>
          </c:extLst>
        </c:ser>
        <c:ser>
          <c:idx val="2"/>
          <c:order val="2"/>
          <c:tx>
            <c:strRef>
              <c:f>'1q(순이익)'!$D$23</c:f>
              <c:strCache>
                <c:ptCount val="1"/>
                <c:pt idx="0">
                  <c:v>KOSPI-(삼성전자+SK하이닉스) 순이익(지배)</c:v>
                </c:pt>
              </c:strCache>
            </c:strRef>
          </c:tx>
          <c:spPr>
            <a:solidFill>
              <a:srgbClr val="C1E1FF"/>
            </a:solidFill>
            <a:ln w="12700">
              <a:solidFill>
                <a:srgbClr val="C1E1FF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9.6212121212121207E-3"/>
                  <c:y val="6.46759259259258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52-43C9-99FF-D36D76041895}"/>
                </c:ext>
              </c:extLst>
            </c:dLbl>
            <c:dLbl>
              <c:idx val="1"/>
              <c:layout>
                <c:manualLayout>
                  <c:x val="0"/>
                  <c:y val="9.99537037037038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052-43C9-99FF-D36D76041895}"/>
                </c:ext>
              </c:extLst>
            </c:dLbl>
            <c:dLbl>
              <c:idx val="2"/>
              <c:layout>
                <c:manualLayout>
                  <c:x val="9.6212121212120617E-3"/>
                  <c:y val="0.1234722222222222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52-43C9-99FF-D36D76041895}"/>
                </c:ext>
              </c:extLst>
            </c:dLbl>
            <c:dLbl>
              <c:idx val="3"/>
              <c:layout>
                <c:manualLayout>
                  <c:x val="9.6212121212120028E-3"/>
                  <c:y val="8.8194444444444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052-43C9-99FF-D36D76041895}"/>
                </c:ext>
              </c:extLst>
            </c:dLbl>
            <c:dLbl>
              <c:idx val="4"/>
              <c:layout>
                <c:manualLayout>
                  <c:x val="9.6212121212121207E-3"/>
                  <c:y val="0.1058333333333333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52-43C9-99FF-D36D7604189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'1q(순이익)'!$H$21:$L$21</c:f>
              <c:strCache>
                <c:ptCount val="5"/>
                <c:pt idx="0">
                  <c:v>3Q22</c:v>
                </c:pt>
                <c:pt idx="1">
                  <c:v>3Q23</c:v>
                </c:pt>
                <c:pt idx="2">
                  <c:v>3Q24</c:v>
                </c:pt>
                <c:pt idx="3">
                  <c:v>3Q25</c:v>
                </c:pt>
                <c:pt idx="4">
                  <c:v>3Q26</c:v>
                </c:pt>
              </c:strCache>
            </c:strRef>
          </c:cat>
          <c:val>
            <c:numRef>
              <c:f>'1q(순이익)'!$H$23:$L$23</c:f>
              <c:numCache>
                <c:formatCode>_(* #,##0_);_(* \(#,##0\);_(* "-"_);_(@_)</c:formatCode>
                <c:ptCount val="5"/>
                <c:pt idx="0">
                  <c:v>25095.129999999997</c:v>
                </c:pt>
                <c:pt idx="1">
                  <c:v>35565.81</c:v>
                </c:pt>
                <c:pt idx="2">
                  <c:v>33793.840000000004</c:v>
                </c:pt>
                <c:pt idx="3">
                  <c:v>43710.59</c:v>
                </c:pt>
                <c:pt idx="4">
                  <c:v>45702.280000000013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052-43C9-99FF-D36D760418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815494184"/>
        <c:axId val="815495360"/>
      </c:barChart>
      <c:lineChart>
        <c:grouping val="standard"/>
        <c:varyColors val="0"/>
        <c:ser>
          <c:idx val="0"/>
          <c:order val="0"/>
          <c:tx>
            <c:strRef>
              <c:f>'1q(순이익)'!$D$24</c:f>
              <c:strCache>
                <c:ptCount val="1"/>
                <c:pt idx="0">
                  <c:v>KOSPI 전년동기 대비 성장률(우)</c:v>
                </c:pt>
              </c:strCache>
            </c:strRef>
          </c:tx>
          <c:spPr>
            <a:ln w="12700">
              <a:solidFill>
                <a:srgbClr val="0000FF"/>
              </a:solidFill>
              <a:prstDash val="solid"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'1q(순이익)'!$H$21:$L$21</c:f>
              <c:strCache>
                <c:ptCount val="5"/>
                <c:pt idx="0">
                  <c:v>3Q22</c:v>
                </c:pt>
                <c:pt idx="1">
                  <c:v>3Q23</c:v>
                </c:pt>
                <c:pt idx="2">
                  <c:v>3Q24</c:v>
                </c:pt>
                <c:pt idx="3">
                  <c:v>3Q25</c:v>
                </c:pt>
                <c:pt idx="4">
                  <c:v>3Q26</c:v>
                </c:pt>
              </c:strCache>
            </c:strRef>
          </c:cat>
          <c:val>
            <c:numRef>
              <c:f>'1q(순이익)'!$H$24:$L$24</c:f>
              <c:numCache>
                <c:formatCode>#,##0.0_ </c:formatCode>
                <c:ptCount val="5"/>
                <c:pt idx="0">
                  <c:v>-33.767119951136713</c:v>
                </c:pt>
                <c:pt idx="1">
                  <c:v>9.993114712733032</c:v>
                </c:pt>
                <c:pt idx="2">
                  <c:v>26.851292248770562</c:v>
                </c:pt>
                <c:pt idx="3">
                  <c:v>38.496782605328384</c:v>
                </c:pt>
                <c:pt idx="4">
                  <c:v>179.26480243294577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052-43C9-99FF-D36D760418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15503984"/>
        <c:axId val="815495752"/>
      </c:lineChart>
      <c:catAx>
        <c:axId val="8154941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815495360"/>
        <c:crosses val="autoZero"/>
        <c:auto val="1"/>
        <c:lblAlgn val="ctr"/>
        <c:lblOffset val="100"/>
        <c:noMultiLvlLbl val="0"/>
      </c:catAx>
      <c:valAx>
        <c:axId val="815495360"/>
        <c:scaling>
          <c:orientation val="minMax"/>
        </c:scaling>
        <c:delete val="0"/>
        <c:axPos val="l"/>
        <c:numFmt formatCode="#,##0_ 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815494184"/>
        <c:crosses val="autoZero"/>
        <c:crossBetween val="between"/>
        <c:majorUnit val="40000"/>
      </c:valAx>
      <c:valAx>
        <c:axId val="815495752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crossAx val="815503984"/>
        <c:crosses val="max"/>
        <c:crossBetween val="between"/>
        <c:majorUnit val="100"/>
      </c:valAx>
      <c:catAx>
        <c:axId val="8155039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15495752"/>
        <c:crosses val="autoZero"/>
        <c:auto val="1"/>
        <c:lblAlgn val="ctr"/>
        <c:lblOffset val="100"/>
        <c:noMultiLvlLbl val="0"/>
      </c:catAx>
    </c:plotArea>
    <c:legend>
      <c:legendPos val="r"/>
      <c:layout>
        <c:manualLayout>
          <c:xMode val="edge"/>
          <c:yMode val="edge"/>
          <c:x val="7.9309876543209867E-2"/>
          <c:y val="0"/>
          <c:w val="0.73040404040404039"/>
          <c:h val="0.22817611111111111"/>
        </c:manualLayout>
      </c:layout>
      <c:overlay val="0"/>
      <c:spPr>
        <a:ln w="25400">
          <a:noFill/>
        </a:ln>
        <a:effectLst/>
      </c:spPr>
    </c:legend>
    <c:plotVisOnly val="1"/>
    <c:dispBlanksAs val="gap"/>
    <c:showDLblsOverMax val="0"/>
  </c:chart>
  <c:spPr>
    <a:solidFill>
      <a:sysClr val="window" lastClr="FFFFFF"/>
    </a:solidFill>
    <a:ln w="9525">
      <a:noFill/>
    </a:ln>
  </c:spPr>
  <c:txPr>
    <a:bodyPr/>
    <a:lstStyle/>
    <a:p>
      <a:pPr>
        <a:defRPr sz="800" b="0">
          <a:solidFill>
            <a:srgbClr val="000000"/>
          </a:solidFill>
          <a:latin typeface="HY중고딕"/>
          <a:ea typeface="HY중고딕"/>
          <a:cs typeface="HY중고딕"/>
        </a:defRPr>
      </a:pPr>
      <a:endParaRPr lang="ko-KR"/>
    </a:p>
  </c:tx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344401267162598"/>
          <c:y val="0.1391123211781011"/>
          <c:w val="0.75150220442493898"/>
          <c:h val="0.752624020778661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영업이익!$M$22</c:f>
              <c:strCache>
                <c:ptCount val="1"/>
                <c:pt idx="0">
                  <c:v>코스피</c:v>
                </c:pt>
              </c:strCache>
            </c:strRef>
          </c:tx>
          <c:spPr>
            <a:solidFill>
              <a:srgbClr val="003399"/>
            </a:solidFill>
            <a:ln w="12700">
              <a:solidFill>
                <a:srgbClr val="003399"/>
              </a:solidFill>
              <a:prstDash val="solid"/>
            </a:ln>
            <a:effectLst/>
          </c:spPr>
          <c:invertIfNegative val="0"/>
          <c:cat>
            <c:strRef>
              <c:f>영업이익!$N$21:$Q$21</c:f>
              <c:strCache>
                <c:ptCount val="4"/>
                <c:pt idx="0">
                  <c:v>3Q영업이익</c:v>
                </c:pt>
                <c:pt idx="1">
                  <c:v>3Q당기순이익</c:v>
                </c:pt>
                <c:pt idx="2">
                  <c:v>2026 영업이익</c:v>
                </c:pt>
                <c:pt idx="3">
                  <c:v>2026 당기순이익</c:v>
                </c:pt>
              </c:strCache>
            </c:strRef>
          </c:cat>
          <c:val>
            <c:numRef>
              <c:f>영업이익!$N$22:$Q$22</c:f>
              <c:numCache>
                <c:formatCode>_(* #,##0_);_(* \(#,##0\);_(* "-"_);_(@_)</c:formatCode>
                <c:ptCount val="4"/>
                <c:pt idx="0">
                  <c:v>267486.86</c:v>
                </c:pt>
                <c:pt idx="1">
                  <c:v>190772.07</c:v>
                </c:pt>
                <c:pt idx="2">
                  <c:v>968466.34</c:v>
                </c:pt>
                <c:pt idx="3" formatCode="#,##0.00">
                  <c:v>795074.84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A1-440A-BAD1-FC54E901DD0A}"/>
            </c:ext>
          </c:extLst>
        </c:ser>
        <c:ser>
          <c:idx val="1"/>
          <c:order val="1"/>
          <c:tx>
            <c:strRef>
              <c:f>영업이익!$M$23</c:f>
              <c:strCache>
                <c:ptCount val="1"/>
                <c:pt idx="0">
                  <c:v>삼성전자+SK하이닉스</c:v>
                </c:pt>
              </c:strCache>
            </c:strRef>
          </c:tx>
          <c:spPr>
            <a:solidFill>
              <a:srgbClr val="A6A6A6"/>
            </a:solidFill>
            <a:ln>
              <a:solidFill>
                <a:srgbClr val="A6A6A6"/>
              </a:solidFill>
              <a:prstDash val="solid"/>
            </a:ln>
            <a:effectLst/>
          </c:spPr>
          <c:invertIfNegative val="0"/>
          <c:cat>
            <c:strRef>
              <c:f>영업이익!$N$21:$Q$21</c:f>
              <c:strCache>
                <c:ptCount val="4"/>
                <c:pt idx="0">
                  <c:v>3Q영업이익</c:v>
                </c:pt>
                <c:pt idx="1">
                  <c:v>3Q당기순이익</c:v>
                </c:pt>
                <c:pt idx="2">
                  <c:v>2026 영업이익</c:v>
                </c:pt>
                <c:pt idx="3">
                  <c:v>2026 당기순이익</c:v>
                </c:pt>
              </c:strCache>
            </c:strRef>
          </c:cat>
          <c:val>
            <c:numRef>
              <c:f>영업이익!$N$23:$Q$23</c:f>
              <c:numCache>
                <c:formatCode>_(* #,##0_);_(* \(#,##0\);_(* "-"_);_(@_)</c:formatCode>
                <c:ptCount val="4"/>
                <c:pt idx="0">
                  <c:v>183085.81</c:v>
                </c:pt>
                <c:pt idx="1">
                  <c:v>145069.78999999998</c:v>
                </c:pt>
                <c:pt idx="2">
                  <c:v>633718.66999999993</c:v>
                </c:pt>
                <c:pt idx="3" formatCode="#,##0.0_ ">
                  <c:v>559279.96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A1-440A-BAD1-FC54E901DD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7188832"/>
        <c:axId val="1958568704"/>
      </c:barChart>
      <c:lineChart>
        <c:grouping val="standard"/>
        <c:varyColors val="0"/>
        <c:ser>
          <c:idx val="2"/>
          <c:order val="2"/>
          <c:tx>
            <c:strRef>
              <c:f>영업이익!$M$24</c:f>
              <c:strCache>
                <c:ptCount val="1"/>
                <c:pt idx="0">
                  <c:v>비중</c:v>
                </c:pt>
              </c:strCache>
            </c:strRef>
          </c:tx>
          <c:spPr>
            <a:ln w="12700" cap="rnd">
              <a:solidFill>
                <a:srgbClr val="C1E1F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나눔고딕"/>
                    <a:ea typeface="나눔고딕"/>
                    <a:cs typeface="나눔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영업이익!$N$21:$Q$21</c:f>
              <c:strCache>
                <c:ptCount val="4"/>
                <c:pt idx="0">
                  <c:v>3Q영업이익</c:v>
                </c:pt>
                <c:pt idx="1">
                  <c:v>3Q당기순이익</c:v>
                </c:pt>
                <c:pt idx="2">
                  <c:v>2026 영업이익</c:v>
                </c:pt>
                <c:pt idx="3">
                  <c:v>2026 당기순이익</c:v>
                </c:pt>
              </c:strCache>
            </c:strRef>
          </c:cat>
          <c:val>
            <c:numRef>
              <c:f>영업이익!$N$24:$Q$24</c:f>
              <c:numCache>
                <c:formatCode>0%</c:formatCode>
                <c:ptCount val="4"/>
                <c:pt idx="0">
                  <c:v>0.68446655660020084</c:v>
                </c:pt>
                <c:pt idx="1">
                  <c:v>0.76043516223312968</c:v>
                </c:pt>
                <c:pt idx="2">
                  <c:v>0.65435280899901993</c:v>
                </c:pt>
                <c:pt idx="3">
                  <c:v>0.7034305852264171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A1-440A-BAD1-FC54E901DD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2066480"/>
        <c:axId val="862058992"/>
      </c:lineChart>
      <c:catAx>
        <c:axId val="8671888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1958568704"/>
        <c:crosses val="autoZero"/>
        <c:auto val="1"/>
        <c:lblAlgn val="ctr"/>
        <c:lblOffset val="100"/>
        <c:noMultiLvlLbl val="0"/>
      </c:catAx>
      <c:valAx>
        <c:axId val="1958568704"/>
        <c:scaling>
          <c:orientation val="minMax"/>
        </c:scaling>
        <c:delete val="0"/>
        <c:axPos val="l"/>
        <c:numFmt formatCode="_(* #,##0_);_(* \(#,##0\);_(* &quot;-&quot;_);_(@_)" sourceLinked="1"/>
        <c:majorTickMark val="out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867188832"/>
        <c:crosses val="autoZero"/>
        <c:crossBetween val="between"/>
        <c:majorUnit val="200000"/>
      </c:valAx>
      <c:valAx>
        <c:axId val="862058992"/>
        <c:scaling>
          <c:orientation val="minMax"/>
          <c:min val="0.5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862066480"/>
        <c:crosses val="max"/>
        <c:crossBetween val="between"/>
      </c:valAx>
      <c:catAx>
        <c:axId val="86206648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620589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604219257167018"/>
          <c:y val="4.1262129162996083E-2"/>
          <c:w val="0.69805548293131781"/>
          <c:h val="8.9055185428945124E-2"/>
        </c:manualLayout>
      </c:layout>
      <c:overlay val="0"/>
      <c:spPr>
        <a:noFill/>
        <a:ln w="25400"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rgbClr val="000000"/>
              </a:solidFill>
              <a:latin typeface="나눔고딕"/>
              <a:ea typeface="나눔고딕"/>
              <a:cs typeface="나눔고딕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25400" cap="flat" cmpd="sng" algn="ctr">
      <a:noFill/>
      <a:round/>
    </a:ln>
    <a:effectLst/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1.5723270440251572E-2"/>
          <c:y val="0.1130952380952381"/>
          <c:w val="0.96150943396226407"/>
          <c:h val="0.88690476190476186"/>
        </c:manualLayout>
      </c:layout>
      <c:lineChart>
        <c:grouping val="standard"/>
        <c:varyColors val="0"/>
        <c:ser>
          <c:idx val="0"/>
          <c:order val="0"/>
          <c:tx>
            <c:strRef>
              <c:f>시가총액!$B$14</c:f>
              <c:strCache>
                <c:ptCount val="1"/>
                <c:pt idx="0">
                  <c:v>코스피 시가총액</c:v>
                </c:pt>
              </c:strCache>
            </c:strRef>
          </c:tx>
          <c:spPr>
            <a:ln w="12700" cap="rnd">
              <a:solidFill>
                <a:srgbClr val="003399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시가총액!$A$15:$A$660</c:f>
              <c:numCache>
                <c:formatCode>m/d/yyyy</c:formatCode>
                <c:ptCount val="646"/>
                <c:pt idx="0">
                  <c:v>45658</c:v>
                </c:pt>
                <c:pt idx="1">
                  <c:v>45659</c:v>
                </c:pt>
                <c:pt idx="2">
                  <c:v>45660</c:v>
                </c:pt>
                <c:pt idx="3">
                  <c:v>45661</c:v>
                </c:pt>
                <c:pt idx="4">
                  <c:v>45662</c:v>
                </c:pt>
                <c:pt idx="5">
                  <c:v>45663</c:v>
                </c:pt>
                <c:pt idx="6">
                  <c:v>45664</c:v>
                </c:pt>
                <c:pt idx="7">
                  <c:v>45665</c:v>
                </c:pt>
                <c:pt idx="8">
                  <c:v>45666</c:v>
                </c:pt>
                <c:pt idx="9">
                  <c:v>45667</c:v>
                </c:pt>
                <c:pt idx="10">
                  <c:v>45668</c:v>
                </c:pt>
                <c:pt idx="11">
                  <c:v>45669</c:v>
                </c:pt>
                <c:pt idx="12">
                  <c:v>45670</c:v>
                </c:pt>
                <c:pt idx="13">
                  <c:v>45671</c:v>
                </c:pt>
                <c:pt idx="14">
                  <c:v>45672</c:v>
                </c:pt>
                <c:pt idx="15">
                  <c:v>45673</c:v>
                </c:pt>
                <c:pt idx="16">
                  <c:v>45674</c:v>
                </c:pt>
                <c:pt idx="17">
                  <c:v>45675</c:v>
                </c:pt>
                <c:pt idx="18">
                  <c:v>45676</c:v>
                </c:pt>
                <c:pt idx="19">
                  <c:v>45677</c:v>
                </c:pt>
                <c:pt idx="20">
                  <c:v>45678</c:v>
                </c:pt>
                <c:pt idx="21">
                  <c:v>45679</c:v>
                </c:pt>
                <c:pt idx="22">
                  <c:v>45680</c:v>
                </c:pt>
                <c:pt idx="23">
                  <c:v>45681</c:v>
                </c:pt>
                <c:pt idx="24">
                  <c:v>45682</c:v>
                </c:pt>
                <c:pt idx="25">
                  <c:v>45683</c:v>
                </c:pt>
                <c:pt idx="26">
                  <c:v>45684</c:v>
                </c:pt>
                <c:pt idx="27">
                  <c:v>45685</c:v>
                </c:pt>
                <c:pt idx="28">
                  <c:v>45686</c:v>
                </c:pt>
                <c:pt idx="29">
                  <c:v>45687</c:v>
                </c:pt>
                <c:pt idx="30">
                  <c:v>45688</c:v>
                </c:pt>
                <c:pt idx="31">
                  <c:v>45689</c:v>
                </c:pt>
                <c:pt idx="32">
                  <c:v>45690</c:v>
                </c:pt>
                <c:pt idx="33">
                  <c:v>45691</c:v>
                </c:pt>
                <c:pt idx="34">
                  <c:v>45692</c:v>
                </c:pt>
                <c:pt idx="35">
                  <c:v>45693</c:v>
                </c:pt>
                <c:pt idx="36">
                  <c:v>45694</c:v>
                </c:pt>
                <c:pt idx="37">
                  <c:v>45695</c:v>
                </c:pt>
                <c:pt idx="38">
                  <c:v>45696</c:v>
                </c:pt>
                <c:pt idx="39">
                  <c:v>45697</c:v>
                </c:pt>
                <c:pt idx="40">
                  <c:v>45698</c:v>
                </c:pt>
                <c:pt idx="41">
                  <c:v>45699</c:v>
                </c:pt>
                <c:pt idx="42">
                  <c:v>45700</c:v>
                </c:pt>
                <c:pt idx="43">
                  <c:v>45701</c:v>
                </c:pt>
                <c:pt idx="44">
                  <c:v>45702</c:v>
                </c:pt>
                <c:pt idx="45">
                  <c:v>45703</c:v>
                </c:pt>
                <c:pt idx="46">
                  <c:v>45704</c:v>
                </c:pt>
                <c:pt idx="47">
                  <c:v>45705</c:v>
                </c:pt>
                <c:pt idx="48">
                  <c:v>45706</c:v>
                </c:pt>
                <c:pt idx="49">
                  <c:v>45707</c:v>
                </c:pt>
                <c:pt idx="50">
                  <c:v>45708</c:v>
                </c:pt>
                <c:pt idx="51">
                  <c:v>45709</c:v>
                </c:pt>
                <c:pt idx="52">
                  <c:v>45710</c:v>
                </c:pt>
                <c:pt idx="53">
                  <c:v>45711</c:v>
                </c:pt>
                <c:pt idx="54">
                  <c:v>45712</c:v>
                </c:pt>
                <c:pt idx="55">
                  <c:v>45713</c:v>
                </c:pt>
                <c:pt idx="56">
                  <c:v>45714</c:v>
                </c:pt>
                <c:pt idx="57">
                  <c:v>45715</c:v>
                </c:pt>
                <c:pt idx="58">
                  <c:v>45716</c:v>
                </c:pt>
                <c:pt idx="59">
                  <c:v>45717</c:v>
                </c:pt>
                <c:pt idx="60">
                  <c:v>45718</c:v>
                </c:pt>
                <c:pt idx="61">
                  <c:v>45719</c:v>
                </c:pt>
                <c:pt idx="62">
                  <c:v>45720</c:v>
                </c:pt>
                <c:pt idx="63">
                  <c:v>45721</c:v>
                </c:pt>
                <c:pt idx="64">
                  <c:v>45722</c:v>
                </c:pt>
                <c:pt idx="65">
                  <c:v>45723</c:v>
                </c:pt>
                <c:pt idx="66">
                  <c:v>45724</c:v>
                </c:pt>
                <c:pt idx="67">
                  <c:v>45725</c:v>
                </c:pt>
                <c:pt idx="68">
                  <c:v>45726</c:v>
                </c:pt>
                <c:pt idx="69">
                  <c:v>45727</c:v>
                </c:pt>
                <c:pt idx="70">
                  <c:v>45728</c:v>
                </c:pt>
                <c:pt idx="71">
                  <c:v>45729</c:v>
                </c:pt>
                <c:pt idx="72">
                  <c:v>45730</c:v>
                </c:pt>
                <c:pt idx="73">
                  <c:v>45731</c:v>
                </c:pt>
                <c:pt idx="74">
                  <c:v>45732</c:v>
                </c:pt>
                <c:pt idx="75">
                  <c:v>45733</c:v>
                </c:pt>
                <c:pt idx="76">
                  <c:v>45734</c:v>
                </c:pt>
                <c:pt idx="77">
                  <c:v>45735</c:v>
                </c:pt>
                <c:pt idx="78">
                  <c:v>45736</c:v>
                </c:pt>
                <c:pt idx="79">
                  <c:v>45737</c:v>
                </c:pt>
                <c:pt idx="80">
                  <c:v>45738</c:v>
                </c:pt>
                <c:pt idx="81">
                  <c:v>45739</c:v>
                </c:pt>
                <c:pt idx="82">
                  <c:v>45740</c:v>
                </c:pt>
                <c:pt idx="83">
                  <c:v>45741</c:v>
                </c:pt>
                <c:pt idx="84">
                  <c:v>45742</c:v>
                </c:pt>
                <c:pt idx="85">
                  <c:v>45743</c:v>
                </c:pt>
                <c:pt idx="86">
                  <c:v>45744</c:v>
                </c:pt>
                <c:pt idx="87">
                  <c:v>45745</c:v>
                </c:pt>
                <c:pt idx="88">
                  <c:v>45746</c:v>
                </c:pt>
                <c:pt idx="89">
                  <c:v>45747</c:v>
                </c:pt>
                <c:pt idx="90">
                  <c:v>45748</c:v>
                </c:pt>
                <c:pt idx="91">
                  <c:v>45749</c:v>
                </c:pt>
                <c:pt idx="92">
                  <c:v>45750</c:v>
                </c:pt>
                <c:pt idx="93">
                  <c:v>45751</c:v>
                </c:pt>
                <c:pt idx="94">
                  <c:v>45752</c:v>
                </c:pt>
                <c:pt idx="95">
                  <c:v>45753</c:v>
                </c:pt>
                <c:pt idx="96">
                  <c:v>45754</c:v>
                </c:pt>
                <c:pt idx="97">
                  <c:v>45755</c:v>
                </c:pt>
                <c:pt idx="98">
                  <c:v>45756</c:v>
                </c:pt>
                <c:pt idx="99">
                  <c:v>45757</c:v>
                </c:pt>
                <c:pt idx="100">
                  <c:v>45758</c:v>
                </c:pt>
                <c:pt idx="101">
                  <c:v>45759</c:v>
                </c:pt>
                <c:pt idx="102">
                  <c:v>45760</c:v>
                </c:pt>
                <c:pt idx="103">
                  <c:v>45761</c:v>
                </c:pt>
                <c:pt idx="104">
                  <c:v>45762</c:v>
                </c:pt>
                <c:pt idx="105">
                  <c:v>45763</c:v>
                </c:pt>
                <c:pt idx="106">
                  <c:v>45764</c:v>
                </c:pt>
                <c:pt idx="107">
                  <c:v>45765</c:v>
                </c:pt>
                <c:pt idx="108">
                  <c:v>45766</c:v>
                </c:pt>
                <c:pt idx="109">
                  <c:v>45767</c:v>
                </c:pt>
                <c:pt idx="110">
                  <c:v>45768</c:v>
                </c:pt>
                <c:pt idx="111">
                  <c:v>45769</c:v>
                </c:pt>
                <c:pt idx="112">
                  <c:v>45770</c:v>
                </c:pt>
                <c:pt idx="113">
                  <c:v>45771</c:v>
                </c:pt>
                <c:pt idx="114">
                  <c:v>45772</c:v>
                </c:pt>
                <c:pt idx="115">
                  <c:v>45773</c:v>
                </c:pt>
                <c:pt idx="116">
                  <c:v>45774</c:v>
                </c:pt>
                <c:pt idx="117">
                  <c:v>45775</c:v>
                </c:pt>
                <c:pt idx="118">
                  <c:v>45776</c:v>
                </c:pt>
                <c:pt idx="119">
                  <c:v>45777</c:v>
                </c:pt>
                <c:pt idx="120">
                  <c:v>45778</c:v>
                </c:pt>
                <c:pt idx="121">
                  <c:v>45779</c:v>
                </c:pt>
                <c:pt idx="122">
                  <c:v>45780</c:v>
                </c:pt>
                <c:pt idx="123">
                  <c:v>45781</c:v>
                </c:pt>
                <c:pt idx="124">
                  <c:v>45782</c:v>
                </c:pt>
                <c:pt idx="125">
                  <c:v>45783</c:v>
                </c:pt>
                <c:pt idx="126">
                  <c:v>45784</c:v>
                </c:pt>
                <c:pt idx="127">
                  <c:v>45785</c:v>
                </c:pt>
                <c:pt idx="128">
                  <c:v>45786</c:v>
                </c:pt>
                <c:pt idx="129">
                  <c:v>45787</c:v>
                </c:pt>
                <c:pt idx="130">
                  <c:v>45788</c:v>
                </c:pt>
                <c:pt idx="131">
                  <c:v>45789</c:v>
                </c:pt>
                <c:pt idx="132">
                  <c:v>45790</c:v>
                </c:pt>
                <c:pt idx="133">
                  <c:v>45791</c:v>
                </c:pt>
                <c:pt idx="134">
                  <c:v>45792</c:v>
                </c:pt>
                <c:pt idx="135">
                  <c:v>45793</c:v>
                </c:pt>
                <c:pt idx="136">
                  <c:v>45794</c:v>
                </c:pt>
                <c:pt idx="137">
                  <c:v>45795</c:v>
                </c:pt>
                <c:pt idx="138">
                  <c:v>45796</c:v>
                </c:pt>
                <c:pt idx="139">
                  <c:v>45797</c:v>
                </c:pt>
                <c:pt idx="140">
                  <c:v>45798</c:v>
                </c:pt>
                <c:pt idx="141">
                  <c:v>45799</c:v>
                </c:pt>
                <c:pt idx="142">
                  <c:v>45800</c:v>
                </c:pt>
                <c:pt idx="143">
                  <c:v>45801</c:v>
                </c:pt>
                <c:pt idx="144">
                  <c:v>45802</c:v>
                </c:pt>
                <c:pt idx="145">
                  <c:v>45803</c:v>
                </c:pt>
                <c:pt idx="146">
                  <c:v>45804</c:v>
                </c:pt>
                <c:pt idx="147">
                  <c:v>45805</c:v>
                </c:pt>
                <c:pt idx="148">
                  <c:v>45806</c:v>
                </c:pt>
                <c:pt idx="149">
                  <c:v>45807</c:v>
                </c:pt>
                <c:pt idx="150">
                  <c:v>45808</c:v>
                </c:pt>
                <c:pt idx="151">
                  <c:v>45809</c:v>
                </c:pt>
                <c:pt idx="152">
                  <c:v>45810</c:v>
                </c:pt>
                <c:pt idx="153">
                  <c:v>45811</c:v>
                </c:pt>
                <c:pt idx="154">
                  <c:v>45812</c:v>
                </c:pt>
                <c:pt idx="155">
                  <c:v>45813</c:v>
                </c:pt>
                <c:pt idx="156">
                  <c:v>45814</c:v>
                </c:pt>
                <c:pt idx="157">
                  <c:v>45815</c:v>
                </c:pt>
                <c:pt idx="158">
                  <c:v>45816</c:v>
                </c:pt>
                <c:pt idx="159">
                  <c:v>45817</c:v>
                </c:pt>
                <c:pt idx="160">
                  <c:v>45818</c:v>
                </c:pt>
                <c:pt idx="161">
                  <c:v>45819</c:v>
                </c:pt>
                <c:pt idx="162">
                  <c:v>45820</c:v>
                </c:pt>
                <c:pt idx="163">
                  <c:v>45821</c:v>
                </c:pt>
                <c:pt idx="164">
                  <c:v>45822</c:v>
                </c:pt>
                <c:pt idx="165">
                  <c:v>45823</c:v>
                </c:pt>
                <c:pt idx="166">
                  <c:v>45824</c:v>
                </c:pt>
                <c:pt idx="167">
                  <c:v>45825</c:v>
                </c:pt>
                <c:pt idx="168">
                  <c:v>45826</c:v>
                </c:pt>
                <c:pt idx="169">
                  <c:v>45827</c:v>
                </c:pt>
                <c:pt idx="170">
                  <c:v>45828</c:v>
                </c:pt>
                <c:pt idx="171">
                  <c:v>45829</c:v>
                </c:pt>
                <c:pt idx="172">
                  <c:v>45830</c:v>
                </c:pt>
                <c:pt idx="173">
                  <c:v>45831</c:v>
                </c:pt>
                <c:pt idx="174">
                  <c:v>45832</c:v>
                </c:pt>
                <c:pt idx="175">
                  <c:v>45833</c:v>
                </c:pt>
                <c:pt idx="176">
                  <c:v>45834</c:v>
                </c:pt>
                <c:pt idx="177">
                  <c:v>45835</c:v>
                </c:pt>
                <c:pt idx="178">
                  <c:v>45836</c:v>
                </c:pt>
                <c:pt idx="179">
                  <c:v>45837</c:v>
                </c:pt>
                <c:pt idx="180">
                  <c:v>45838</c:v>
                </c:pt>
                <c:pt idx="181">
                  <c:v>45839</c:v>
                </c:pt>
                <c:pt idx="182">
                  <c:v>45840</c:v>
                </c:pt>
                <c:pt idx="183">
                  <c:v>45841</c:v>
                </c:pt>
                <c:pt idx="184">
                  <c:v>45842</c:v>
                </c:pt>
                <c:pt idx="185">
                  <c:v>45843</c:v>
                </c:pt>
                <c:pt idx="186">
                  <c:v>45844</c:v>
                </c:pt>
                <c:pt idx="187">
                  <c:v>45845</c:v>
                </c:pt>
                <c:pt idx="188">
                  <c:v>45846</c:v>
                </c:pt>
                <c:pt idx="189">
                  <c:v>45847</c:v>
                </c:pt>
                <c:pt idx="190">
                  <c:v>45848</c:v>
                </c:pt>
                <c:pt idx="191">
                  <c:v>45849</c:v>
                </c:pt>
                <c:pt idx="192">
                  <c:v>45850</c:v>
                </c:pt>
                <c:pt idx="193">
                  <c:v>45851</c:v>
                </c:pt>
                <c:pt idx="194">
                  <c:v>45852</c:v>
                </c:pt>
                <c:pt idx="195">
                  <c:v>45853</c:v>
                </c:pt>
                <c:pt idx="196">
                  <c:v>45854</c:v>
                </c:pt>
                <c:pt idx="197">
                  <c:v>45855</c:v>
                </c:pt>
                <c:pt idx="198">
                  <c:v>45856</c:v>
                </c:pt>
                <c:pt idx="199">
                  <c:v>45857</c:v>
                </c:pt>
                <c:pt idx="200">
                  <c:v>45858</c:v>
                </c:pt>
                <c:pt idx="201">
                  <c:v>45859</c:v>
                </c:pt>
                <c:pt idx="202">
                  <c:v>45860</c:v>
                </c:pt>
                <c:pt idx="203">
                  <c:v>45861</c:v>
                </c:pt>
                <c:pt idx="204">
                  <c:v>45862</c:v>
                </c:pt>
                <c:pt idx="205">
                  <c:v>45863</c:v>
                </c:pt>
                <c:pt idx="206">
                  <c:v>45864</c:v>
                </c:pt>
                <c:pt idx="207">
                  <c:v>45865</c:v>
                </c:pt>
                <c:pt idx="208">
                  <c:v>45866</c:v>
                </c:pt>
                <c:pt idx="209">
                  <c:v>45867</c:v>
                </c:pt>
                <c:pt idx="210">
                  <c:v>45868</c:v>
                </c:pt>
                <c:pt idx="211">
                  <c:v>45869</c:v>
                </c:pt>
                <c:pt idx="212">
                  <c:v>45870</c:v>
                </c:pt>
                <c:pt idx="213">
                  <c:v>45871</c:v>
                </c:pt>
                <c:pt idx="214">
                  <c:v>45872</c:v>
                </c:pt>
                <c:pt idx="215">
                  <c:v>45873</c:v>
                </c:pt>
                <c:pt idx="216">
                  <c:v>45874</c:v>
                </c:pt>
                <c:pt idx="217">
                  <c:v>45875</c:v>
                </c:pt>
                <c:pt idx="218">
                  <c:v>45876</c:v>
                </c:pt>
                <c:pt idx="219">
                  <c:v>45877</c:v>
                </c:pt>
                <c:pt idx="220">
                  <c:v>45878</c:v>
                </c:pt>
                <c:pt idx="221">
                  <c:v>45879</c:v>
                </c:pt>
                <c:pt idx="222">
                  <c:v>45880</c:v>
                </c:pt>
                <c:pt idx="223">
                  <c:v>45881</c:v>
                </c:pt>
                <c:pt idx="224">
                  <c:v>45882</c:v>
                </c:pt>
                <c:pt idx="225">
                  <c:v>45883</c:v>
                </c:pt>
                <c:pt idx="226">
                  <c:v>45884</c:v>
                </c:pt>
                <c:pt idx="227">
                  <c:v>45885</c:v>
                </c:pt>
                <c:pt idx="228">
                  <c:v>45886</c:v>
                </c:pt>
                <c:pt idx="229">
                  <c:v>45887</c:v>
                </c:pt>
                <c:pt idx="230">
                  <c:v>45888</c:v>
                </c:pt>
                <c:pt idx="231">
                  <c:v>45889</c:v>
                </c:pt>
                <c:pt idx="232">
                  <c:v>45890</c:v>
                </c:pt>
                <c:pt idx="233">
                  <c:v>45891</c:v>
                </c:pt>
                <c:pt idx="234">
                  <c:v>45892</c:v>
                </c:pt>
                <c:pt idx="235">
                  <c:v>45893</c:v>
                </c:pt>
                <c:pt idx="236">
                  <c:v>45894</c:v>
                </c:pt>
                <c:pt idx="237">
                  <c:v>45895</c:v>
                </c:pt>
                <c:pt idx="238">
                  <c:v>45896</c:v>
                </c:pt>
                <c:pt idx="239">
                  <c:v>45897</c:v>
                </c:pt>
                <c:pt idx="240">
                  <c:v>45898</c:v>
                </c:pt>
                <c:pt idx="241">
                  <c:v>45899</c:v>
                </c:pt>
                <c:pt idx="242">
                  <c:v>45900</c:v>
                </c:pt>
                <c:pt idx="243">
                  <c:v>45901</c:v>
                </c:pt>
                <c:pt idx="244">
                  <c:v>45902</c:v>
                </c:pt>
                <c:pt idx="245">
                  <c:v>45903</c:v>
                </c:pt>
                <c:pt idx="246">
                  <c:v>45904</c:v>
                </c:pt>
                <c:pt idx="247">
                  <c:v>45905</c:v>
                </c:pt>
                <c:pt idx="248">
                  <c:v>45906</c:v>
                </c:pt>
                <c:pt idx="249">
                  <c:v>45907</c:v>
                </c:pt>
                <c:pt idx="250">
                  <c:v>45908</c:v>
                </c:pt>
                <c:pt idx="251">
                  <c:v>45909</c:v>
                </c:pt>
                <c:pt idx="252">
                  <c:v>45910</c:v>
                </c:pt>
                <c:pt idx="253">
                  <c:v>45911</c:v>
                </c:pt>
                <c:pt idx="254">
                  <c:v>45912</c:v>
                </c:pt>
                <c:pt idx="255">
                  <c:v>45913</c:v>
                </c:pt>
                <c:pt idx="256">
                  <c:v>45914</c:v>
                </c:pt>
                <c:pt idx="257">
                  <c:v>45915</c:v>
                </c:pt>
                <c:pt idx="258">
                  <c:v>45916</c:v>
                </c:pt>
                <c:pt idx="259">
                  <c:v>45917</c:v>
                </c:pt>
                <c:pt idx="260">
                  <c:v>45918</c:v>
                </c:pt>
                <c:pt idx="261">
                  <c:v>45919</c:v>
                </c:pt>
                <c:pt idx="262">
                  <c:v>45920</c:v>
                </c:pt>
                <c:pt idx="263">
                  <c:v>45921</c:v>
                </c:pt>
                <c:pt idx="264">
                  <c:v>45922</c:v>
                </c:pt>
                <c:pt idx="265">
                  <c:v>45923</c:v>
                </c:pt>
                <c:pt idx="266">
                  <c:v>45924</c:v>
                </c:pt>
                <c:pt idx="267">
                  <c:v>45925</c:v>
                </c:pt>
                <c:pt idx="268">
                  <c:v>45926</c:v>
                </c:pt>
                <c:pt idx="269">
                  <c:v>45927</c:v>
                </c:pt>
                <c:pt idx="270">
                  <c:v>45928</c:v>
                </c:pt>
                <c:pt idx="271">
                  <c:v>45929</c:v>
                </c:pt>
                <c:pt idx="272">
                  <c:v>45930</c:v>
                </c:pt>
                <c:pt idx="273">
                  <c:v>45931</c:v>
                </c:pt>
                <c:pt idx="274">
                  <c:v>45932</c:v>
                </c:pt>
                <c:pt idx="275">
                  <c:v>45933</c:v>
                </c:pt>
                <c:pt idx="276">
                  <c:v>45934</c:v>
                </c:pt>
                <c:pt idx="277">
                  <c:v>45935</c:v>
                </c:pt>
                <c:pt idx="278">
                  <c:v>45936</c:v>
                </c:pt>
                <c:pt idx="279">
                  <c:v>45937</c:v>
                </c:pt>
                <c:pt idx="280">
                  <c:v>45938</c:v>
                </c:pt>
                <c:pt idx="281">
                  <c:v>45939</c:v>
                </c:pt>
                <c:pt idx="282">
                  <c:v>45940</c:v>
                </c:pt>
                <c:pt idx="283">
                  <c:v>45941</c:v>
                </c:pt>
                <c:pt idx="284">
                  <c:v>45942</c:v>
                </c:pt>
                <c:pt idx="285">
                  <c:v>45943</c:v>
                </c:pt>
                <c:pt idx="286">
                  <c:v>45944</c:v>
                </c:pt>
                <c:pt idx="287">
                  <c:v>45945</c:v>
                </c:pt>
                <c:pt idx="288">
                  <c:v>45946</c:v>
                </c:pt>
                <c:pt idx="289">
                  <c:v>45947</c:v>
                </c:pt>
                <c:pt idx="290">
                  <c:v>45948</c:v>
                </c:pt>
                <c:pt idx="291">
                  <c:v>45949</c:v>
                </c:pt>
                <c:pt idx="292">
                  <c:v>45950</c:v>
                </c:pt>
                <c:pt idx="293">
                  <c:v>45951</c:v>
                </c:pt>
                <c:pt idx="294">
                  <c:v>45952</c:v>
                </c:pt>
                <c:pt idx="295">
                  <c:v>45953</c:v>
                </c:pt>
                <c:pt idx="296">
                  <c:v>45954</c:v>
                </c:pt>
                <c:pt idx="297">
                  <c:v>45955</c:v>
                </c:pt>
                <c:pt idx="298">
                  <c:v>45956</c:v>
                </c:pt>
                <c:pt idx="299">
                  <c:v>45957</c:v>
                </c:pt>
                <c:pt idx="300">
                  <c:v>45958</c:v>
                </c:pt>
                <c:pt idx="301">
                  <c:v>45959</c:v>
                </c:pt>
                <c:pt idx="302">
                  <c:v>45960</c:v>
                </c:pt>
                <c:pt idx="303">
                  <c:v>45961</c:v>
                </c:pt>
                <c:pt idx="304">
                  <c:v>45962</c:v>
                </c:pt>
                <c:pt idx="305">
                  <c:v>45963</c:v>
                </c:pt>
                <c:pt idx="306">
                  <c:v>45964</c:v>
                </c:pt>
                <c:pt idx="307">
                  <c:v>45965</c:v>
                </c:pt>
                <c:pt idx="308">
                  <c:v>45966</c:v>
                </c:pt>
                <c:pt idx="309">
                  <c:v>45967</c:v>
                </c:pt>
                <c:pt idx="310">
                  <c:v>45968</c:v>
                </c:pt>
                <c:pt idx="311">
                  <c:v>45969</c:v>
                </c:pt>
                <c:pt idx="312">
                  <c:v>45970</c:v>
                </c:pt>
                <c:pt idx="313">
                  <c:v>45971</c:v>
                </c:pt>
                <c:pt idx="314">
                  <c:v>45972</c:v>
                </c:pt>
                <c:pt idx="315">
                  <c:v>45973</c:v>
                </c:pt>
                <c:pt idx="316">
                  <c:v>45974</c:v>
                </c:pt>
                <c:pt idx="317">
                  <c:v>45975</c:v>
                </c:pt>
                <c:pt idx="318">
                  <c:v>45976</c:v>
                </c:pt>
                <c:pt idx="319">
                  <c:v>45977</c:v>
                </c:pt>
                <c:pt idx="320">
                  <c:v>45978</c:v>
                </c:pt>
                <c:pt idx="321">
                  <c:v>45979</c:v>
                </c:pt>
                <c:pt idx="322">
                  <c:v>45980</c:v>
                </c:pt>
                <c:pt idx="323">
                  <c:v>45981</c:v>
                </c:pt>
                <c:pt idx="324">
                  <c:v>45982</c:v>
                </c:pt>
                <c:pt idx="325">
                  <c:v>45983</c:v>
                </c:pt>
                <c:pt idx="326">
                  <c:v>45984</c:v>
                </c:pt>
                <c:pt idx="327">
                  <c:v>45985</c:v>
                </c:pt>
                <c:pt idx="328">
                  <c:v>45986</c:v>
                </c:pt>
                <c:pt idx="329">
                  <c:v>45987</c:v>
                </c:pt>
                <c:pt idx="330">
                  <c:v>45988</c:v>
                </c:pt>
                <c:pt idx="331">
                  <c:v>45989</c:v>
                </c:pt>
                <c:pt idx="332">
                  <c:v>45990</c:v>
                </c:pt>
                <c:pt idx="333">
                  <c:v>45991</c:v>
                </c:pt>
                <c:pt idx="334">
                  <c:v>45992</c:v>
                </c:pt>
                <c:pt idx="335">
                  <c:v>45993</c:v>
                </c:pt>
                <c:pt idx="336">
                  <c:v>45994</c:v>
                </c:pt>
                <c:pt idx="337">
                  <c:v>45995</c:v>
                </c:pt>
                <c:pt idx="338">
                  <c:v>45996</c:v>
                </c:pt>
                <c:pt idx="339">
                  <c:v>45997</c:v>
                </c:pt>
                <c:pt idx="340">
                  <c:v>45998</c:v>
                </c:pt>
                <c:pt idx="341">
                  <c:v>45999</c:v>
                </c:pt>
                <c:pt idx="342">
                  <c:v>46000</c:v>
                </c:pt>
                <c:pt idx="343">
                  <c:v>46001</c:v>
                </c:pt>
                <c:pt idx="344">
                  <c:v>46002</c:v>
                </c:pt>
                <c:pt idx="345">
                  <c:v>46003</c:v>
                </c:pt>
                <c:pt idx="346">
                  <c:v>46004</c:v>
                </c:pt>
                <c:pt idx="347">
                  <c:v>46005</c:v>
                </c:pt>
                <c:pt idx="348">
                  <c:v>46006</c:v>
                </c:pt>
                <c:pt idx="349">
                  <c:v>46007</c:v>
                </c:pt>
                <c:pt idx="350">
                  <c:v>46008</c:v>
                </c:pt>
                <c:pt idx="351">
                  <c:v>46009</c:v>
                </c:pt>
                <c:pt idx="352">
                  <c:v>46010</c:v>
                </c:pt>
                <c:pt idx="353">
                  <c:v>46011</c:v>
                </c:pt>
                <c:pt idx="354">
                  <c:v>46012</c:v>
                </c:pt>
                <c:pt idx="355">
                  <c:v>46013</c:v>
                </c:pt>
                <c:pt idx="356">
                  <c:v>46014</c:v>
                </c:pt>
                <c:pt idx="357">
                  <c:v>46015</c:v>
                </c:pt>
                <c:pt idx="358">
                  <c:v>46016</c:v>
                </c:pt>
                <c:pt idx="359">
                  <c:v>46017</c:v>
                </c:pt>
                <c:pt idx="360">
                  <c:v>46018</c:v>
                </c:pt>
                <c:pt idx="361">
                  <c:v>46019</c:v>
                </c:pt>
                <c:pt idx="362">
                  <c:v>46020</c:v>
                </c:pt>
                <c:pt idx="363">
                  <c:v>46021</c:v>
                </c:pt>
                <c:pt idx="364">
                  <c:v>46022</c:v>
                </c:pt>
                <c:pt idx="365">
                  <c:v>46023</c:v>
                </c:pt>
                <c:pt idx="366">
                  <c:v>46024</c:v>
                </c:pt>
                <c:pt idx="367">
                  <c:v>46025</c:v>
                </c:pt>
                <c:pt idx="368">
                  <c:v>46026</c:v>
                </c:pt>
                <c:pt idx="369">
                  <c:v>46027</c:v>
                </c:pt>
                <c:pt idx="370">
                  <c:v>46028</c:v>
                </c:pt>
                <c:pt idx="371">
                  <c:v>46029</c:v>
                </c:pt>
                <c:pt idx="372">
                  <c:v>46030</c:v>
                </c:pt>
                <c:pt idx="373">
                  <c:v>46031</c:v>
                </c:pt>
                <c:pt idx="374">
                  <c:v>46032</c:v>
                </c:pt>
                <c:pt idx="375">
                  <c:v>46033</c:v>
                </c:pt>
                <c:pt idx="376">
                  <c:v>46034</c:v>
                </c:pt>
                <c:pt idx="377">
                  <c:v>46035</c:v>
                </c:pt>
                <c:pt idx="378">
                  <c:v>46036</c:v>
                </c:pt>
                <c:pt idx="379">
                  <c:v>46037</c:v>
                </c:pt>
                <c:pt idx="380">
                  <c:v>46038</c:v>
                </c:pt>
                <c:pt idx="381">
                  <c:v>46039</c:v>
                </c:pt>
                <c:pt idx="382">
                  <c:v>46040</c:v>
                </c:pt>
                <c:pt idx="383">
                  <c:v>46041</c:v>
                </c:pt>
                <c:pt idx="384">
                  <c:v>46042</c:v>
                </c:pt>
                <c:pt idx="385">
                  <c:v>46043</c:v>
                </c:pt>
                <c:pt idx="386">
                  <c:v>46044</c:v>
                </c:pt>
                <c:pt idx="387">
                  <c:v>46045</c:v>
                </c:pt>
                <c:pt idx="388">
                  <c:v>46046</c:v>
                </c:pt>
                <c:pt idx="389">
                  <c:v>46047</c:v>
                </c:pt>
                <c:pt idx="390">
                  <c:v>46048</c:v>
                </c:pt>
                <c:pt idx="391">
                  <c:v>46049</c:v>
                </c:pt>
                <c:pt idx="392">
                  <c:v>46050</c:v>
                </c:pt>
                <c:pt idx="393">
                  <c:v>46051</c:v>
                </c:pt>
                <c:pt idx="394">
                  <c:v>46052</c:v>
                </c:pt>
                <c:pt idx="395">
                  <c:v>46053</c:v>
                </c:pt>
                <c:pt idx="396">
                  <c:v>46054</c:v>
                </c:pt>
                <c:pt idx="397">
                  <c:v>46055</c:v>
                </c:pt>
                <c:pt idx="398">
                  <c:v>46056</c:v>
                </c:pt>
                <c:pt idx="399">
                  <c:v>46057</c:v>
                </c:pt>
                <c:pt idx="400">
                  <c:v>46058</c:v>
                </c:pt>
                <c:pt idx="401">
                  <c:v>46059</c:v>
                </c:pt>
                <c:pt idx="402">
                  <c:v>46060</c:v>
                </c:pt>
                <c:pt idx="403">
                  <c:v>46061</c:v>
                </c:pt>
                <c:pt idx="404">
                  <c:v>46062</c:v>
                </c:pt>
                <c:pt idx="405">
                  <c:v>46063</c:v>
                </c:pt>
                <c:pt idx="406">
                  <c:v>46064</c:v>
                </c:pt>
                <c:pt idx="407">
                  <c:v>46065</c:v>
                </c:pt>
                <c:pt idx="408">
                  <c:v>46066</c:v>
                </c:pt>
                <c:pt idx="409">
                  <c:v>46067</c:v>
                </c:pt>
                <c:pt idx="410">
                  <c:v>46068</c:v>
                </c:pt>
                <c:pt idx="411">
                  <c:v>46069</c:v>
                </c:pt>
                <c:pt idx="412">
                  <c:v>46070</c:v>
                </c:pt>
                <c:pt idx="413">
                  <c:v>46071</c:v>
                </c:pt>
                <c:pt idx="414">
                  <c:v>46072</c:v>
                </c:pt>
                <c:pt idx="415">
                  <c:v>46073</c:v>
                </c:pt>
                <c:pt idx="416">
                  <c:v>46074</c:v>
                </c:pt>
                <c:pt idx="417">
                  <c:v>46075</c:v>
                </c:pt>
                <c:pt idx="418">
                  <c:v>46076</c:v>
                </c:pt>
                <c:pt idx="419">
                  <c:v>46077</c:v>
                </c:pt>
                <c:pt idx="420">
                  <c:v>46078</c:v>
                </c:pt>
                <c:pt idx="421">
                  <c:v>46079</c:v>
                </c:pt>
                <c:pt idx="422">
                  <c:v>46080</c:v>
                </c:pt>
                <c:pt idx="423">
                  <c:v>46081</c:v>
                </c:pt>
                <c:pt idx="424">
                  <c:v>46082</c:v>
                </c:pt>
                <c:pt idx="425">
                  <c:v>46083</c:v>
                </c:pt>
                <c:pt idx="426">
                  <c:v>46084</c:v>
                </c:pt>
                <c:pt idx="427">
                  <c:v>46085</c:v>
                </c:pt>
                <c:pt idx="428">
                  <c:v>46086</c:v>
                </c:pt>
                <c:pt idx="429">
                  <c:v>46087</c:v>
                </c:pt>
                <c:pt idx="430">
                  <c:v>46088</c:v>
                </c:pt>
                <c:pt idx="431">
                  <c:v>46089</c:v>
                </c:pt>
                <c:pt idx="432">
                  <c:v>46090</c:v>
                </c:pt>
                <c:pt idx="433">
                  <c:v>46091</c:v>
                </c:pt>
                <c:pt idx="434">
                  <c:v>46092</c:v>
                </c:pt>
                <c:pt idx="435">
                  <c:v>46093</c:v>
                </c:pt>
                <c:pt idx="436">
                  <c:v>46094</c:v>
                </c:pt>
                <c:pt idx="437">
                  <c:v>46095</c:v>
                </c:pt>
                <c:pt idx="438">
                  <c:v>46096</c:v>
                </c:pt>
                <c:pt idx="439">
                  <c:v>46097</c:v>
                </c:pt>
                <c:pt idx="440">
                  <c:v>46098</c:v>
                </c:pt>
                <c:pt idx="441">
                  <c:v>46099</c:v>
                </c:pt>
                <c:pt idx="442">
                  <c:v>46100</c:v>
                </c:pt>
                <c:pt idx="443">
                  <c:v>46101</c:v>
                </c:pt>
                <c:pt idx="444">
                  <c:v>46102</c:v>
                </c:pt>
                <c:pt idx="445">
                  <c:v>46103</c:v>
                </c:pt>
                <c:pt idx="446">
                  <c:v>46104</c:v>
                </c:pt>
                <c:pt idx="447">
                  <c:v>46105</c:v>
                </c:pt>
                <c:pt idx="448">
                  <c:v>46106</c:v>
                </c:pt>
                <c:pt idx="449">
                  <c:v>46107</c:v>
                </c:pt>
                <c:pt idx="450">
                  <c:v>46108</c:v>
                </c:pt>
                <c:pt idx="451">
                  <c:v>46109</c:v>
                </c:pt>
                <c:pt idx="452">
                  <c:v>46110</c:v>
                </c:pt>
                <c:pt idx="453">
                  <c:v>46111</c:v>
                </c:pt>
                <c:pt idx="454">
                  <c:v>46112</c:v>
                </c:pt>
                <c:pt idx="455">
                  <c:v>46113</c:v>
                </c:pt>
                <c:pt idx="456">
                  <c:v>46114</c:v>
                </c:pt>
                <c:pt idx="457">
                  <c:v>46115</c:v>
                </c:pt>
                <c:pt idx="458">
                  <c:v>46116</c:v>
                </c:pt>
                <c:pt idx="459">
                  <c:v>46117</c:v>
                </c:pt>
                <c:pt idx="460">
                  <c:v>46118</c:v>
                </c:pt>
                <c:pt idx="461">
                  <c:v>46119</c:v>
                </c:pt>
                <c:pt idx="462">
                  <c:v>46120</c:v>
                </c:pt>
                <c:pt idx="463">
                  <c:v>46121</c:v>
                </c:pt>
                <c:pt idx="464">
                  <c:v>46122</c:v>
                </c:pt>
                <c:pt idx="465">
                  <c:v>46123</c:v>
                </c:pt>
                <c:pt idx="466">
                  <c:v>46124</c:v>
                </c:pt>
                <c:pt idx="467">
                  <c:v>46125</c:v>
                </c:pt>
                <c:pt idx="468">
                  <c:v>46126</c:v>
                </c:pt>
                <c:pt idx="469">
                  <c:v>46127</c:v>
                </c:pt>
                <c:pt idx="470">
                  <c:v>46128</c:v>
                </c:pt>
                <c:pt idx="471">
                  <c:v>46129</c:v>
                </c:pt>
                <c:pt idx="472">
                  <c:v>46130</c:v>
                </c:pt>
                <c:pt idx="473">
                  <c:v>46131</c:v>
                </c:pt>
                <c:pt idx="474">
                  <c:v>46132</c:v>
                </c:pt>
                <c:pt idx="475">
                  <c:v>46133</c:v>
                </c:pt>
                <c:pt idx="476">
                  <c:v>46134</c:v>
                </c:pt>
                <c:pt idx="477">
                  <c:v>46135</c:v>
                </c:pt>
                <c:pt idx="478">
                  <c:v>46136</c:v>
                </c:pt>
                <c:pt idx="479">
                  <c:v>46137</c:v>
                </c:pt>
                <c:pt idx="480">
                  <c:v>46138</c:v>
                </c:pt>
                <c:pt idx="481">
                  <c:v>46139</c:v>
                </c:pt>
                <c:pt idx="482">
                  <c:v>46140</c:v>
                </c:pt>
                <c:pt idx="483">
                  <c:v>46141</c:v>
                </c:pt>
                <c:pt idx="484">
                  <c:v>46142</c:v>
                </c:pt>
                <c:pt idx="485">
                  <c:v>46143</c:v>
                </c:pt>
                <c:pt idx="486">
                  <c:v>46144</c:v>
                </c:pt>
                <c:pt idx="487">
                  <c:v>46145</c:v>
                </c:pt>
                <c:pt idx="488">
                  <c:v>46146</c:v>
                </c:pt>
                <c:pt idx="489">
                  <c:v>46147</c:v>
                </c:pt>
                <c:pt idx="490">
                  <c:v>46148</c:v>
                </c:pt>
                <c:pt idx="491">
                  <c:v>46149</c:v>
                </c:pt>
                <c:pt idx="492">
                  <c:v>46150</c:v>
                </c:pt>
                <c:pt idx="493">
                  <c:v>46151</c:v>
                </c:pt>
                <c:pt idx="494">
                  <c:v>46152</c:v>
                </c:pt>
                <c:pt idx="495">
                  <c:v>46153</c:v>
                </c:pt>
                <c:pt idx="496">
                  <c:v>46154</c:v>
                </c:pt>
                <c:pt idx="497">
                  <c:v>46155</c:v>
                </c:pt>
                <c:pt idx="498">
                  <c:v>46156</c:v>
                </c:pt>
                <c:pt idx="499">
                  <c:v>46157</c:v>
                </c:pt>
                <c:pt idx="500">
                  <c:v>46158</c:v>
                </c:pt>
                <c:pt idx="501">
                  <c:v>46159</c:v>
                </c:pt>
                <c:pt idx="502">
                  <c:v>46160</c:v>
                </c:pt>
                <c:pt idx="503">
                  <c:v>46161</c:v>
                </c:pt>
                <c:pt idx="504">
                  <c:v>46162</c:v>
                </c:pt>
                <c:pt idx="505">
                  <c:v>46163</c:v>
                </c:pt>
                <c:pt idx="506">
                  <c:v>46164</c:v>
                </c:pt>
                <c:pt idx="507">
                  <c:v>46165</c:v>
                </c:pt>
                <c:pt idx="508">
                  <c:v>46166</c:v>
                </c:pt>
                <c:pt idx="509">
                  <c:v>46167</c:v>
                </c:pt>
                <c:pt idx="510">
                  <c:v>46168</c:v>
                </c:pt>
                <c:pt idx="511">
                  <c:v>46169</c:v>
                </c:pt>
                <c:pt idx="512">
                  <c:v>46170</c:v>
                </c:pt>
                <c:pt idx="513">
                  <c:v>46171</c:v>
                </c:pt>
                <c:pt idx="514">
                  <c:v>46172</c:v>
                </c:pt>
                <c:pt idx="515">
                  <c:v>46173</c:v>
                </c:pt>
                <c:pt idx="516">
                  <c:v>46174</c:v>
                </c:pt>
                <c:pt idx="517">
                  <c:v>46175</c:v>
                </c:pt>
                <c:pt idx="518">
                  <c:v>46176</c:v>
                </c:pt>
                <c:pt idx="519">
                  <c:v>46177</c:v>
                </c:pt>
                <c:pt idx="520">
                  <c:v>46178</c:v>
                </c:pt>
                <c:pt idx="521">
                  <c:v>46179</c:v>
                </c:pt>
                <c:pt idx="522">
                  <c:v>46180</c:v>
                </c:pt>
                <c:pt idx="523">
                  <c:v>46181</c:v>
                </c:pt>
                <c:pt idx="524">
                  <c:v>46182</c:v>
                </c:pt>
                <c:pt idx="525">
                  <c:v>46183</c:v>
                </c:pt>
                <c:pt idx="526">
                  <c:v>46184</c:v>
                </c:pt>
                <c:pt idx="527">
                  <c:v>46185</c:v>
                </c:pt>
                <c:pt idx="528">
                  <c:v>46186</c:v>
                </c:pt>
                <c:pt idx="529">
                  <c:v>46187</c:v>
                </c:pt>
                <c:pt idx="530">
                  <c:v>46188</c:v>
                </c:pt>
                <c:pt idx="531">
                  <c:v>46189</c:v>
                </c:pt>
                <c:pt idx="532">
                  <c:v>46190</c:v>
                </c:pt>
                <c:pt idx="533">
                  <c:v>46191</c:v>
                </c:pt>
                <c:pt idx="534">
                  <c:v>46192</c:v>
                </c:pt>
                <c:pt idx="535">
                  <c:v>46193</c:v>
                </c:pt>
                <c:pt idx="536">
                  <c:v>46194</c:v>
                </c:pt>
                <c:pt idx="537">
                  <c:v>46195</c:v>
                </c:pt>
                <c:pt idx="538">
                  <c:v>46196</c:v>
                </c:pt>
                <c:pt idx="539">
                  <c:v>46197</c:v>
                </c:pt>
                <c:pt idx="540">
                  <c:v>46198</c:v>
                </c:pt>
                <c:pt idx="541">
                  <c:v>46199</c:v>
                </c:pt>
                <c:pt idx="542">
                  <c:v>46200</c:v>
                </c:pt>
                <c:pt idx="543">
                  <c:v>46201</c:v>
                </c:pt>
                <c:pt idx="544">
                  <c:v>46202</c:v>
                </c:pt>
                <c:pt idx="545">
                  <c:v>46203</c:v>
                </c:pt>
                <c:pt idx="546">
                  <c:v>46204</c:v>
                </c:pt>
                <c:pt idx="547">
                  <c:v>46205</c:v>
                </c:pt>
                <c:pt idx="548">
                  <c:v>46206</c:v>
                </c:pt>
                <c:pt idx="549">
                  <c:v>46207</c:v>
                </c:pt>
                <c:pt idx="550">
                  <c:v>46208</c:v>
                </c:pt>
                <c:pt idx="551">
                  <c:v>46209</c:v>
                </c:pt>
                <c:pt idx="552">
                  <c:v>46210</c:v>
                </c:pt>
                <c:pt idx="553">
                  <c:v>46211</c:v>
                </c:pt>
                <c:pt idx="554">
                  <c:v>46212</c:v>
                </c:pt>
                <c:pt idx="555">
                  <c:v>46213</c:v>
                </c:pt>
                <c:pt idx="556">
                  <c:v>46214</c:v>
                </c:pt>
                <c:pt idx="557">
                  <c:v>46215</c:v>
                </c:pt>
                <c:pt idx="558">
                  <c:v>46216</c:v>
                </c:pt>
                <c:pt idx="559">
                  <c:v>46217</c:v>
                </c:pt>
                <c:pt idx="560">
                  <c:v>46218</c:v>
                </c:pt>
                <c:pt idx="561">
                  <c:v>46219</c:v>
                </c:pt>
                <c:pt idx="562">
                  <c:v>46220</c:v>
                </c:pt>
                <c:pt idx="563">
                  <c:v>46221</c:v>
                </c:pt>
                <c:pt idx="564">
                  <c:v>46222</c:v>
                </c:pt>
                <c:pt idx="565">
                  <c:v>46223</c:v>
                </c:pt>
                <c:pt idx="566">
                  <c:v>46224</c:v>
                </c:pt>
                <c:pt idx="567">
                  <c:v>46225</c:v>
                </c:pt>
                <c:pt idx="568">
                  <c:v>46226</c:v>
                </c:pt>
                <c:pt idx="569">
                  <c:v>46227</c:v>
                </c:pt>
                <c:pt idx="570">
                  <c:v>46228</c:v>
                </c:pt>
                <c:pt idx="571">
                  <c:v>46229</c:v>
                </c:pt>
                <c:pt idx="572">
                  <c:v>46230</c:v>
                </c:pt>
                <c:pt idx="573">
                  <c:v>46231</c:v>
                </c:pt>
                <c:pt idx="574">
                  <c:v>46232</c:v>
                </c:pt>
                <c:pt idx="575">
                  <c:v>46233</c:v>
                </c:pt>
                <c:pt idx="576">
                  <c:v>46234</c:v>
                </c:pt>
                <c:pt idx="577">
                  <c:v>46235</c:v>
                </c:pt>
                <c:pt idx="578">
                  <c:v>46236</c:v>
                </c:pt>
                <c:pt idx="579">
                  <c:v>46237</c:v>
                </c:pt>
                <c:pt idx="580">
                  <c:v>46238</c:v>
                </c:pt>
                <c:pt idx="581">
                  <c:v>46239</c:v>
                </c:pt>
                <c:pt idx="582">
                  <c:v>46240</c:v>
                </c:pt>
                <c:pt idx="583">
                  <c:v>46241</c:v>
                </c:pt>
                <c:pt idx="584">
                  <c:v>46242</c:v>
                </c:pt>
                <c:pt idx="585">
                  <c:v>46243</c:v>
                </c:pt>
                <c:pt idx="586">
                  <c:v>46244</c:v>
                </c:pt>
                <c:pt idx="587">
                  <c:v>46245</c:v>
                </c:pt>
                <c:pt idx="588">
                  <c:v>46246</c:v>
                </c:pt>
                <c:pt idx="589">
                  <c:v>46247</c:v>
                </c:pt>
                <c:pt idx="590">
                  <c:v>46248</c:v>
                </c:pt>
                <c:pt idx="591">
                  <c:v>46249</c:v>
                </c:pt>
                <c:pt idx="592">
                  <c:v>46250</c:v>
                </c:pt>
                <c:pt idx="593">
                  <c:v>46251</c:v>
                </c:pt>
                <c:pt idx="594">
                  <c:v>46252</c:v>
                </c:pt>
                <c:pt idx="595">
                  <c:v>46253</c:v>
                </c:pt>
                <c:pt idx="596">
                  <c:v>46254</c:v>
                </c:pt>
                <c:pt idx="597">
                  <c:v>46255</c:v>
                </c:pt>
                <c:pt idx="598">
                  <c:v>46256</c:v>
                </c:pt>
                <c:pt idx="599">
                  <c:v>46257</c:v>
                </c:pt>
                <c:pt idx="600">
                  <c:v>46258</c:v>
                </c:pt>
                <c:pt idx="601">
                  <c:v>46259</c:v>
                </c:pt>
                <c:pt idx="602">
                  <c:v>46260</c:v>
                </c:pt>
                <c:pt idx="603">
                  <c:v>46261</c:v>
                </c:pt>
                <c:pt idx="604">
                  <c:v>46262</c:v>
                </c:pt>
                <c:pt idx="605">
                  <c:v>46263</c:v>
                </c:pt>
                <c:pt idx="606">
                  <c:v>46264</c:v>
                </c:pt>
                <c:pt idx="607">
                  <c:v>46265</c:v>
                </c:pt>
                <c:pt idx="608">
                  <c:v>46266</c:v>
                </c:pt>
                <c:pt idx="609">
                  <c:v>46267</c:v>
                </c:pt>
                <c:pt idx="610">
                  <c:v>46268</c:v>
                </c:pt>
                <c:pt idx="611">
                  <c:v>46269</c:v>
                </c:pt>
                <c:pt idx="612">
                  <c:v>46270</c:v>
                </c:pt>
                <c:pt idx="613">
                  <c:v>46271</c:v>
                </c:pt>
                <c:pt idx="614">
                  <c:v>46272</c:v>
                </c:pt>
                <c:pt idx="615">
                  <c:v>46273</c:v>
                </c:pt>
                <c:pt idx="616">
                  <c:v>46274</c:v>
                </c:pt>
                <c:pt idx="617">
                  <c:v>46275</c:v>
                </c:pt>
                <c:pt idx="618">
                  <c:v>46276</c:v>
                </c:pt>
                <c:pt idx="619">
                  <c:v>46277</c:v>
                </c:pt>
                <c:pt idx="620">
                  <c:v>46278</c:v>
                </c:pt>
                <c:pt idx="621">
                  <c:v>46279</c:v>
                </c:pt>
                <c:pt idx="622">
                  <c:v>46280</c:v>
                </c:pt>
                <c:pt idx="623">
                  <c:v>46281</c:v>
                </c:pt>
                <c:pt idx="624">
                  <c:v>46282</c:v>
                </c:pt>
                <c:pt idx="625">
                  <c:v>46283</c:v>
                </c:pt>
                <c:pt idx="626">
                  <c:v>46284</c:v>
                </c:pt>
                <c:pt idx="627">
                  <c:v>46285</c:v>
                </c:pt>
                <c:pt idx="628">
                  <c:v>46286</c:v>
                </c:pt>
                <c:pt idx="629">
                  <c:v>46287</c:v>
                </c:pt>
                <c:pt idx="630">
                  <c:v>46288</c:v>
                </c:pt>
                <c:pt idx="631">
                  <c:v>46289</c:v>
                </c:pt>
                <c:pt idx="632">
                  <c:v>46290</c:v>
                </c:pt>
                <c:pt idx="633">
                  <c:v>46291</c:v>
                </c:pt>
                <c:pt idx="634">
                  <c:v>46292</c:v>
                </c:pt>
                <c:pt idx="635">
                  <c:v>46293</c:v>
                </c:pt>
                <c:pt idx="636">
                  <c:v>46294</c:v>
                </c:pt>
                <c:pt idx="637">
                  <c:v>46295</c:v>
                </c:pt>
                <c:pt idx="638">
                  <c:v>46296</c:v>
                </c:pt>
                <c:pt idx="639">
                  <c:v>46297</c:v>
                </c:pt>
                <c:pt idx="640">
                  <c:v>46298</c:v>
                </c:pt>
                <c:pt idx="641">
                  <c:v>46299</c:v>
                </c:pt>
                <c:pt idx="642">
                  <c:v>46300</c:v>
                </c:pt>
                <c:pt idx="643">
                  <c:v>46301</c:v>
                </c:pt>
                <c:pt idx="644">
                  <c:v>46302</c:v>
                </c:pt>
                <c:pt idx="645">
                  <c:v>46303</c:v>
                </c:pt>
              </c:numCache>
            </c:numRef>
          </c:cat>
          <c:val>
            <c:numRef>
              <c:f>시가총액!$B$15:$B$660</c:f>
              <c:numCache>
                <c:formatCode>#,##0.00</c:formatCode>
                <c:ptCount val="646"/>
                <c:pt idx="0">
                  <c:v>1906219.12</c:v>
                </c:pt>
                <c:pt idx="1">
                  <c:v>1905867.59</c:v>
                </c:pt>
                <c:pt idx="2">
                  <c:v>1940022.55</c:v>
                </c:pt>
                <c:pt idx="3">
                  <c:v>1940022.55</c:v>
                </c:pt>
                <c:pt idx="4">
                  <c:v>1940022.55</c:v>
                </c:pt>
                <c:pt idx="5">
                  <c:v>1977142.34</c:v>
                </c:pt>
                <c:pt idx="6">
                  <c:v>1979900.45</c:v>
                </c:pt>
                <c:pt idx="7">
                  <c:v>2002906.95</c:v>
                </c:pt>
                <c:pt idx="8">
                  <c:v>2004259.64</c:v>
                </c:pt>
                <c:pt idx="9">
                  <c:v>1999401.97</c:v>
                </c:pt>
                <c:pt idx="10">
                  <c:v>1999401.97</c:v>
                </c:pt>
                <c:pt idx="11">
                  <c:v>1999401.97</c:v>
                </c:pt>
                <c:pt idx="12">
                  <c:v>1978561.9</c:v>
                </c:pt>
                <c:pt idx="13">
                  <c:v>1984852.27</c:v>
                </c:pt>
                <c:pt idx="14">
                  <c:v>1984344.65</c:v>
                </c:pt>
                <c:pt idx="15">
                  <c:v>2008197.2</c:v>
                </c:pt>
                <c:pt idx="16">
                  <c:v>2005100.12</c:v>
                </c:pt>
                <c:pt idx="17">
                  <c:v>2005100.12</c:v>
                </c:pt>
                <c:pt idx="18">
                  <c:v>2005100.12</c:v>
                </c:pt>
                <c:pt idx="19">
                  <c:v>2002454.14</c:v>
                </c:pt>
                <c:pt idx="20">
                  <c:v>2000865.84</c:v>
                </c:pt>
                <c:pt idx="21">
                  <c:v>2024094.53</c:v>
                </c:pt>
                <c:pt idx="22">
                  <c:v>1999031.25</c:v>
                </c:pt>
                <c:pt idx="23">
                  <c:v>2015651.5</c:v>
                </c:pt>
                <c:pt idx="24">
                  <c:v>2015651.5</c:v>
                </c:pt>
                <c:pt idx="25">
                  <c:v>2015651.5</c:v>
                </c:pt>
                <c:pt idx="26">
                  <c:v>2015651.5</c:v>
                </c:pt>
                <c:pt idx="27">
                  <c:v>2015651.5</c:v>
                </c:pt>
                <c:pt idx="28">
                  <c:v>2015651.5</c:v>
                </c:pt>
                <c:pt idx="29">
                  <c:v>2015651.5</c:v>
                </c:pt>
                <c:pt idx="30">
                  <c:v>2000256.74</c:v>
                </c:pt>
                <c:pt idx="31">
                  <c:v>2000256.74</c:v>
                </c:pt>
                <c:pt idx="32">
                  <c:v>2000256.74</c:v>
                </c:pt>
                <c:pt idx="33">
                  <c:v>1949863.83</c:v>
                </c:pt>
                <c:pt idx="34">
                  <c:v>1971796.74</c:v>
                </c:pt>
                <c:pt idx="35">
                  <c:v>1999127.42</c:v>
                </c:pt>
                <c:pt idx="36">
                  <c:v>2020970.95</c:v>
                </c:pt>
                <c:pt idx="37">
                  <c:v>2009067.87</c:v>
                </c:pt>
                <c:pt idx="38">
                  <c:v>2009067.87</c:v>
                </c:pt>
                <c:pt idx="39">
                  <c:v>2009067.87</c:v>
                </c:pt>
                <c:pt idx="40">
                  <c:v>2008535.74</c:v>
                </c:pt>
                <c:pt idx="41">
                  <c:v>2022702.78</c:v>
                </c:pt>
                <c:pt idx="42">
                  <c:v>2030152.23</c:v>
                </c:pt>
                <c:pt idx="43" formatCode="#,##0">
                  <c:v>2057862.27</c:v>
                </c:pt>
                <c:pt idx="44">
                  <c:v>2064127.56</c:v>
                </c:pt>
                <c:pt idx="45">
                  <c:v>2064127.56</c:v>
                </c:pt>
                <c:pt idx="46">
                  <c:v>2064127.56</c:v>
                </c:pt>
                <c:pt idx="47">
                  <c:v>2079561.91</c:v>
                </c:pt>
                <c:pt idx="48">
                  <c:v>2092625.18</c:v>
                </c:pt>
                <c:pt idx="49">
                  <c:v>2128256.86</c:v>
                </c:pt>
                <c:pt idx="50">
                  <c:v>2114728.5299999998</c:v>
                </c:pt>
                <c:pt idx="51">
                  <c:v>2114131.5499999998</c:v>
                </c:pt>
                <c:pt idx="52">
                  <c:v>2114131.5499999998</c:v>
                </c:pt>
                <c:pt idx="53">
                  <c:v>2114131.5499999998</c:v>
                </c:pt>
                <c:pt idx="54">
                  <c:v>2106480.34</c:v>
                </c:pt>
                <c:pt idx="55">
                  <c:v>2094558.05</c:v>
                </c:pt>
                <c:pt idx="56">
                  <c:v>2103314.02</c:v>
                </c:pt>
                <c:pt idx="57">
                  <c:v>2087917.72</c:v>
                </c:pt>
                <c:pt idx="58" formatCode="#,##0">
                  <c:v>2016993.63</c:v>
                </c:pt>
                <c:pt idx="59" formatCode="#,##0">
                  <c:v>2016993.63</c:v>
                </c:pt>
                <c:pt idx="60" formatCode="#,##0">
                  <c:v>2016993.63</c:v>
                </c:pt>
                <c:pt idx="61" formatCode="#,##0">
                  <c:v>2016993.63</c:v>
                </c:pt>
                <c:pt idx="62">
                  <c:v>2013931.75</c:v>
                </c:pt>
                <c:pt idx="63">
                  <c:v>2037192.51</c:v>
                </c:pt>
                <c:pt idx="64">
                  <c:v>2048462.38</c:v>
                </c:pt>
                <c:pt idx="65">
                  <c:v>2038386.84</c:v>
                </c:pt>
                <c:pt idx="66">
                  <c:v>2038386.84</c:v>
                </c:pt>
                <c:pt idx="67">
                  <c:v>2038386.84</c:v>
                </c:pt>
                <c:pt idx="68">
                  <c:v>2043890.27</c:v>
                </c:pt>
                <c:pt idx="69">
                  <c:v>2017784.14</c:v>
                </c:pt>
                <c:pt idx="70">
                  <c:v>2047355.22</c:v>
                </c:pt>
                <c:pt idx="71">
                  <c:v>2046384.32</c:v>
                </c:pt>
                <c:pt idx="72">
                  <c:v>2042661.3</c:v>
                </c:pt>
                <c:pt idx="73">
                  <c:v>2042661.3</c:v>
                </c:pt>
                <c:pt idx="74">
                  <c:v>2042661.3</c:v>
                </c:pt>
                <c:pt idx="75">
                  <c:v>2078168.03</c:v>
                </c:pt>
                <c:pt idx="76">
                  <c:v>2079266.79</c:v>
                </c:pt>
                <c:pt idx="77">
                  <c:v>2092594.27</c:v>
                </c:pt>
                <c:pt idx="78">
                  <c:v>2099354.65</c:v>
                </c:pt>
                <c:pt idx="79">
                  <c:v>2104132.91</c:v>
                </c:pt>
                <c:pt idx="80">
                  <c:v>2104132.91</c:v>
                </c:pt>
                <c:pt idx="81">
                  <c:v>2104132.91</c:v>
                </c:pt>
                <c:pt idx="82">
                  <c:v>2095190.83</c:v>
                </c:pt>
                <c:pt idx="83">
                  <c:v>2082224.67</c:v>
                </c:pt>
                <c:pt idx="84">
                  <c:v>2104460.5</c:v>
                </c:pt>
                <c:pt idx="85">
                  <c:v>2075213.45</c:v>
                </c:pt>
                <c:pt idx="86">
                  <c:v>2036076.78</c:v>
                </c:pt>
                <c:pt idx="87">
                  <c:v>2036076.78</c:v>
                </c:pt>
                <c:pt idx="88">
                  <c:v>2036076.78</c:v>
                </c:pt>
                <c:pt idx="89">
                  <c:v>1974966.75</c:v>
                </c:pt>
                <c:pt idx="90">
                  <c:v>2006980.22</c:v>
                </c:pt>
                <c:pt idx="91">
                  <c:v>1994669.66</c:v>
                </c:pt>
                <c:pt idx="92">
                  <c:v>1979266.48</c:v>
                </c:pt>
                <c:pt idx="93">
                  <c:v>1962339.27</c:v>
                </c:pt>
                <c:pt idx="94">
                  <c:v>1962339.27</c:v>
                </c:pt>
                <c:pt idx="95">
                  <c:v>1962339.27</c:v>
                </c:pt>
                <c:pt idx="96">
                  <c:v>1853000.1</c:v>
                </c:pt>
                <c:pt idx="97">
                  <c:v>1857792.5</c:v>
                </c:pt>
                <c:pt idx="98">
                  <c:v>1825621.45</c:v>
                </c:pt>
                <c:pt idx="99">
                  <c:v>1945317.56</c:v>
                </c:pt>
                <c:pt idx="100">
                  <c:v>1935455.75</c:v>
                </c:pt>
                <c:pt idx="101">
                  <c:v>1935455.75</c:v>
                </c:pt>
                <c:pt idx="102">
                  <c:v>1935455.75</c:v>
                </c:pt>
                <c:pt idx="103">
                  <c:v>1953858.31</c:v>
                </c:pt>
                <c:pt idx="104">
                  <c:v>1970311.37</c:v>
                </c:pt>
                <c:pt idx="105">
                  <c:v>1948150.15</c:v>
                </c:pt>
                <c:pt idx="106">
                  <c:v>1966390.48</c:v>
                </c:pt>
                <c:pt idx="107">
                  <c:v>1976732.16</c:v>
                </c:pt>
                <c:pt idx="108">
                  <c:v>1976732.16</c:v>
                </c:pt>
                <c:pt idx="109">
                  <c:v>1976732.16</c:v>
                </c:pt>
                <c:pt idx="110">
                  <c:v>1981077.09</c:v>
                </c:pt>
                <c:pt idx="111">
                  <c:v>1979691.52</c:v>
                </c:pt>
                <c:pt idx="112">
                  <c:v>2010579.86</c:v>
                </c:pt>
                <c:pt idx="113">
                  <c:v>2008089.35</c:v>
                </c:pt>
                <c:pt idx="114">
                  <c:v>2027315.94</c:v>
                </c:pt>
                <c:pt idx="115">
                  <c:v>2027315.94</c:v>
                </c:pt>
                <c:pt idx="116">
                  <c:v>2027315.94</c:v>
                </c:pt>
                <c:pt idx="117">
                  <c:v>2028739.16</c:v>
                </c:pt>
                <c:pt idx="118">
                  <c:v>2041933.37</c:v>
                </c:pt>
                <c:pt idx="119">
                  <c:v>2034947.44</c:v>
                </c:pt>
                <c:pt idx="120">
                  <c:v>2034947.44</c:v>
                </c:pt>
                <c:pt idx="121">
                  <c:v>2037844.62</c:v>
                </c:pt>
                <c:pt idx="122">
                  <c:v>2037844.62</c:v>
                </c:pt>
                <c:pt idx="123">
                  <c:v>2037844.62</c:v>
                </c:pt>
                <c:pt idx="124">
                  <c:v>2037844.62</c:v>
                </c:pt>
                <c:pt idx="125">
                  <c:v>2037844.62</c:v>
                </c:pt>
                <c:pt idx="126">
                  <c:v>2049014.09</c:v>
                </c:pt>
                <c:pt idx="127" formatCode="#,##0">
                  <c:v>2053536.43</c:v>
                </c:pt>
                <c:pt idx="128">
                  <c:v>2051842.37</c:v>
                </c:pt>
                <c:pt idx="129">
                  <c:v>2051842.37</c:v>
                </c:pt>
                <c:pt idx="130">
                  <c:v>2051842.37</c:v>
                </c:pt>
                <c:pt idx="131">
                  <c:v>2075742.46</c:v>
                </c:pt>
                <c:pt idx="132">
                  <c:v>2079432.22</c:v>
                </c:pt>
                <c:pt idx="133">
                  <c:v>2105041.19</c:v>
                </c:pt>
                <c:pt idx="134">
                  <c:v>2090761</c:v>
                </c:pt>
                <c:pt idx="135">
                  <c:v>2094685.82</c:v>
                </c:pt>
                <c:pt idx="136">
                  <c:v>2094685.82</c:v>
                </c:pt>
                <c:pt idx="137">
                  <c:v>2094685.82</c:v>
                </c:pt>
                <c:pt idx="138">
                  <c:v>2075842.21</c:v>
                </c:pt>
                <c:pt idx="139">
                  <c:v>2074631.52</c:v>
                </c:pt>
                <c:pt idx="140">
                  <c:v>2092695.2</c:v>
                </c:pt>
                <c:pt idx="141">
                  <c:v>2067887.34</c:v>
                </c:pt>
                <c:pt idx="142">
                  <c:v>2066628.54</c:v>
                </c:pt>
                <c:pt idx="143">
                  <c:v>2066628.54</c:v>
                </c:pt>
                <c:pt idx="144">
                  <c:v>2066628.54</c:v>
                </c:pt>
                <c:pt idx="145">
                  <c:v>2108400.8199999998</c:v>
                </c:pt>
                <c:pt idx="146">
                  <c:v>2102508.85</c:v>
                </c:pt>
                <c:pt idx="147">
                  <c:v>2128902.69</c:v>
                </c:pt>
                <c:pt idx="148">
                  <c:v>2169137.7999999998</c:v>
                </c:pt>
                <c:pt idx="149">
                  <c:v>2150913.17</c:v>
                </c:pt>
                <c:pt idx="150">
                  <c:v>2150913.17</c:v>
                </c:pt>
                <c:pt idx="151">
                  <c:v>2150913.17</c:v>
                </c:pt>
                <c:pt idx="152">
                  <c:v>2151813.85</c:v>
                </c:pt>
                <c:pt idx="153">
                  <c:v>2151813.85</c:v>
                </c:pt>
                <c:pt idx="154">
                  <c:v>2209027.2999999998</c:v>
                </c:pt>
                <c:pt idx="155">
                  <c:v>2240367.41</c:v>
                </c:pt>
                <c:pt idx="156">
                  <c:v>2240367.41</c:v>
                </c:pt>
                <c:pt idx="157">
                  <c:v>2240367.41</c:v>
                </c:pt>
                <c:pt idx="158">
                  <c:v>2240367.41</c:v>
                </c:pt>
                <c:pt idx="159">
                  <c:v>2274068.2999999998</c:v>
                </c:pt>
                <c:pt idx="160">
                  <c:v>2286443.25</c:v>
                </c:pt>
                <c:pt idx="161">
                  <c:v>2314607.1800000002</c:v>
                </c:pt>
                <c:pt idx="162">
                  <c:v>2324815.2400000002</c:v>
                </c:pt>
                <c:pt idx="163">
                  <c:v>2306666.8199999998</c:v>
                </c:pt>
                <c:pt idx="164">
                  <c:v>2306666.8199999998</c:v>
                </c:pt>
                <c:pt idx="165">
                  <c:v>2306666.8199999998</c:v>
                </c:pt>
                <c:pt idx="166">
                  <c:v>2347873.9700000002</c:v>
                </c:pt>
                <c:pt idx="167">
                  <c:v>2350497.54</c:v>
                </c:pt>
                <c:pt idx="168">
                  <c:v>2367962</c:v>
                </c:pt>
                <c:pt idx="169">
                  <c:v>2372342.88</c:v>
                </c:pt>
                <c:pt idx="170">
                  <c:v>2407518.08</c:v>
                </c:pt>
                <c:pt idx="171">
                  <c:v>2407518.08</c:v>
                </c:pt>
                <c:pt idx="172">
                  <c:v>2407518.08</c:v>
                </c:pt>
                <c:pt idx="173">
                  <c:v>2401813.88</c:v>
                </c:pt>
                <c:pt idx="174">
                  <c:v>2473068.77</c:v>
                </c:pt>
                <c:pt idx="175">
                  <c:v>2476916.4300000002</c:v>
                </c:pt>
                <c:pt idx="176">
                  <c:v>2453941.96</c:v>
                </c:pt>
                <c:pt idx="177">
                  <c:v>2435112.7799999998</c:v>
                </c:pt>
                <c:pt idx="178">
                  <c:v>2435112.7799999998</c:v>
                </c:pt>
                <c:pt idx="179">
                  <c:v>2435112.7799999998</c:v>
                </c:pt>
                <c:pt idx="180">
                  <c:v>2447349.46</c:v>
                </c:pt>
                <c:pt idx="181">
                  <c:v>2461726.2599999998</c:v>
                </c:pt>
                <c:pt idx="182">
                  <c:v>2450067.81</c:v>
                </c:pt>
                <c:pt idx="183">
                  <c:v>2482921.2799999998</c:v>
                </c:pt>
                <c:pt idx="184">
                  <c:v>2433575.87</c:v>
                </c:pt>
                <c:pt idx="185">
                  <c:v>2433575.87</c:v>
                </c:pt>
                <c:pt idx="186">
                  <c:v>2433575.87</c:v>
                </c:pt>
                <c:pt idx="187">
                  <c:v>2437665.21</c:v>
                </c:pt>
                <c:pt idx="188">
                  <c:v>2481967.84</c:v>
                </c:pt>
                <c:pt idx="189">
                  <c:v>2496825.52</c:v>
                </c:pt>
                <c:pt idx="190">
                  <c:v>2536507.62</c:v>
                </c:pt>
                <c:pt idx="191">
                  <c:v>2530794.6</c:v>
                </c:pt>
                <c:pt idx="192">
                  <c:v>2530794.6</c:v>
                </c:pt>
                <c:pt idx="193">
                  <c:v>2530794.6</c:v>
                </c:pt>
                <c:pt idx="194">
                  <c:v>2551122.2000000002</c:v>
                </c:pt>
                <c:pt idx="195">
                  <c:v>2561573.58</c:v>
                </c:pt>
                <c:pt idx="196">
                  <c:v>2538570.27</c:v>
                </c:pt>
                <c:pt idx="197">
                  <c:v>2543092.61</c:v>
                </c:pt>
                <c:pt idx="198">
                  <c:v>2539519.5299999998</c:v>
                </c:pt>
                <c:pt idx="199">
                  <c:v>2539519.5299999998</c:v>
                </c:pt>
                <c:pt idx="200">
                  <c:v>2539519.5299999998</c:v>
                </c:pt>
                <c:pt idx="201">
                  <c:v>2561514.56</c:v>
                </c:pt>
                <c:pt idx="202">
                  <c:v>2528993.5699999998</c:v>
                </c:pt>
                <c:pt idx="203">
                  <c:v>2540030.96</c:v>
                </c:pt>
                <c:pt idx="204">
                  <c:v>2545525.15</c:v>
                </c:pt>
                <c:pt idx="205">
                  <c:v>2551531.86</c:v>
                </c:pt>
                <c:pt idx="206">
                  <c:v>2551531.86</c:v>
                </c:pt>
                <c:pt idx="207">
                  <c:v>2551531.86</c:v>
                </c:pt>
                <c:pt idx="208">
                  <c:v>2562374.64</c:v>
                </c:pt>
                <c:pt idx="209">
                  <c:v>2579222.59</c:v>
                </c:pt>
                <c:pt idx="210">
                  <c:v>2598291.91</c:v>
                </c:pt>
                <c:pt idx="211">
                  <c:v>2590487.17</c:v>
                </c:pt>
                <c:pt idx="212">
                  <c:v>2493486.64</c:v>
                </c:pt>
                <c:pt idx="213">
                  <c:v>2493486.64</c:v>
                </c:pt>
                <c:pt idx="214">
                  <c:v>2493486.64</c:v>
                </c:pt>
                <c:pt idx="215">
                  <c:v>2516155.52</c:v>
                </c:pt>
                <c:pt idx="216">
                  <c:v>2556205.5299999998</c:v>
                </c:pt>
                <c:pt idx="217">
                  <c:v>2556323.7799999998</c:v>
                </c:pt>
                <c:pt idx="218">
                  <c:v>2579864.2799999998</c:v>
                </c:pt>
                <c:pt idx="219">
                  <c:v>2567486.9700000002</c:v>
                </c:pt>
                <c:pt idx="220">
                  <c:v>2567486.9700000002</c:v>
                </c:pt>
                <c:pt idx="221">
                  <c:v>2567486.9700000002</c:v>
                </c:pt>
                <c:pt idx="222">
                  <c:v>2564901.4</c:v>
                </c:pt>
                <c:pt idx="223">
                  <c:v>2551434.9900000002</c:v>
                </c:pt>
                <c:pt idx="224">
                  <c:v>2578984.75</c:v>
                </c:pt>
                <c:pt idx="225">
                  <c:v>2580021.33</c:v>
                </c:pt>
                <c:pt idx="226">
                  <c:v>2580021.33</c:v>
                </c:pt>
                <c:pt idx="227">
                  <c:v>2580021.33</c:v>
                </c:pt>
                <c:pt idx="228">
                  <c:v>2580021.33</c:v>
                </c:pt>
                <c:pt idx="229">
                  <c:v>2541285.66</c:v>
                </c:pt>
                <c:pt idx="230">
                  <c:v>2520547.4500000002</c:v>
                </c:pt>
                <c:pt idx="231">
                  <c:v>2503392.65</c:v>
                </c:pt>
                <c:pt idx="232">
                  <c:v>2512703</c:v>
                </c:pt>
                <c:pt idx="233">
                  <c:v>2534186.2200000002</c:v>
                </c:pt>
                <c:pt idx="234">
                  <c:v>2534186.2200000002</c:v>
                </c:pt>
                <c:pt idx="235">
                  <c:v>2534186.2200000002</c:v>
                </c:pt>
                <c:pt idx="236">
                  <c:v>2567282.34</c:v>
                </c:pt>
                <c:pt idx="237">
                  <c:v>2542894.73</c:v>
                </c:pt>
                <c:pt idx="238">
                  <c:v>2549129.56</c:v>
                </c:pt>
                <c:pt idx="239">
                  <c:v>2556726.9300000002</c:v>
                </c:pt>
                <c:pt idx="240">
                  <c:v>2548106.0699999998</c:v>
                </c:pt>
                <c:pt idx="241">
                  <c:v>2548106.0699999998</c:v>
                </c:pt>
                <c:pt idx="242">
                  <c:v>2548106.0699999998</c:v>
                </c:pt>
                <c:pt idx="243">
                  <c:v>2513566.65</c:v>
                </c:pt>
                <c:pt idx="244">
                  <c:v>2537087.36</c:v>
                </c:pt>
                <c:pt idx="245">
                  <c:v>2546732.27</c:v>
                </c:pt>
                <c:pt idx="246">
                  <c:v>2559847.9900000002</c:v>
                </c:pt>
                <c:pt idx="247">
                  <c:v>2565177.54</c:v>
                </c:pt>
                <c:pt idx="248">
                  <c:v>2565177.54</c:v>
                </c:pt>
                <c:pt idx="249">
                  <c:v>2565177.54</c:v>
                </c:pt>
                <c:pt idx="250">
                  <c:v>2576758.4700000002</c:v>
                </c:pt>
                <c:pt idx="251">
                  <c:v>2609141.4900000002</c:v>
                </c:pt>
                <c:pt idx="252">
                  <c:v>2652635.59</c:v>
                </c:pt>
                <c:pt idx="253">
                  <c:v>2676384.1800000002</c:v>
                </c:pt>
                <c:pt idx="254">
                  <c:v>2716847.66</c:v>
                </c:pt>
                <c:pt idx="255">
                  <c:v>2716847.66</c:v>
                </c:pt>
                <c:pt idx="256">
                  <c:v>2716847.66</c:v>
                </c:pt>
                <c:pt idx="257">
                  <c:v>2726377.84</c:v>
                </c:pt>
                <c:pt idx="258">
                  <c:v>2760223.11</c:v>
                </c:pt>
                <c:pt idx="259">
                  <c:v>2731254.36</c:v>
                </c:pt>
                <c:pt idx="260">
                  <c:v>2769574.14</c:v>
                </c:pt>
                <c:pt idx="261">
                  <c:v>2756500.25</c:v>
                </c:pt>
                <c:pt idx="262">
                  <c:v>2756500.25</c:v>
                </c:pt>
                <c:pt idx="263">
                  <c:v>2756500.25</c:v>
                </c:pt>
                <c:pt idx="264">
                  <c:v>2775261.26</c:v>
                </c:pt>
                <c:pt idx="265">
                  <c:v>2789349.47</c:v>
                </c:pt>
                <c:pt idx="266">
                  <c:v>2778118.69</c:v>
                </c:pt>
                <c:pt idx="267">
                  <c:v>2777256.44</c:v>
                </c:pt>
                <c:pt idx="268">
                  <c:v>2709272.56</c:v>
                </c:pt>
                <c:pt idx="269">
                  <c:v>2709272.56</c:v>
                </c:pt>
                <c:pt idx="270">
                  <c:v>2709272.56</c:v>
                </c:pt>
                <c:pt idx="271">
                  <c:v>2745388.8</c:v>
                </c:pt>
                <c:pt idx="272">
                  <c:v>2738304.29</c:v>
                </c:pt>
                <c:pt idx="273">
                  <c:v>2764757.27</c:v>
                </c:pt>
                <c:pt idx="274">
                  <c:v>2839480.83</c:v>
                </c:pt>
                <c:pt idx="275">
                  <c:v>2839480.83</c:v>
                </c:pt>
                <c:pt idx="276">
                  <c:v>2839480.83</c:v>
                </c:pt>
                <c:pt idx="277">
                  <c:v>2839480.83</c:v>
                </c:pt>
                <c:pt idx="278">
                  <c:v>2839480.83</c:v>
                </c:pt>
                <c:pt idx="279">
                  <c:v>2839480.83</c:v>
                </c:pt>
                <c:pt idx="280">
                  <c:v>2839480.83</c:v>
                </c:pt>
                <c:pt idx="281">
                  <c:v>2839480.83</c:v>
                </c:pt>
                <c:pt idx="282">
                  <c:v>2888354.22</c:v>
                </c:pt>
                <c:pt idx="283">
                  <c:v>2888354.22</c:v>
                </c:pt>
                <c:pt idx="284">
                  <c:v>2888354.22</c:v>
                </c:pt>
                <c:pt idx="285">
                  <c:v>2867526.21</c:v>
                </c:pt>
                <c:pt idx="286">
                  <c:v>2849335.9</c:v>
                </c:pt>
                <c:pt idx="287">
                  <c:v>2925690.47</c:v>
                </c:pt>
                <c:pt idx="288">
                  <c:v>2998509.52</c:v>
                </c:pt>
                <c:pt idx="289">
                  <c:v>2998927.38</c:v>
                </c:pt>
                <c:pt idx="290">
                  <c:v>2998927.38</c:v>
                </c:pt>
                <c:pt idx="291">
                  <c:v>2998927.38</c:v>
                </c:pt>
                <c:pt idx="292">
                  <c:v>3051552.59</c:v>
                </c:pt>
                <c:pt idx="293">
                  <c:v>3058870.7</c:v>
                </c:pt>
                <c:pt idx="294">
                  <c:v>3104939.4</c:v>
                </c:pt>
                <c:pt idx="295">
                  <c:v>3074479.93</c:v>
                </c:pt>
                <c:pt idx="296">
                  <c:v>3151236.65</c:v>
                </c:pt>
                <c:pt idx="297">
                  <c:v>3151236.65</c:v>
                </c:pt>
                <c:pt idx="298">
                  <c:v>3151236.65</c:v>
                </c:pt>
                <c:pt idx="299">
                  <c:v>3232139.94</c:v>
                </c:pt>
                <c:pt idx="300">
                  <c:v>3206448.12</c:v>
                </c:pt>
                <c:pt idx="301">
                  <c:v>3262997.28</c:v>
                </c:pt>
                <c:pt idx="302">
                  <c:v>3267724.69</c:v>
                </c:pt>
                <c:pt idx="303">
                  <c:v>3284199.59</c:v>
                </c:pt>
                <c:pt idx="304">
                  <c:v>3284199.59</c:v>
                </c:pt>
                <c:pt idx="305">
                  <c:v>3284199.59</c:v>
                </c:pt>
                <c:pt idx="306">
                  <c:v>3375632.48</c:v>
                </c:pt>
                <c:pt idx="307">
                  <c:v>3295594.68</c:v>
                </c:pt>
                <c:pt idx="308">
                  <c:v>3201796.91</c:v>
                </c:pt>
                <c:pt idx="309">
                  <c:v>3219407.75</c:v>
                </c:pt>
                <c:pt idx="310">
                  <c:v>3161645.97</c:v>
                </c:pt>
                <c:pt idx="311">
                  <c:v>3161645.97</c:v>
                </c:pt>
                <c:pt idx="312">
                  <c:v>3161645.97</c:v>
                </c:pt>
                <c:pt idx="313">
                  <c:v>3257170.56</c:v>
                </c:pt>
                <c:pt idx="314">
                  <c:v>3283672.99</c:v>
                </c:pt>
                <c:pt idx="315">
                  <c:v>3318847.78</c:v>
                </c:pt>
                <c:pt idx="316">
                  <c:v>3334915.98</c:v>
                </c:pt>
                <c:pt idx="317">
                  <c:v>3207826.63</c:v>
                </c:pt>
                <c:pt idx="318">
                  <c:v>3207826.63</c:v>
                </c:pt>
                <c:pt idx="319">
                  <c:v>3207826.63</c:v>
                </c:pt>
                <c:pt idx="320">
                  <c:v>3269712.73</c:v>
                </c:pt>
                <c:pt idx="321">
                  <c:v>3161323.19</c:v>
                </c:pt>
                <c:pt idx="322">
                  <c:v>3141696.81</c:v>
                </c:pt>
                <c:pt idx="323">
                  <c:v>3201997.02</c:v>
                </c:pt>
                <c:pt idx="324">
                  <c:v>3080606.5</c:v>
                </c:pt>
                <c:pt idx="325">
                  <c:v>3080606.5</c:v>
                </c:pt>
                <c:pt idx="326">
                  <c:v>3080606.5</c:v>
                </c:pt>
                <c:pt idx="327">
                  <c:v>3081474.4</c:v>
                </c:pt>
                <c:pt idx="328">
                  <c:v>3090886.07</c:v>
                </c:pt>
                <c:pt idx="329">
                  <c:v>3173457.12</c:v>
                </c:pt>
                <c:pt idx="330">
                  <c:v>3194333.44</c:v>
                </c:pt>
                <c:pt idx="331">
                  <c:v>3145603.76</c:v>
                </c:pt>
                <c:pt idx="332">
                  <c:v>3145603.76</c:v>
                </c:pt>
                <c:pt idx="333">
                  <c:v>3145603.76</c:v>
                </c:pt>
                <c:pt idx="334">
                  <c:v>3141000.68</c:v>
                </c:pt>
                <c:pt idx="335">
                  <c:v>3200630.92</c:v>
                </c:pt>
                <c:pt idx="336">
                  <c:v>3233525.5</c:v>
                </c:pt>
                <c:pt idx="337">
                  <c:v>3227426.86</c:v>
                </c:pt>
                <c:pt idx="338">
                  <c:v>3284578.34</c:v>
                </c:pt>
                <c:pt idx="339">
                  <c:v>3284578.34</c:v>
                </c:pt>
                <c:pt idx="340">
                  <c:v>3284578.34</c:v>
                </c:pt>
                <c:pt idx="341">
                  <c:v>3328335.03</c:v>
                </c:pt>
                <c:pt idx="342">
                  <c:v>3318733.6</c:v>
                </c:pt>
                <c:pt idx="343">
                  <c:v>3312008.18</c:v>
                </c:pt>
                <c:pt idx="344">
                  <c:v>3292850.57</c:v>
                </c:pt>
                <c:pt idx="345">
                  <c:v>3337943.97</c:v>
                </c:pt>
                <c:pt idx="346">
                  <c:v>3337943.97</c:v>
                </c:pt>
                <c:pt idx="347">
                  <c:v>3337943.97</c:v>
                </c:pt>
                <c:pt idx="348">
                  <c:v>3277373.67</c:v>
                </c:pt>
                <c:pt idx="349">
                  <c:v>3204193.44</c:v>
                </c:pt>
                <c:pt idx="350">
                  <c:v>3250021.33</c:v>
                </c:pt>
                <c:pt idx="351">
                  <c:v>3200493.26</c:v>
                </c:pt>
                <c:pt idx="352">
                  <c:v>3221274.21</c:v>
                </c:pt>
                <c:pt idx="353">
                  <c:v>3221274.21</c:v>
                </c:pt>
                <c:pt idx="354">
                  <c:v>3221274.21</c:v>
                </c:pt>
                <c:pt idx="355">
                  <c:v>3289681.36</c:v>
                </c:pt>
                <c:pt idx="356">
                  <c:v>3298843.51</c:v>
                </c:pt>
                <c:pt idx="357">
                  <c:v>3291832.38</c:v>
                </c:pt>
                <c:pt idx="358">
                  <c:v>3291832.38</c:v>
                </c:pt>
                <c:pt idx="359">
                  <c:v>3307867.59</c:v>
                </c:pt>
                <c:pt idx="360">
                  <c:v>3307867.59</c:v>
                </c:pt>
                <c:pt idx="361">
                  <c:v>3307867.59</c:v>
                </c:pt>
                <c:pt idx="362">
                  <c:v>3380260.62</c:v>
                </c:pt>
                <c:pt idx="363">
                  <c:v>3375338.55</c:v>
                </c:pt>
                <c:pt idx="364">
                  <c:v>3375338.55</c:v>
                </c:pt>
                <c:pt idx="365">
                  <c:v>3375338.55</c:v>
                </c:pt>
                <c:pt idx="366">
                  <c:v>3451847.26</c:v>
                </c:pt>
                <c:pt idx="367">
                  <c:v>3451847.26</c:v>
                </c:pt>
                <c:pt idx="368">
                  <c:v>3451847.26</c:v>
                </c:pt>
                <c:pt idx="369">
                  <c:v>3570024.73</c:v>
                </c:pt>
                <c:pt idx="370">
                  <c:v>3624048.15</c:v>
                </c:pt>
                <c:pt idx="371">
                  <c:v>3644191.36</c:v>
                </c:pt>
                <c:pt idx="372">
                  <c:v>3645409.86</c:v>
                </c:pt>
                <c:pt idx="373">
                  <c:v>3675096.62</c:v>
                </c:pt>
                <c:pt idx="374">
                  <c:v>3675096.62</c:v>
                </c:pt>
                <c:pt idx="375">
                  <c:v>3675096.62</c:v>
                </c:pt>
                <c:pt idx="376">
                  <c:v>3706437.47</c:v>
                </c:pt>
                <c:pt idx="377">
                  <c:v>3760916.94</c:v>
                </c:pt>
                <c:pt idx="378">
                  <c:v>3785398.55</c:v>
                </c:pt>
                <c:pt idx="379">
                  <c:v>3845040.8</c:v>
                </c:pt>
                <c:pt idx="380">
                  <c:v>3879712.73</c:v>
                </c:pt>
                <c:pt idx="381">
                  <c:v>3879712.73</c:v>
                </c:pt>
                <c:pt idx="382">
                  <c:v>3879712.73</c:v>
                </c:pt>
                <c:pt idx="383">
                  <c:v>3930647.21</c:v>
                </c:pt>
                <c:pt idx="384">
                  <c:v>3915690.47</c:v>
                </c:pt>
                <c:pt idx="385">
                  <c:v>3935217.61</c:v>
                </c:pt>
                <c:pt idx="386">
                  <c:v>3969320.55</c:v>
                </c:pt>
                <c:pt idx="387">
                  <c:v>3999080.64</c:v>
                </c:pt>
                <c:pt idx="388">
                  <c:v>3999080.64</c:v>
                </c:pt>
                <c:pt idx="389">
                  <c:v>3999080.64</c:v>
                </c:pt>
                <c:pt idx="390">
                  <c:v>3967785.73</c:v>
                </c:pt>
                <c:pt idx="391">
                  <c:v>4076197.84</c:v>
                </c:pt>
                <c:pt idx="392">
                  <c:v>4145067.14</c:v>
                </c:pt>
                <c:pt idx="393">
                  <c:v>4185480.62</c:v>
                </c:pt>
                <c:pt idx="394">
                  <c:v>4187981.25</c:v>
                </c:pt>
                <c:pt idx="395">
                  <c:v>4187981.25</c:v>
                </c:pt>
                <c:pt idx="396">
                  <c:v>4187981.25</c:v>
                </c:pt>
                <c:pt idx="397">
                  <c:v>3967824.27</c:v>
                </c:pt>
                <c:pt idx="398">
                  <c:v>4239066.75</c:v>
                </c:pt>
                <c:pt idx="399">
                  <c:v>4305597.51</c:v>
                </c:pt>
                <c:pt idx="400">
                  <c:v>4138056.78</c:v>
                </c:pt>
                <c:pt idx="401">
                  <c:v>4078490.61</c:v>
                </c:pt>
                <c:pt idx="402">
                  <c:v>4078490.61</c:v>
                </c:pt>
                <c:pt idx="403">
                  <c:v>4078490.61</c:v>
                </c:pt>
                <c:pt idx="404">
                  <c:v>4245901.8099999996</c:v>
                </c:pt>
                <c:pt idx="405">
                  <c:v>4248819.3099999996</c:v>
                </c:pt>
                <c:pt idx="406">
                  <c:v>4291139.7</c:v>
                </c:pt>
                <c:pt idx="407">
                  <c:v>4425531.4800000004</c:v>
                </c:pt>
                <c:pt idx="408">
                  <c:v>4413361.3899999997</c:v>
                </c:pt>
                <c:pt idx="409">
                  <c:v>4413361.3899999997</c:v>
                </c:pt>
                <c:pt idx="410">
                  <c:v>4413361.3899999997</c:v>
                </c:pt>
                <c:pt idx="411">
                  <c:v>4413361.3899999997</c:v>
                </c:pt>
                <c:pt idx="412">
                  <c:v>4413361.3899999997</c:v>
                </c:pt>
                <c:pt idx="413">
                  <c:v>4413361.3899999997</c:v>
                </c:pt>
                <c:pt idx="414">
                  <c:v>4549772.17</c:v>
                </c:pt>
                <c:pt idx="415">
                  <c:v>4654984.53</c:v>
                </c:pt>
                <c:pt idx="416">
                  <c:v>4654984.53</c:v>
                </c:pt>
                <c:pt idx="417">
                  <c:v>4654984.53</c:v>
                </c:pt>
                <c:pt idx="418">
                  <c:v>4670467</c:v>
                </c:pt>
                <c:pt idx="419">
                  <c:v>4769157.01</c:v>
                </c:pt>
                <c:pt idx="420">
                  <c:v>4860405.18</c:v>
                </c:pt>
                <c:pt idx="421">
                  <c:v>5037711.7699999996</c:v>
                </c:pt>
                <c:pt idx="422">
                  <c:v>4987160.63</c:v>
                </c:pt>
                <c:pt idx="423">
                  <c:v>4987160.63</c:v>
                </c:pt>
                <c:pt idx="424">
                  <c:v>4987160.63</c:v>
                </c:pt>
                <c:pt idx="425">
                  <c:v>4987160.63</c:v>
                </c:pt>
                <c:pt idx="426">
                  <c:v>4626026.0599999996</c:v>
                </c:pt>
                <c:pt idx="427">
                  <c:v>4068149.28</c:v>
                </c:pt>
                <c:pt idx="428">
                  <c:v>4463118.03</c:v>
                </c:pt>
                <c:pt idx="429">
                  <c:v>4463894.6100000003</c:v>
                </c:pt>
                <c:pt idx="430">
                  <c:v>4463894.6100000003</c:v>
                </c:pt>
                <c:pt idx="431">
                  <c:v>4463894.6100000003</c:v>
                </c:pt>
                <c:pt idx="432">
                  <c:v>4197798.68</c:v>
                </c:pt>
                <c:pt idx="433">
                  <c:v>4422115.03</c:v>
                </c:pt>
                <c:pt idx="434">
                  <c:v>4483780.7699999996</c:v>
                </c:pt>
                <c:pt idx="435">
                  <c:v>4462369.1900000004</c:v>
                </c:pt>
                <c:pt idx="436">
                  <c:v>4385140.16</c:v>
                </c:pt>
                <c:pt idx="437">
                  <c:v>4385140.16</c:v>
                </c:pt>
                <c:pt idx="438">
                  <c:v>4385140.16</c:v>
                </c:pt>
                <c:pt idx="439">
                  <c:v>4434940.74</c:v>
                </c:pt>
                <c:pt idx="440">
                  <c:v>4506530.5199999996</c:v>
                </c:pt>
                <c:pt idx="441">
                  <c:v>4733878.3499999996</c:v>
                </c:pt>
                <c:pt idx="442">
                  <c:v>4603824.0199999996</c:v>
                </c:pt>
                <c:pt idx="443">
                  <c:v>4618177.32</c:v>
                </c:pt>
                <c:pt idx="444">
                  <c:v>4618177.32</c:v>
                </c:pt>
                <c:pt idx="445">
                  <c:v>4618177.32</c:v>
                </c:pt>
                <c:pt idx="446">
                  <c:v>4318296.3</c:v>
                </c:pt>
                <c:pt idx="447">
                  <c:v>4436269.51</c:v>
                </c:pt>
                <c:pt idx="448">
                  <c:v>4506703.62</c:v>
                </c:pt>
                <c:pt idx="449">
                  <c:v>4361575.1900000004</c:v>
                </c:pt>
                <c:pt idx="450">
                  <c:v>4344363.04</c:v>
                </c:pt>
                <c:pt idx="451">
                  <c:v>4344363.04</c:v>
                </c:pt>
                <c:pt idx="452">
                  <c:v>4344363.04</c:v>
                </c:pt>
                <c:pt idx="453">
                  <c:v>4215188.7</c:v>
                </c:pt>
                <c:pt idx="454">
                  <c:v>4033634.04</c:v>
                </c:pt>
                <c:pt idx="455">
                  <c:v>4373843.43</c:v>
                </c:pt>
                <c:pt idx="456">
                  <c:v>4178645.79</c:v>
                </c:pt>
                <c:pt idx="457">
                  <c:v>4292988.7699999996</c:v>
                </c:pt>
                <c:pt idx="458">
                  <c:v>4292988.7699999996</c:v>
                </c:pt>
                <c:pt idx="459">
                  <c:v>4292988.7699999996</c:v>
                </c:pt>
                <c:pt idx="460">
                  <c:v>4351123.74</c:v>
                </c:pt>
                <c:pt idx="461">
                  <c:v>4386612.6100000003</c:v>
                </c:pt>
                <c:pt idx="462">
                  <c:v>4687985.43</c:v>
                </c:pt>
                <c:pt idx="463">
                  <c:v>4612732.09</c:v>
                </c:pt>
                <c:pt idx="464">
                  <c:v>4676503.1399999997</c:v>
                </c:pt>
                <c:pt idx="465">
                  <c:v>4676503.1399999997</c:v>
                </c:pt>
                <c:pt idx="466">
                  <c:v>4676503.1399999997</c:v>
                </c:pt>
                <c:pt idx="467">
                  <c:v>4634423.62</c:v>
                </c:pt>
                <c:pt idx="468">
                  <c:v>4746027.62</c:v>
                </c:pt>
                <c:pt idx="469">
                  <c:v>4844127.8899999997</c:v>
                </c:pt>
                <c:pt idx="470" formatCode="#,##0">
                  <c:v>4950434.9400000004</c:v>
                </c:pt>
                <c:pt idx="471">
                  <c:v>4922662.45</c:v>
                </c:pt>
                <c:pt idx="472">
                  <c:v>4922662.45</c:v>
                </c:pt>
                <c:pt idx="473">
                  <c:v>4922662.45</c:v>
                </c:pt>
                <c:pt idx="474">
                  <c:v>4944091.28</c:v>
                </c:pt>
                <c:pt idx="475">
                  <c:v>5078717.76</c:v>
                </c:pt>
                <c:pt idx="476">
                  <c:v>5101774.82</c:v>
                </c:pt>
                <c:pt idx="477">
                  <c:v>5146421.84</c:v>
                </c:pt>
                <c:pt idx="478">
                  <c:v>5145679.6900000004</c:v>
                </c:pt>
                <c:pt idx="479">
                  <c:v>5145679.6900000004</c:v>
                </c:pt>
                <c:pt idx="480">
                  <c:v>5145679.6900000004</c:v>
                </c:pt>
                <c:pt idx="481">
                  <c:v>5256236.16</c:v>
                </c:pt>
                <c:pt idx="482">
                  <c:v>5276900.7300000004</c:v>
                </c:pt>
                <c:pt idx="483">
                  <c:v>5316691.96</c:v>
                </c:pt>
                <c:pt idx="484">
                  <c:v>5243609.1500000004</c:v>
                </c:pt>
                <c:pt idx="485">
                  <c:v>5243609.1500000004</c:v>
                </c:pt>
                <c:pt idx="486">
                  <c:v>5243609.1500000004</c:v>
                </c:pt>
                <c:pt idx="487">
                  <c:v>5243609.1500000004</c:v>
                </c:pt>
                <c:pt idx="488">
                  <c:v>5512242.2999999998</c:v>
                </c:pt>
                <c:pt idx="489">
                  <c:v>5512242.2999999998</c:v>
                </c:pt>
                <c:pt idx="490">
                  <c:v>5867353.5599999996</c:v>
                </c:pt>
                <c:pt idx="491">
                  <c:v>5951133.8499999996</c:v>
                </c:pt>
                <c:pt idx="492">
                  <c:v>5957484.2199999997</c:v>
                </c:pt>
                <c:pt idx="493">
                  <c:v>5957484.2199999997</c:v>
                </c:pt>
                <c:pt idx="494">
                  <c:v>5957484.2199999997</c:v>
                </c:pt>
                <c:pt idx="495">
                  <c:v>6215216.4000000004</c:v>
                </c:pt>
                <c:pt idx="496">
                  <c:v>6073016.1799999997</c:v>
                </c:pt>
                <c:pt idx="497">
                  <c:v>6232650.0599999996</c:v>
                </c:pt>
                <c:pt idx="498">
                  <c:v>6341809.9699999997</c:v>
                </c:pt>
                <c:pt idx="499">
                  <c:v>5952040.9400000004</c:v>
                </c:pt>
                <c:pt idx="500">
                  <c:v>5952040.9400000004</c:v>
                </c:pt>
                <c:pt idx="501">
                  <c:v>5952040.9400000004</c:v>
                </c:pt>
                <c:pt idx="502">
                  <c:v>5970338.2999999998</c:v>
                </c:pt>
                <c:pt idx="503">
                  <c:v>5776208.21</c:v>
                </c:pt>
                <c:pt idx="504">
                  <c:v>5726475.7000000002</c:v>
                </c:pt>
                <c:pt idx="505">
                  <c:v>6208252.4800000004</c:v>
                </c:pt>
                <c:pt idx="506">
                  <c:v>6233625.25</c:v>
                </c:pt>
                <c:pt idx="507">
                  <c:v>6233625.25</c:v>
                </c:pt>
                <c:pt idx="508">
                  <c:v>6233625.25</c:v>
                </c:pt>
                <c:pt idx="509">
                  <c:v>6233625.25</c:v>
                </c:pt>
                <c:pt idx="510">
                  <c:v>6392215.71</c:v>
                </c:pt>
                <c:pt idx="511">
                  <c:v>6536242.25</c:v>
                </c:pt>
                <c:pt idx="512">
                  <c:v>6501764.1900000004</c:v>
                </c:pt>
                <c:pt idx="513">
                  <c:v>6732468.8200000003</c:v>
                </c:pt>
                <c:pt idx="514">
                  <c:v>6732468.8200000003</c:v>
                </c:pt>
                <c:pt idx="515">
                  <c:v>6732468.8200000003</c:v>
                </c:pt>
                <c:pt idx="516">
                  <c:v>6980302.5300000003</c:v>
                </c:pt>
                <c:pt idx="517">
                  <c:v>6990910.3700000001</c:v>
                </c:pt>
                <c:pt idx="518">
                  <c:v>6990910.3700000001</c:v>
                </c:pt>
                <c:pt idx="519">
                  <c:v>6859955.5199999996</c:v>
                </c:pt>
                <c:pt idx="520">
                  <c:v>6479961.1699999999</c:v>
                </c:pt>
                <c:pt idx="521">
                  <c:v>6479961.1699999999</c:v>
                </c:pt>
                <c:pt idx="522">
                  <c:v>6479961.1699999999</c:v>
                </c:pt>
                <c:pt idx="523">
                  <c:v>5944502.5899999999</c:v>
                </c:pt>
                <c:pt idx="524">
                  <c:v>6427984.75</c:v>
                </c:pt>
                <c:pt idx="525">
                  <c:v>6137310.2199999997</c:v>
                </c:pt>
                <c:pt idx="526">
                  <c:v>6163615</c:v>
                </c:pt>
                <c:pt idx="527">
                  <c:v>6448767</c:v>
                </c:pt>
                <c:pt idx="528">
                  <c:v>6448767</c:v>
                </c:pt>
                <c:pt idx="529">
                  <c:v>6448767</c:v>
                </c:pt>
                <c:pt idx="530">
                  <c:v>6783539.25</c:v>
                </c:pt>
                <c:pt idx="531">
                  <c:v>6926842.8200000003</c:v>
                </c:pt>
                <c:pt idx="532">
                  <c:v>7036057.1900000004</c:v>
                </c:pt>
                <c:pt idx="533">
                  <c:v>7194760.9100000001</c:v>
                </c:pt>
                <c:pt idx="534">
                  <c:v>7185665.8399999999</c:v>
                </c:pt>
                <c:pt idx="535">
                  <c:v>7185665.8399999999</c:v>
                </c:pt>
                <c:pt idx="536">
                  <c:v>7185665.8399999999</c:v>
                </c:pt>
                <c:pt idx="537">
                  <c:v>7234982.9800000004</c:v>
                </c:pt>
                <c:pt idx="538">
                  <c:v>6512118.1200000001</c:v>
                </c:pt>
                <c:pt idx="539">
                  <c:v>6724217.5599999996</c:v>
                </c:pt>
                <c:pt idx="540">
                  <c:v>7088980.1399999997</c:v>
                </c:pt>
                <c:pt idx="541">
                  <c:v>6676603.1600000001</c:v>
                </c:pt>
                <c:pt idx="542">
                  <c:v>6676603.1600000001</c:v>
                </c:pt>
                <c:pt idx="543">
                  <c:v>6676603.1600000001</c:v>
                </c:pt>
                <c:pt idx="544">
                  <c:v>6662964.9900000002</c:v>
                </c:pt>
                <c:pt idx="545">
                  <c:v>6726743.2300000004</c:v>
                </c:pt>
                <c:pt idx="546">
                  <c:v>6588251.9299999997</c:v>
                </c:pt>
                <c:pt idx="547">
                  <c:v>6068242.9400000004</c:v>
                </c:pt>
                <c:pt idx="548">
                  <c:v>6418070.9500000002</c:v>
                </c:pt>
                <c:pt idx="549">
                  <c:v>6418070.9500000002</c:v>
                </c:pt>
                <c:pt idx="550">
                  <c:v>6418070.9500000002</c:v>
                </c:pt>
                <c:pt idx="551">
                  <c:v>6388471.6399999997</c:v>
                </c:pt>
                <c:pt idx="552">
                  <c:v>6075212.5</c:v>
                </c:pt>
                <c:pt idx="553">
                  <c:v>5750567.0300000003</c:v>
                </c:pt>
                <c:pt idx="554">
                  <c:v>5786409.4000000004</c:v>
                </c:pt>
                <c:pt idx="555">
                  <c:v>5932099.8200000003</c:v>
                </c:pt>
                <c:pt idx="556">
                  <c:v>5932099.8200000003</c:v>
                </c:pt>
                <c:pt idx="557">
                  <c:v>5932099.8200000003</c:v>
                </c:pt>
                <c:pt idx="558">
                  <c:v>5401048.5199999996</c:v>
                </c:pt>
                <c:pt idx="559">
                  <c:v>5441619.9800000004</c:v>
                </c:pt>
                <c:pt idx="560">
                  <c:v>5777302.5499999998</c:v>
                </c:pt>
                <c:pt idx="561">
                  <c:v>5409709.9199999999</c:v>
                </c:pt>
                <c:pt idx="562">
                  <c:v>5409709.9199999999</c:v>
                </c:pt>
                <c:pt idx="563">
                  <c:v>5409709.9199999999</c:v>
                </c:pt>
                <c:pt idx="564">
                  <c:v>5409709.9199999999</c:v>
                </c:pt>
                <c:pt idx="565">
                  <c:v>5167930.62</c:v>
                </c:pt>
                <c:pt idx="566">
                  <c:v>5351754.51</c:v>
                </c:pt>
                <c:pt idx="567">
                  <c:v>5390835.46</c:v>
                </c:pt>
                <c:pt idx="568">
                  <c:v>5630882.8200000003</c:v>
                </c:pt>
                <c:pt idx="569">
                  <c:v>5308439.3899999997</c:v>
                </c:pt>
                <c:pt idx="570">
                  <c:v>5308439.3899999997</c:v>
                </c:pt>
                <c:pt idx="571">
                  <c:v>5308439.3899999997</c:v>
                </c:pt>
                <c:pt idx="572">
                  <c:v>5360369.96</c:v>
                </c:pt>
                <c:pt idx="573">
                  <c:v>4779552.7300000004</c:v>
                </c:pt>
                <c:pt idx="574">
                  <c:v>4519782.41</c:v>
                </c:pt>
                <c:pt idx="575">
                  <c:v>4464173.5199999996</c:v>
                </c:pt>
                <c:pt idx="576">
                  <c:v>5263116.37</c:v>
                </c:pt>
                <c:pt idx="577">
                  <c:v>5263116.37</c:v>
                </c:pt>
                <c:pt idx="578">
                  <c:v>5263116.37</c:v>
                </c:pt>
                <c:pt idx="579">
                  <c:v>4993437.74</c:v>
                </c:pt>
                <c:pt idx="580">
                  <c:v>5074426.5</c:v>
                </c:pt>
                <c:pt idx="581">
                  <c:v>5265233.71</c:v>
                </c:pt>
                <c:pt idx="582">
                  <c:v>5024297.7</c:v>
                </c:pt>
                <c:pt idx="583">
                  <c:v>4994091.24</c:v>
                </c:pt>
                <c:pt idx="584">
                  <c:v>4994091.24</c:v>
                </c:pt>
                <c:pt idx="585">
                  <c:v>4994091.24</c:v>
                </c:pt>
                <c:pt idx="586">
                  <c:v>5026660.26</c:v>
                </c:pt>
                <c:pt idx="587">
                  <c:v>5064982.55</c:v>
                </c:pt>
                <c:pt idx="588">
                  <c:v>5251317.08</c:v>
                </c:pt>
                <c:pt idx="589">
                  <c:v>5438283.4500000002</c:v>
                </c:pt>
                <c:pt idx="590">
                  <c:v>5569639.1299999999</c:v>
                </c:pt>
                <c:pt idx="591">
                  <c:v>5569639.1299999999</c:v>
                </c:pt>
                <c:pt idx="592">
                  <c:v>5569639.1299999999</c:v>
                </c:pt>
                <c:pt idx="593">
                  <c:v>5569639.1299999999</c:v>
                </c:pt>
                <c:pt idx="594">
                  <c:v>5483378.79</c:v>
                </c:pt>
                <c:pt idx="595">
                  <c:v>5165242.6100000003</c:v>
                </c:pt>
                <c:pt idx="596">
                  <c:v>5469589.5199999996</c:v>
                </c:pt>
                <c:pt idx="597">
                  <c:v>5517764.5899999999</c:v>
                </c:pt>
                <c:pt idx="598">
                  <c:v>5517764.5899999999</c:v>
                </c:pt>
                <c:pt idx="599">
                  <c:v>5517764.5899999999</c:v>
                </c:pt>
                <c:pt idx="600">
                  <c:v>5344361.0199999996</c:v>
                </c:pt>
                <c:pt idx="601">
                  <c:v>5381584.3799999999</c:v>
                </c:pt>
                <c:pt idx="602">
                  <c:v>5433365.7699999996</c:v>
                </c:pt>
                <c:pt idx="603">
                  <c:v>5516473.6200000001</c:v>
                </c:pt>
                <c:pt idx="604">
                  <c:v>5417109.4500000002</c:v>
                </c:pt>
                <c:pt idx="605">
                  <c:v>5417109.4500000002</c:v>
                </c:pt>
                <c:pt idx="606">
                  <c:v>5417109.4500000002</c:v>
                </c:pt>
                <c:pt idx="607">
                  <c:v>5440905.1399999997</c:v>
                </c:pt>
                <c:pt idx="608">
                  <c:v>5453586.2599999998</c:v>
                </c:pt>
                <c:pt idx="609">
                  <c:v>5235734.7</c:v>
                </c:pt>
                <c:pt idx="610">
                  <c:v>5249099.54</c:v>
                </c:pt>
                <c:pt idx="611">
                  <c:v>5335036.0199999996</c:v>
                </c:pt>
                <c:pt idx="612">
                  <c:v>5335036.0199999996</c:v>
                </c:pt>
                <c:pt idx="613">
                  <c:v>5335036.0199999996</c:v>
                </c:pt>
                <c:pt idx="614">
                  <c:v>5580871.8899999997</c:v>
                </c:pt>
                <c:pt idx="615">
                  <c:v>5547680.0700000003</c:v>
                </c:pt>
                <c:pt idx="616">
                  <c:v>5625154.21</c:v>
                </c:pt>
                <c:pt idx="617">
                  <c:v>5611001.2699999996</c:v>
                </c:pt>
                <c:pt idx="618">
                  <c:v>5512093.6399999997</c:v>
                </c:pt>
                <c:pt idx="619">
                  <c:v>5512093.6399999997</c:v>
                </c:pt>
                <c:pt idx="620">
                  <c:v>5512093.6399999997</c:v>
                </c:pt>
                <c:pt idx="621">
                  <c:v>5331747.71</c:v>
                </c:pt>
                <c:pt idx="622">
                  <c:v>5286147.8099999996</c:v>
                </c:pt>
                <c:pt idx="623">
                  <c:v>5358501.09</c:v>
                </c:pt>
                <c:pt idx="624" formatCode="#,##0">
                  <c:v>5356426.05</c:v>
                </c:pt>
                <c:pt idx="625">
                  <c:v>5498962.1399999997</c:v>
                </c:pt>
                <c:pt idx="626">
                  <c:v>5498962.1399999997</c:v>
                </c:pt>
                <c:pt idx="627">
                  <c:v>5498962.1399999997</c:v>
                </c:pt>
                <c:pt idx="628">
                  <c:v>5589532.6399999997</c:v>
                </c:pt>
                <c:pt idx="629">
                  <c:v>5597193.8499999996</c:v>
                </c:pt>
                <c:pt idx="630">
                  <c:v>5647471.1299999999</c:v>
                </c:pt>
                <c:pt idx="631">
                  <c:v>5647471.1299999999</c:v>
                </c:pt>
                <c:pt idx="632">
                  <c:v>5647471.1299999999</c:v>
                </c:pt>
                <c:pt idx="633">
                  <c:v>5647471.1299999999</c:v>
                </c:pt>
                <c:pt idx="634">
                  <c:v>5647471.1299999999</c:v>
                </c:pt>
                <c:pt idx="635">
                  <c:v>5494957.1399999997</c:v>
                </c:pt>
                <c:pt idx="636">
                  <c:v>5479881.5499999998</c:v>
                </c:pt>
                <c:pt idx="637">
                  <c:v>5453728.4800000004</c:v>
                </c:pt>
                <c:pt idx="638">
                  <c:v>5560008.71</c:v>
                </c:pt>
                <c:pt idx="639">
                  <c:v>5585454.71</c:v>
                </c:pt>
                <c:pt idx="640">
                  <c:v>5585454.71</c:v>
                </c:pt>
                <c:pt idx="641">
                  <c:v>5585454.71</c:v>
                </c:pt>
                <c:pt idx="642">
                  <c:v>5585454.71</c:v>
                </c:pt>
                <c:pt idx="643">
                  <c:v>5535803.8300000001</c:v>
                </c:pt>
                <c:pt idx="644">
                  <c:v>5426186.5300000003</c:v>
                </c:pt>
                <c:pt idx="645">
                  <c:v>5284316.1100000003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AF-4D15-A5EF-2493676BA38A}"/>
            </c:ext>
          </c:extLst>
        </c:ser>
        <c:ser>
          <c:idx val="1"/>
          <c:order val="1"/>
          <c:tx>
            <c:strRef>
              <c:f>시가총액!$C$14</c:f>
              <c:strCache>
                <c:ptCount val="1"/>
                <c:pt idx="0">
                  <c:v>삼성전자 시가총액</c:v>
                </c:pt>
              </c:strCache>
            </c:strRef>
          </c:tx>
          <c:spPr>
            <a:ln w="12700" cap="rnd">
              <a:solidFill>
                <a:srgbClr val="A6A6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시가총액!$A$15:$A$660</c:f>
              <c:numCache>
                <c:formatCode>m/d/yyyy</c:formatCode>
                <c:ptCount val="646"/>
                <c:pt idx="0">
                  <c:v>45658</c:v>
                </c:pt>
                <c:pt idx="1">
                  <c:v>45659</c:v>
                </c:pt>
                <c:pt idx="2">
                  <c:v>45660</c:v>
                </c:pt>
                <c:pt idx="3">
                  <c:v>45661</c:v>
                </c:pt>
                <c:pt idx="4">
                  <c:v>45662</c:v>
                </c:pt>
                <c:pt idx="5">
                  <c:v>45663</c:v>
                </c:pt>
                <c:pt idx="6">
                  <c:v>45664</c:v>
                </c:pt>
                <c:pt idx="7">
                  <c:v>45665</c:v>
                </c:pt>
                <c:pt idx="8">
                  <c:v>45666</c:v>
                </c:pt>
                <c:pt idx="9">
                  <c:v>45667</c:v>
                </c:pt>
                <c:pt idx="10">
                  <c:v>45668</c:v>
                </c:pt>
                <c:pt idx="11">
                  <c:v>45669</c:v>
                </c:pt>
                <c:pt idx="12">
                  <c:v>45670</c:v>
                </c:pt>
                <c:pt idx="13">
                  <c:v>45671</c:v>
                </c:pt>
                <c:pt idx="14">
                  <c:v>45672</c:v>
                </c:pt>
                <c:pt idx="15">
                  <c:v>45673</c:v>
                </c:pt>
                <c:pt idx="16">
                  <c:v>45674</c:v>
                </c:pt>
                <c:pt idx="17">
                  <c:v>45675</c:v>
                </c:pt>
                <c:pt idx="18">
                  <c:v>45676</c:v>
                </c:pt>
                <c:pt idx="19">
                  <c:v>45677</c:v>
                </c:pt>
                <c:pt idx="20">
                  <c:v>45678</c:v>
                </c:pt>
                <c:pt idx="21">
                  <c:v>45679</c:v>
                </c:pt>
                <c:pt idx="22">
                  <c:v>45680</c:v>
                </c:pt>
                <c:pt idx="23">
                  <c:v>45681</c:v>
                </c:pt>
                <c:pt idx="24">
                  <c:v>45682</c:v>
                </c:pt>
                <c:pt idx="25">
                  <c:v>45683</c:v>
                </c:pt>
                <c:pt idx="26">
                  <c:v>45684</c:v>
                </c:pt>
                <c:pt idx="27">
                  <c:v>45685</c:v>
                </c:pt>
                <c:pt idx="28">
                  <c:v>45686</c:v>
                </c:pt>
                <c:pt idx="29">
                  <c:v>45687</c:v>
                </c:pt>
                <c:pt idx="30">
                  <c:v>45688</c:v>
                </c:pt>
                <c:pt idx="31">
                  <c:v>45689</c:v>
                </c:pt>
                <c:pt idx="32">
                  <c:v>45690</c:v>
                </c:pt>
                <c:pt idx="33">
                  <c:v>45691</c:v>
                </c:pt>
                <c:pt idx="34">
                  <c:v>45692</c:v>
                </c:pt>
                <c:pt idx="35">
                  <c:v>45693</c:v>
                </c:pt>
                <c:pt idx="36">
                  <c:v>45694</c:v>
                </c:pt>
                <c:pt idx="37">
                  <c:v>45695</c:v>
                </c:pt>
                <c:pt idx="38">
                  <c:v>45696</c:v>
                </c:pt>
                <c:pt idx="39">
                  <c:v>45697</c:v>
                </c:pt>
                <c:pt idx="40">
                  <c:v>45698</c:v>
                </c:pt>
                <c:pt idx="41">
                  <c:v>45699</c:v>
                </c:pt>
                <c:pt idx="42">
                  <c:v>45700</c:v>
                </c:pt>
                <c:pt idx="43">
                  <c:v>45701</c:v>
                </c:pt>
                <c:pt idx="44">
                  <c:v>45702</c:v>
                </c:pt>
                <c:pt idx="45">
                  <c:v>45703</c:v>
                </c:pt>
                <c:pt idx="46">
                  <c:v>45704</c:v>
                </c:pt>
                <c:pt idx="47">
                  <c:v>45705</c:v>
                </c:pt>
                <c:pt idx="48">
                  <c:v>45706</c:v>
                </c:pt>
                <c:pt idx="49">
                  <c:v>45707</c:v>
                </c:pt>
                <c:pt idx="50">
                  <c:v>45708</c:v>
                </c:pt>
                <c:pt idx="51">
                  <c:v>45709</c:v>
                </c:pt>
                <c:pt idx="52">
                  <c:v>45710</c:v>
                </c:pt>
                <c:pt idx="53">
                  <c:v>45711</c:v>
                </c:pt>
                <c:pt idx="54">
                  <c:v>45712</c:v>
                </c:pt>
                <c:pt idx="55">
                  <c:v>45713</c:v>
                </c:pt>
                <c:pt idx="56">
                  <c:v>45714</c:v>
                </c:pt>
                <c:pt idx="57">
                  <c:v>45715</c:v>
                </c:pt>
                <c:pt idx="58">
                  <c:v>45716</c:v>
                </c:pt>
                <c:pt idx="59">
                  <c:v>45717</c:v>
                </c:pt>
                <c:pt idx="60">
                  <c:v>45718</c:v>
                </c:pt>
                <c:pt idx="61">
                  <c:v>45719</c:v>
                </c:pt>
                <c:pt idx="62">
                  <c:v>45720</c:v>
                </c:pt>
                <c:pt idx="63">
                  <c:v>45721</c:v>
                </c:pt>
                <c:pt idx="64">
                  <c:v>45722</c:v>
                </c:pt>
                <c:pt idx="65">
                  <c:v>45723</c:v>
                </c:pt>
                <c:pt idx="66">
                  <c:v>45724</c:v>
                </c:pt>
                <c:pt idx="67">
                  <c:v>45725</c:v>
                </c:pt>
                <c:pt idx="68">
                  <c:v>45726</c:v>
                </c:pt>
                <c:pt idx="69">
                  <c:v>45727</c:v>
                </c:pt>
                <c:pt idx="70">
                  <c:v>45728</c:v>
                </c:pt>
                <c:pt idx="71">
                  <c:v>45729</c:v>
                </c:pt>
                <c:pt idx="72">
                  <c:v>45730</c:v>
                </c:pt>
                <c:pt idx="73">
                  <c:v>45731</c:v>
                </c:pt>
                <c:pt idx="74">
                  <c:v>45732</c:v>
                </c:pt>
                <c:pt idx="75">
                  <c:v>45733</c:v>
                </c:pt>
                <c:pt idx="76">
                  <c:v>45734</c:v>
                </c:pt>
                <c:pt idx="77">
                  <c:v>45735</c:v>
                </c:pt>
                <c:pt idx="78">
                  <c:v>45736</c:v>
                </c:pt>
                <c:pt idx="79">
                  <c:v>45737</c:v>
                </c:pt>
                <c:pt idx="80">
                  <c:v>45738</c:v>
                </c:pt>
                <c:pt idx="81">
                  <c:v>45739</c:v>
                </c:pt>
                <c:pt idx="82">
                  <c:v>45740</c:v>
                </c:pt>
                <c:pt idx="83">
                  <c:v>45741</c:v>
                </c:pt>
                <c:pt idx="84">
                  <c:v>45742</c:v>
                </c:pt>
                <c:pt idx="85">
                  <c:v>45743</c:v>
                </c:pt>
                <c:pt idx="86">
                  <c:v>45744</c:v>
                </c:pt>
                <c:pt idx="87">
                  <c:v>45745</c:v>
                </c:pt>
                <c:pt idx="88">
                  <c:v>45746</c:v>
                </c:pt>
                <c:pt idx="89">
                  <c:v>45747</c:v>
                </c:pt>
                <c:pt idx="90">
                  <c:v>45748</c:v>
                </c:pt>
                <c:pt idx="91">
                  <c:v>45749</c:v>
                </c:pt>
                <c:pt idx="92">
                  <c:v>45750</c:v>
                </c:pt>
                <c:pt idx="93">
                  <c:v>45751</c:v>
                </c:pt>
                <c:pt idx="94">
                  <c:v>45752</c:v>
                </c:pt>
                <c:pt idx="95">
                  <c:v>45753</c:v>
                </c:pt>
                <c:pt idx="96">
                  <c:v>45754</c:v>
                </c:pt>
                <c:pt idx="97">
                  <c:v>45755</c:v>
                </c:pt>
                <c:pt idx="98">
                  <c:v>45756</c:v>
                </c:pt>
                <c:pt idx="99">
                  <c:v>45757</c:v>
                </c:pt>
                <c:pt idx="100">
                  <c:v>45758</c:v>
                </c:pt>
                <c:pt idx="101">
                  <c:v>45759</c:v>
                </c:pt>
                <c:pt idx="102">
                  <c:v>45760</c:v>
                </c:pt>
                <c:pt idx="103">
                  <c:v>45761</c:v>
                </c:pt>
                <c:pt idx="104">
                  <c:v>45762</c:v>
                </c:pt>
                <c:pt idx="105">
                  <c:v>45763</c:v>
                </c:pt>
                <c:pt idx="106">
                  <c:v>45764</c:v>
                </c:pt>
                <c:pt idx="107">
                  <c:v>45765</c:v>
                </c:pt>
                <c:pt idx="108">
                  <c:v>45766</c:v>
                </c:pt>
                <c:pt idx="109">
                  <c:v>45767</c:v>
                </c:pt>
                <c:pt idx="110">
                  <c:v>45768</c:v>
                </c:pt>
                <c:pt idx="111">
                  <c:v>45769</c:v>
                </c:pt>
                <c:pt idx="112">
                  <c:v>45770</c:v>
                </c:pt>
                <c:pt idx="113">
                  <c:v>45771</c:v>
                </c:pt>
                <c:pt idx="114">
                  <c:v>45772</c:v>
                </c:pt>
                <c:pt idx="115">
                  <c:v>45773</c:v>
                </c:pt>
                <c:pt idx="116">
                  <c:v>45774</c:v>
                </c:pt>
                <c:pt idx="117">
                  <c:v>45775</c:v>
                </c:pt>
                <c:pt idx="118">
                  <c:v>45776</c:v>
                </c:pt>
                <c:pt idx="119">
                  <c:v>45777</c:v>
                </c:pt>
                <c:pt idx="120">
                  <c:v>45778</c:v>
                </c:pt>
                <c:pt idx="121">
                  <c:v>45779</c:v>
                </c:pt>
                <c:pt idx="122">
                  <c:v>45780</c:v>
                </c:pt>
                <c:pt idx="123">
                  <c:v>45781</c:v>
                </c:pt>
                <c:pt idx="124">
                  <c:v>45782</c:v>
                </c:pt>
                <c:pt idx="125">
                  <c:v>45783</c:v>
                </c:pt>
                <c:pt idx="126">
                  <c:v>45784</c:v>
                </c:pt>
                <c:pt idx="127">
                  <c:v>45785</c:v>
                </c:pt>
                <c:pt idx="128">
                  <c:v>45786</c:v>
                </c:pt>
                <c:pt idx="129">
                  <c:v>45787</c:v>
                </c:pt>
                <c:pt idx="130">
                  <c:v>45788</c:v>
                </c:pt>
                <c:pt idx="131">
                  <c:v>45789</c:v>
                </c:pt>
                <c:pt idx="132">
                  <c:v>45790</c:v>
                </c:pt>
                <c:pt idx="133">
                  <c:v>45791</c:v>
                </c:pt>
                <c:pt idx="134">
                  <c:v>45792</c:v>
                </c:pt>
                <c:pt idx="135">
                  <c:v>45793</c:v>
                </c:pt>
                <c:pt idx="136">
                  <c:v>45794</c:v>
                </c:pt>
                <c:pt idx="137">
                  <c:v>45795</c:v>
                </c:pt>
                <c:pt idx="138">
                  <c:v>45796</c:v>
                </c:pt>
                <c:pt idx="139">
                  <c:v>45797</c:v>
                </c:pt>
                <c:pt idx="140">
                  <c:v>45798</c:v>
                </c:pt>
                <c:pt idx="141">
                  <c:v>45799</c:v>
                </c:pt>
                <c:pt idx="142">
                  <c:v>45800</c:v>
                </c:pt>
                <c:pt idx="143">
                  <c:v>45801</c:v>
                </c:pt>
                <c:pt idx="144">
                  <c:v>45802</c:v>
                </c:pt>
                <c:pt idx="145">
                  <c:v>45803</c:v>
                </c:pt>
                <c:pt idx="146">
                  <c:v>45804</c:v>
                </c:pt>
                <c:pt idx="147">
                  <c:v>45805</c:v>
                </c:pt>
                <c:pt idx="148">
                  <c:v>45806</c:v>
                </c:pt>
                <c:pt idx="149">
                  <c:v>45807</c:v>
                </c:pt>
                <c:pt idx="150">
                  <c:v>45808</c:v>
                </c:pt>
                <c:pt idx="151">
                  <c:v>45809</c:v>
                </c:pt>
                <c:pt idx="152">
                  <c:v>45810</c:v>
                </c:pt>
                <c:pt idx="153">
                  <c:v>45811</c:v>
                </c:pt>
                <c:pt idx="154">
                  <c:v>45812</c:v>
                </c:pt>
                <c:pt idx="155">
                  <c:v>45813</c:v>
                </c:pt>
                <c:pt idx="156">
                  <c:v>45814</c:v>
                </c:pt>
                <c:pt idx="157">
                  <c:v>45815</c:v>
                </c:pt>
                <c:pt idx="158">
                  <c:v>45816</c:v>
                </c:pt>
                <c:pt idx="159">
                  <c:v>45817</c:v>
                </c:pt>
                <c:pt idx="160">
                  <c:v>45818</c:v>
                </c:pt>
                <c:pt idx="161">
                  <c:v>45819</c:v>
                </c:pt>
                <c:pt idx="162">
                  <c:v>45820</c:v>
                </c:pt>
                <c:pt idx="163">
                  <c:v>45821</c:v>
                </c:pt>
                <c:pt idx="164">
                  <c:v>45822</c:v>
                </c:pt>
                <c:pt idx="165">
                  <c:v>45823</c:v>
                </c:pt>
                <c:pt idx="166">
                  <c:v>45824</c:v>
                </c:pt>
                <c:pt idx="167">
                  <c:v>45825</c:v>
                </c:pt>
                <c:pt idx="168">
                  <c:v>45826</c:v>
                </c:pt>
                <c:pt idx="169">
                  <c:v>45827</c:v>
                </c:pt>
                <c:pt idx="170">
                  <c:v>45828</c:v>
                </c:pt>
                <c:pt idx="171">
                  <c:v>45829</c:v>
                </c:pt>
                <c:pt idx="172">
                  <c:v>45830</c:v>
                </c:pt>
                <c:pt idx="173">
                  <c:v>45831</c:v>
                </c:pt>
                <c:pt idx="174">
                  <c:v>45832</c:v>
                </c:pt>
                <c:pt idx="175">
                  <c:v>45833</c:v>
                </c:pt>
                <c:pt idx="176">
                  <c:v>45834</c:v>
                </c:pt>
                <c:pt idx="177">
                  <c:v>45835</c:v>
                </c:pt>
                <c:pt idx="178">
                  <c:v>45836</c:v>
                </c:pt>
                <c:pt idx="179">
                  <c:v>45837</c:v>
                </c:pt>
                <c:pt idx="180">
                  <c:v>45838</c:v>
                </c:pt>
                <c:pt idx="181">
                  <c:v>45839</c:v>
                </c:pt>
                <c:pt idx="182">
                  <c:v>45840</c:v>
                </c:pt>
                <c:pt idx="183">
                  <c:v>45841</c:v>
                </c:pt>
                <c:pt idx="184">
                  <c:v>45842</c:v>
                </c:pt>
                <c:pt idx="185">
                  <c:v>45843</c:v>
                </c:pt>
                <c:pt idx="186">
                  <c:v>45844</c:v>
                </c:pt>
                <c:pt idx="187">
                  <c:v>45845</c:v>
                </c:pt>
                <c:pt idx="188">
                  <c:v>45846</c:v>
                </c:pt>
                <c:pt idx="189">
                  <c:v>45847</c:v>
                </c:pt>
                <c:pt idx="190">
                  <c:v>45848</c:v>
                </c:pt>
                <c:pt idx="191">
                  <c:v>45849</c:v>
                </c:pt>
                <c:pt idx="192">
                  <c:v>45850</c:v>
                </c:pt>
                <c:pt idx="193">
                  <c:v>45851</c:v>
                </c:pt>
                <c:pt idx="194">
                  <c:v>45852</c:v>
                </c:pt>
                <c:pt idx="195">
                  <c:v>45853</c:v>
                </c:pt>
                <c:pt idx="196">
                  <c:v>45854</c:v>
                </c:pt>
                <c:pt idx="197">
                  <c:v>45855</c:v>
                </c:pt>
                <c:pt idx="198">
                  <c:v>45856</c:v>
                </c:pt>
                <c:pt idx="199">
                  <c:v>45857</c:v>
                </c:pt>
                <c:pt idx="200">
                  <c:v>45858</c:v>
                </c:pt>
                <c:pt idx="201">
                  <c:v>45859</c:v>
                </c:pt>
                <c:pt idx="202">
                  <c:v>45860</c:v>
                </c:pt>
                <c:pt idx="203">
                  <c:v>45861</c:v>
                </c:pt>
                <c:pt idx="204">
                  <c:v>45862</c:v>
                </c:pt>
                <c:pt idx="205">
                  <c:v>45863</c:v>
                </c:pt>
                <c:pt idx="206">
                  <c:v>45864</c:v>
                </c:pt>
                <c:pt idx="207">
                  <c:v>45865</c:v>
                </c:pt>
                <c:pt idx="208">
                  <c:v>45866</c:v>
                </c:pt>
                <c:pt idx="209">
                  <c:v>45867</c:v>
                </c:pt>
                <c:pt idx="210">
                  <c:v>45868</c:v>
                </c:pt>
                <c:pt idx="211">
                  <c:v>45869</c:v>
                </c:pt>
                <c:pt idx="212">
                  <c:v>45870</c:v>
                </c:pt>
                <c:pt idx="213">
                  <c:v>45871</c:v>
                </c:pt>
                <c:pt idx="214">
                  <c:v>45872</c:v>
                </c:pt>
                <c:pt idx="215">
                  <c:v>45873</c:v>
                </c:pt>
                <c:pt idx="216">
                  <c:v>45874</c:v>
                </c:pt>
                <c:pt idx="217">
                  <c:v>45875</c:v>
                </c:pt>
                <c:pt idx="218">
                  <c:v>45876</c:v>
                </c:pt>
                <c:pt idx="219">
                  <c:v>45877</c:v>
                </c:pt>
                <c:pt idx="220">
                  <c:v>45878</c:v>
                </c:pt>
                <c:pt idx="221">
                  <c:v>45879</c:v>
                </c:pt>
                <c:pt idx="222">
                  <c:v>45880</c:v>
                </c:pt>
                <c:pt idx="223">
                  <c:v>45881</c:v>
                </c:pt>
                <c:pt idx="224">
                  <c:v>45882</c:v>
                </c:pt>
                <c:pt idx="225">
                  <c:v>45883</c:v>
                </c:pt>
                <c:pt idx="226">
                  <c:v>45884</c:v>
                </c:pt>
                <c:pt idx="227">
                  <c:v>45885</c:v>
                </c:pt>
                <c:pt idx="228">
                  <c:v>45886</c:v>
                </c:pt>
                <c:pt idx="229">
                  <c:v>45887</c:v>
                </c:pt>
                <c:pt idx="230">
                  <c:v>45888</c:v>
                </c:pt>
                <c:pt idx="231">
                  <c:v>45889</c:v>
                </c:pt>
                <c:pt idx="232">
                  <c:v>45890</c:v>
                </c:pt>
                <c:pt idx="233">
                  <c:v>45891</c:v>
                </c:pt>
                <c:pt idx="234">
                  <c:v>45892</c:v>
                </c:pt>
                <c:pt idx="235">
                  <c:v>45893</c:v>
                </c:pt>
                <c:pt idx="236">
                  <c:v>45894</c:v>
                </c:pt>
                <c:pt idx="237">
                  <c:v>45895</c:v>
                </c:pt>
                <c:pt idx="238">
                  <c:v>45896</c:v>
                </c:pt>
                <c:pt idx="239">
                  <c:v>45897</c:v>
                </c:pt>
                <c:pt idx="240">
                  <c:v>45898</c:v>
                </c:pt>
                <c:pt idx="241">
                  <c:v>45899</c:v>
                </c:pt>
                <c:pt idx="242">
                  <c:v>45900</c:v>
                </c:pt>
                <c:pt idx="243">
                  <c:v>45901</c:v>
                </c:pt>
                <c:pt idx="244">
                  <c:v>45902</c:v>
                </c:pt>
                <c:pt idx="245">
                  <c:v>45903</c:v>
                </c:pt>
                <c:pt idx="246">
                  <c:v>45904</c:v>
                </c:pt>
                <c:pt idx="247">
                  <c:v>45905</c:v>
                </c:pt>
                <c:pt idx="248">
                  <c:v>45906</c:v>
                </c:pt>
                <c:pt idx="249">
                  <c:v>45907</c:v>
                </c:pt>
                <c:pt idx="250">
                  <c:v>45908</c:v>
                </c:pt>
                <c:pt idx="251">
                  <c:v>45909</c:v>
                </c:pt>
                <c:pt idx="252">
                  <c:v>45910</c:v>
                </c:pt>
                <c:pt idx="253">
                  <c:v>45911</c:v>
                </c:pt>
                <c:pt idx="254">
                  <c:v>45912</c:v>
                </c:pt>
                <c:pt idx="255">
                  <c:v>45913</c:v>
                </c:pt>
                <c:pt idx="256">
                  <c:v>45914</c:v>
                </c:pt>
                <c:pt idx="257">
                  <c:v>45915</c:v>
                </c:pt>
                <c:pt idx="258">
                  <c:v>45916</c:v>
                </c:pt>
                <c:pt idx="259">
                  <c:v>45917</c:v>
                </c:pt>
                <c:pt idx="260">
                  <c:v>45918</c:v>
                </c:pt>
                <c:pt idx="261">
                  <c:v>45919</c:v>
                </c:pt>
                <c:pt idx="262">
                  <c:v>45920</c:v>
                </c:pt>
                <c:pt idx="263">
                  <c:v>45921</c:v>
                </c:pt>
                <c:pt idx="264">
                  <c:v>45922</c:v>
                </c:pt>
                <c:pt idx="265">
                  <c:v>45923</c:v>
                </c:pt>
                <c:pt idx="266">
                  <c:v>45924</c:v>
                </c:pt>
                <c:pt idx="267">
                  <c:v>45925</c:v>
                </c:pt>
                <c:pt idx="268">
                  <c:v>45926</c:v>
                </c:pt>
                <c:pt idx="269">
                  <c:v>45927</c:v>
                </c:pt>
                <c:pt idx="270">
                  <c:v>45928</c:v>
                </c:pt>
                <c:pt idx="271">
                  <c:v>45929</c:v>
                </c:pt>
                <c:pt idx="272">
                  <c:v>45930</c:v>
                </c:pt>
                <c:pt idx="273">
                  <c:v>45931</c:v>
                </c:pt>
                <c:pt idx="274">
                  <c:v>45932</c:v>
                </c:pt>
                <c:pt idx="275">
                  <c:v>45933</c:v>
                </c:pt>
                <c:pt idx="276">
                  <c:v>45934</c:v>
                </c:pt>
                <c:pt idx="277">
                  <c:v>45935</c:v>
                </c:pt>
                <c:pt idx="278">
                  <c:v>45936</c:v>
                </c:pt>
                <c:pt idx="279">
                  <c:v>45937</c:v>
                </c:pt>
                <c:pt idx="280">
                  <c:v>45938</c:v>
                </c:pt>
                <c:pt idx="281">
                  <c:v>45939</c:v>
                </c:pt>
                <c:pt idx="282">
                  <c:v>45940</c:v>
                </c:pt>
                <c:pt idx="283">
                  <c:v>45941</c:v>
                </c:pt>
                <c:pt idx="284">
                  <c:v>45942</c:v>
                </c:pt>
                <c:pt idx="285">
                  <c:v>45943</c:v>
                </c:pt>
                <c:pt idx="286">
                  <c:v>45944</c:v>
                </c:pt>
                <c:pt idx="287">
                  <c:v>45945</c:v>
                </c:pt>
                <c:pt idx="288">
                  <c:v>45946</c:v>
                </c:pt>
                <c:pt idx="289">
                  <c:v>45947</c:v>
                </c:pt>
                <c:pt idx="290">
                  <c:v>45948</c:v>
                </c:pt>
                <c:pt idx="291">
                  <c:v>45949</c:v>
                </c:pt>
                <c:pt idx="292">
                  <c:v>45950</c:v>
                </c:pt>
                <c:pt idx="293">
                  <c:v>45951</c:v>
                </c:pt>
                <c:pt idx="294">
                  <c:v>45952</c:v>
                </c:pt>
                <c:pt idx="295">
                  <c:v>45953</c:v>
                </c:pt>
                <c:pt idx="296">
                  <c:v>45954</c:v>
                </c:pt>
                <c:pt idx="297">
                  <c:v>45955</c:v>
                </c:pt>
                <c:pt idx="298">
                  <c:v>45956</c:v>
                </c:pt>
                <c:pt idx="299">
                  <c:v>45957</c:v>
                </c:pt>
                <c:pt idx="300">
                  <c:v>45958</c:v>
                </c:pt>
                <c:pt idx="301">
                  <c:v>45959</c:v>
                </c:pt>
                <c:pt idx="302">
                  <c:v>45960</c:v>
                </c:pt>
                <c:pt idx="303">
                  <c:v>45961</c:v>
                </c:pt>
                <c:pt idx="304">
                  <c:v>45962</c:v>
                </c:pt>
                <c:pt idx="305">
                  <c:v>45963</c:v>
                </c:pt>
                <c:pt idx="306">
                  <c:v>45964</c:v>
                </c:pt>
                <c:pt idx="307">
                  <c:v>45965</c:v>
                </c:pt>
                <c:pt idx="308">
                  <c:v>45966</c:v>
                </c:pt>
                <c:pt idx="309">
                  <c:v>45967</c:v>
                </c:pt>
                <c:pt idx="310">
                  <c:v>45968</c:v>
                </c:pt>
                <c:pt idx="311">
                  <c:v>45969</c:v>
                </c:pt>
                <c:pt idx="312">
                  <c:v>45970</c:v>
                </c:pt>
                <c:pt idx="313">
                  <c:v>45971</c:v>
                </c:pt>
                <c:pt idx="314">
                  <c:v>45972</c:v>
                </c:pt>
                <c:pt idx="315">
                  <c:v>45973</c:v>
                </c:pt>
                <c:pt idx="316">
                  <c:v>45974</c:v>
                </c:pt>
                <c:pt idx="317">
                  <c:v>45975</c:v>
                </c:pt>
                <c:pt idx="318">
                  <c:v>45976</c:v>
                </c:pt>
                <c:pt idx="319">
                  <c:v>45977</c:v>
                </c:pt>
                <c:pt idx="320">
                  <c:v>45978</c:v>
                </c:pt>
                <c:pt idx="321">
                  <c:v>45979</c:v>
                </c:pt>
                <c:pt idx="322">
                  <c:v>45980</c:v>
                </c:pt>
                <c:pt idx="323">
                  <c:v>45981</c:v>
                </c:pt>
                <c:pt idx="324">
                  <c:v>45982</c:v>
                </c:pt>
                <c:pt idx="325">
                  <c:v>45983</c:v>
                </c:pt>
                <c:pt idx="326">
                  <c:v>45984</c:v>
                </c:pt>
                <c:pt idx="327">
                  <c:v>45985</c:v>
                </c:pt>
                <c:pt idx="328">
                  <c:v>45986</c:v>
                </c:pt>
                <c:pt idx="329">
                  <c:v>45987</c:v>
                </c:pt>
                <c:pt idx="330">
                  <c:v>45988</c:v>
                </c:pt>
                <c:pt idx="331">
                  <c:v>45989</c:v>
                </c:pt>
                <c:pt idx="332">
                  <c:v>45990</c:v>
                </c:pt>
                <c:pt idx="333">
                  <c:v>45991</c:v>
                </c:pt>
                <c:pt idx="334">
                  <c:v>45992</c:v>
                </c:pt>
                <c:pt idx="335">
                  <c:v>45993</c:v>
                </c:pt>
                <c:pt idx="336">
                  <c:v>45994</c:v>
                </c:pt>
                <c:pt idx="337">
                  <c:v>45995</c:v>
                </c:pt>
                <c:pt idx="338">
                  <c:v>45996</c:v>
                </c:pt>
                <c:pt idx="339">
                  <c:v>45997</c:v>
                </c:pt>
                <c:pt idx="340">
                  <c:v>45998</c:v>
                </c:pt>
                <c:pt idx="341">
                  <c:v>45999</c:v>
                </c:pt>
                <c:pt idx="342">
                  <c:v>46000</c:v>
                </c:pt>
                <c:pt idx="343">
                  <c:v>46001</c:v>
                </c:pt>
                <c:pt idx="344">
                  <c:v>46002</c:v>
                </c:pt>
                <c:pt idx="345">
                  <c:v>46003</c:v>
                </c:pt>
                <c:pt idx="346">
                  <c:v>46004</c:v>
                </c:pt>
                <c:pt idx="347">
                  <c:v>46005</c:v>
                </c:pt>
                <c:pt idx="348">
                  <c:v>46006</c:v>
                </c:pt>
                <c:pt idx="349">
                  <c:v>46007</c:v>
                </c:pt>
                <c:pt idx="350">
                  <c:v>46008</c:v>
                </c:pt>
                <c:pt idx="351">
                  <c:v>46009</c:v>
                </c:pt>
                <c:pt idx="352">
                  <c:v>46010</c:v>
                </c:pt>
                <c:pt idx="353">
                  <c:v>46011</c:v>
                </c:pt>
                <c:pt idx="354">
                  <c:v>46012</c:v>
                </c:pt>
                <c:pt idx="355">
                  <c:v>46013</c:v>
                </c:pt>
                <c:pt idx="356">
                  <c:v>46014</c:v>
                </c:pt>
                <c:pt idx="357">
                  <c:v>46015</c:v>
                </c:pt>
                <c:pt idx="358">
                  <c:v>46016</c:v>
                </c:pt>
                <c:pt idx="359">
                  <c:v>46017</c:v>
                </c:pt>
                <c:pt idx="360">
                  <c:v>46018</c:v>
                </c:pt>
                <c:pt idx="361">
                  <c:v>46019</c:v>
                </c:pt>
                <c:pt idx="362">
                  <c:v>46020</c:v>
                </c:pt>
                <c:pt idx="363">
                  <c:v>46021</c:v>
                </c:pt>
                <c:pt idx="364">
                  <c:v>46022</c:v>
                </c:pt>
                <c:pt idx="365">
                  <c:v>46023</c:v>
                </c:pt>
                <c:pt idx="366">
                  <c:v>46024</c:v>
                </c:pt>
                <c:pt idx="367">
                  <c:v>46025</c:v>
                </c:pt>
                <c:pt idx="368">
                  <c:v>46026</c:v>
                </c:pt>
                <c:pt idx="369">
                  <c:v>46027</c:v>
                </c:pt>
                <c:pt idx="370">
                  <c:v>46028</c:v>
                </c:pt>
                <c:pt idx="371">
                  <c:v>46029</c:v>
                </c:pt>
                <c:pt idx="372">
                  <c:v>46030</c:v>
                </c:pt>
                <c:pt idx="373">
                  <c:v>46031</c:v>
                </c:pt>
                <c:pt idx="374">
                  <c:v>46032</c:v>
                </c:pt>
                <c:pt idx="375">
                  <c:v>46033</c:v>
                </c:pt>
                <c:pt idx="376">
                  <c:v>46034</c:v>
                </c:pt>
                <c:pt idx="377">
                  <c:v>46035</c:v>
                </c:pt>
                <c:pt idx="378">
                  <c:v>46036</c:v>
                </c:pt>
                <c:pt idx="379">
                  <c:v>46037</c:v>
                </c:pt>
                <c:pt idx="380">
                  <c:v>46038</c:v>
                </c:pt>
                <c:pt idx="381">
                  <c:v>46039</c:v>
                </c:pt>
                <c:pt idx="382">
                  <c:v>46040</c:v>
                </c:pt>
                <c:pt idx="383">
                  <c:v>46041</c:v>
                </c:pt>
                <c:pt idx="384">
                  <c:v>46042</c:v>
                </c:pt>
                <c:pt idx="385">
                  <c:v>46043</c:v>
                </c:pt>
                <c:pt idx="386">
                  <c:v>46044</c:v>
                </c:pt>
                <c:pt idx="387">
                  <c:v>46045</c:v>
                </c:pt>
                <c:pt idx="388">
                  <c:v>46046</c:v>
                </c:pt>
                <c:pt idx="389">
                  <c:v>46047</c:v>
                </c:pt>
                <c:pt idx="390">
                  <c:v>46048</c:v>
                </c:pt>
                <c:pt idx="391">
                  <c:v>46049</c:v>
                </c:pt>
                <c:pt idx="392">
                  <c:v>46050</c:v>
                </c:pt>
                <c:pt idx="393">
                  <c:v>46051</c:v>
                </c:pt>
                <c:pt idx="394">
                  <c:v>46052</c:v>
                </c:pt>
                <c:pt idx="395">
                  <c:v>46053</c:v>
                </c:pt>
                <c:pt idx="396">
                  <c:v>46054</c:v>
                </c:pt>
                <c:pt idx="397">
                  <c:v>46055</c:v>
                </c:pt>
                <c:pt idx="398">
                  <c:v>46056</c:v>
                </c:pt>
                <c:pt idx="399">
                  <c:v>46057</c:v>
                </c:pt>
                <c:pt idx="400">
                  <c:v>46058</c:v>
                </c:pt>
                <c:pt idx="401">
                  <c:v>46059</c:v>
                </c:pt>
                <c:pt idx="402">
                  <c:v>46060</c:v>
                </c:pt>
                <c:pt idx="403">
                  <c:v>46061</c:v>
                </c:pt>
                <c:pt idx="404">
                  <c:v>46062</c:v>
                </c:pt>
                <c:pt idx="405">
                  <c:v>46063</c:v>
                </c:pt>
                <c:pt idx="406">
                  <c:v>46064</c:v>
                </c:pt>
                <c:pt idx="407">
                  <c:v>46065</c:v>
                </c:pt>
                <c:pt idx="408">
                  <c:v>46066</c:v>
                </c:pt>
                <c:pt idx="409">
                  <c:v>46067</c:v>
                </c:pt>
                <c:pt idx="410">
                  <c:v>46068</c:v>
                </c:pt>
                <c:pt idx="411">
                  <c:v>46069</c:v>
                </c:pt>
                <c:pt idx="412">
                  <c:v>46070</c:v>
                </c:pt>
                <c:pt idx="413">
                  <c:v>46071</c:v>
                </c:pt>
                <c:pt idx="414">
                  <c:v>46072</c:v>
                </c:pt>
                <c:pt idx="415">
                  <c:v>46073</c:v>
                </c:pt>
                <c:pt idx="416">
                  <c:v>46074</c:v>
                </c:pt>
                <c:pt idx="417">
                  <c:v>46075</c:v>
                </c:pt>
                <c:pt idx="418">
                  <c:v>46076</c:v>
                </c:pt>
                <c:pt idx="419">
                  <c:v>46077</c:v>
                </c:pt>
                <c:pt idx="420">
                  <c:v>46078</c:v>
                </c:pt>
                <c:pt idx="421">
                  <c:v>46079</c:v>
                </c:pt>
                <c:pt idx="422">
                  <c:v>46080</c:v>
                </c:pt>
                <c:pt idx="423">
                  <c:v>46081</c:v>
                </c:pt>
                <c:pt idx="424">
                  <c:v>46082</c:v>
                </c:pt>
                <c:pt idx="425">
                  <c:v>46083</c:v>
                </c:pt>
                <c:pt idx="426">
                  <c:v>46084</c:v>
                </c:pt>
                <c:pt idx="427">
                  <c:v>46085</c:v>
                </c:pt>
                <c:pt idx="428">
                  <c:v>46086</c:v>
                </c:pt>
                <c:pt idx="429">
                  <c:v>46087</c:v>
                </c:pt>
                <c:pt idx="430">
                  <c:v>46088</c:v>
                </c:pt>
                <c:pt idx="431">
                  <c:v>46089</c:v>
                </c:pt>
                <c:pt idx="432">
                  <c:v>46090</c:v>
                </c:pt>
                <c:pt idx="433">
                  <c:v>46091</c:v>
                </c:pt>
                <c:pt idx="434">
                  <c:v>46092</c:v>
                </c:pt>
                <c:pt idx="435">
                  <c:v>46093</c:v>
                </c:pt>
                <c:pt idx="436">
                  <c:v>46094</c:v>
                </c:pt>
                <c:pt idx="437">
                  <c:v>46095</c:v>
                </c:pt>
                <c:pt idx="438">
                  <c:v>46096</c:v>
                </c:pt>
                <c:pt idx="439">
                  <c:v>46097</c:v>
                </c:pt>
                <c:pt idx="440">
                  <c:v>46098</c:v>
                </c:pt>
                <c:pt idx="441">
                  <c:v>46099</c:v>
                </c:pt>
                <c:pt idx="442">
                  <c:v>46100</c:v>
                </c:pt>
                <c:pt idx="443">
                  <c:v>46101</c:v>
                </c:pt>
                <c:pt idx="444">
                  <c:v>46102</c:v>
                </c:pt>
                <c:pt idx="445">
                  <c:v>46103</c:v>
                </c:pt>
                <c:pt idx="446">
                  <c:v>46104</c:v>
                </c:pt>
                <c:pt idx="447">
                  <c:v>46105</c:v>
                </c:pt>
                <c:pt idx="448">
                  <c:v>46106</c:v>
                </c:pt>
                <c:pt idx="449">
                  <c:v>46107</c:v>
                </c:pt>
                <c:pt idx="450">
                  <c:v>46108</c:v>
                </c:pt>
                <c:pt idx="451">
                  <c:v>46109</c:v>
                </c:pt>
                <c:pt idx="452">
                  <c:v>46110</c:v>
                </c:pt>
                <c:pt idx="453">
                  <c:v>46111</c:v>
                </c:pt>
                <c:pt idx="454">
                  <c:v>46112</c:v>
                </c:pt>
                <c:pt idx="455">
                  <c:v>46113</c:v>
                </c:pt>
                <c:pt idx="456">
                  <c:v>46114</c:v>
                </c:pt>
                <c:pt idx="457">
                  <c:v>46115</c:v>
                </c:pt>
                <c:pt idx="458">
                  <c:v>46116</c:v>
                </c:pt>
                <c:pt idx="459">
                  <c:v>46117</c:v>
                </c:pt>
                <c:pt idx="460">
                  <c:v>46118</c:v>
                </c:pt>
                <c:pt idx="461">
                  <c:v>46119</c:v>
                </c:pt>
                <c:pt idx="462">
                  <c:v>46120</c:v>
                </c:pt>
                <c:pt idx="463">
                  <c:v>46121</c:v>
                </c:pt>
                <c:pt idx="464">
                  <c:v>46122</c:v>
                </c:pt>
                <c:pt idx="465">
                  <c:v>46123</c:v>
                </c:pt>
                <c:pt idx="466">
                  <c:v>46124</c:v>
                </c:pt>
                <c:pt idx="467">
                  <c:v>46125</c:v>
                </c:pt>
                <c:pt idx="468">
                  <c:v>46126</c:v>
                </c:pt>
                <c:pt idx="469">
                  <c:v>46127</c:v>
                </c:pt>
                <c:pt idx="470">
                  <c:v>46128</c:v>
                </c:pt>
                <c:pt idx="471">
                  <c:v>46129</c:v>
                </c:pt>
                <c:pt idx="472">
                  <c:v>46130</c:v>
                </c:pt>
                <c:pt idx="473">
                  <c:v>46131</c:v>
                </c:pt>
                <c:pt idx="474">
                  <c:v>46132</c:v>
                </c:pt>
                <c:pt idx="475">
                  <c:v>46133</c:v>
                </c:pt>
                <c:pt idx="476">
                  <c:v>46134</c:v>
                </c:pt>
                <c:pt idx="477">
                  <c:v>46135</c:v>
                </c:pt>
                <c:pt idx="478">
                  <c:v>46136</c:v>
                </c:pt>
                <c:pt idx="479">
                  <c:v>46137</c:v>
                </c:pt>
                <c:pt idx="480">
                  <c:v>46138</c:v>
                </c:pt>
                <c:pt idx="481">
                  <c:v>46139</c:v>
                </c:pt>
                <c:pt idx="482">
                  <c:v>46140</c:v>
                </c:pt>
                <c:pt idx="483">
                  <c:v>46141</c:v>
                </c:pt>
                <c:pt idx="484">
                  <c:v>46142</c:v>
                </c:pt>
                <c:pt idx="485">
                  <c:v>46143</c:v>
                </c:pt>
                <c:pt idx="486">
                  <c:v>46144</c:v>
                </c:pt>
                <c:pt idx="487">
                  <c:v>46145</c:v>
                </c:pt>
                <c:pt idx="488">
                  <c:v>46146</c:v>
                </c:pt>
                <c:pt idx="489">
                  <c:v>46147</c:v>
                </c:pt>
                <c:pt idx="490">
                  <c:v>46148</c:v>
                </c:pt>
                <c:pt idx="491">
                  <c:v>46149</c:v>
                </c:pt>
                <c:pt idx="492">
                  <c:v>46150</c:v>
                </c:pt>
                <c:pt idx="493">
                  <c:v>46151</c:v>
                </c:pt>
                <c:pt idx="494">
                  <c:v>46152</c:v>
                </c:pt>
                <c:pt idx="495">
                  <c:v>46153</c:v>
                </c:pt>
                <c:pt idx="496">
                  <c:v>46154</c:v>
                </c:pt>
                <c:pt idx="497">
                  <c:v>46155</c:v>
                </c:pt>
                <c:pt idx="498">
                  <c:v>46156</c:v>
                </c:pt>
                <c:pt idx="499">
                  <c:v>46157</c:v>
                </c:pt>
                <c:pt idx="500">
                  <c:v>46158</c:v>
                </c:pt>
                <c:pt idx="501">
                  <c:v>46159</c:v>
                </c:pt>
                <c:pt idx="502">
                  <c:v>46160</c:v>
                </c:pt>
                <c:pt idx="503">
                  <c:v>46161</c:v>
                </c:pt>
                <c:pt idx="504">
                  <c:v>46162</c:v>
                </c:pt>
                <c:pt idx="505">
                  <c:v>46163</c:v>
                </c:pt>
                <c:pt idx="506">
                  <c:v>46164</c:v>
                </c:pt>
                <c:pt idx="507">
                  <c:v>46165</c:v>
                </c:pt>
                <c:pt idx="508">
                  <c:v>46166</c:v>
                </c:pt>
                <c:pt idx="509">
                  <c:v>46167</c:v>
                </c:pt>
                <c:pt idx="510">
                  <c:v>46168</c:v>
                </c:pt>
                <c:pt idx="511">
                  <c:v>46169</c:v>
                </c:pt>
                <c:pt idx="512">
                  <c:v>46170</c:v>
                </c:pt>
                <c:pt idx="513">
                  <c:v>46171</c:v>
                </c:pt>
                <c:pt idx="514">
                  <c:v>46172</c:v>
                </c:pt>
                <c:pt idx="515">
                  <c:v>46173</c:v>
                </c:pt>
                <c:pt idx="516">
                  <c:v>46174</c:v>
                </c:pt>
                <c:pt idx="517">
                  <c:v>46175</c:v>
                </c:pt>
                <c:pt idx="518">
                  <c:v>46176</c:v>
                </c:pt>
                <c:pt idx="519">
                  <c:v>46177</c:v>
                </c:pt>
                <c:pt idx="520">
                  <c:v>46178</c:v>
                </c:pt>
                <c:pt idx="521">
                  <c:v>46179</c:v>
                </c:pt>
                <c:pt idx="522">
                  <c:v>46180</c:v>
                </c:pt>
                <c:pt idx="523">
                  <c:v>46181</c:v>
                </c:pt>
                <c:pt idx="524">
                  <c:v>46182</c:v>
                </c:pt>
                <c:pt idx="525">
                  <c:v>46183</c:v>
                </c:pt>
                <c:pt idx="526">
                  <c:v>46184</c:v>
                </c:pt>
                <c:pt idx="527">
                  <c:v>46185</c:v>
                </c:pt>
                <c:pt idx="528">
                  <c:v>46186</c:v>
                </c:pt>
                <c:pt idx="529">
                  <c:v>46187</c:v>
                </c:pt>
                <c:pt idx="530">
                  <c:v>46188</c:v>
                </c:pt>
                <c:pt idx="531">
                  <c:v>46189</c:v>
                </c:pt>
                <c:pt idx="532">
                  <c:v>46190</c:v>
                </c:pt>
                <c:pt idx="533">
                  <c:v>46191</c:v>
                </c:pt>
                <c:pt idx="534">
                  <c:v>46192</c:v>
                </c:pt>
                <c:pt idx="535">
                  <c:v>46193</c:v>
                </c:pt>
                <c:pt idx="536">
                  <c:v>46194</c:v>
                </c:pt>
                <c:pt idx="537">
                  <c:v>46195</c:v>
                </c:pt>
                <c:pt idx="538">
                  <c:v>46196</c:v>
                </c:pt>
                <c:pt idx="539">
                  <c:v>46197</c:v>
                </c:pt>
                <c:pt idx="540">
                  <c:v>46198</c:v>
                </c:pt>
                <c:pt idx="541">
                  <c:v>46199</c:v>
                </c:pt>
                <c:pt idx="542">
                  <c:v>46200</c:v>
                </c:pt>
                <c:pt idx="543">
                  <c:v>46201</c:v>
                </c:pt>
                <c:pt idx="544">
                  <c:v>46202</c:v>
                </c:pt>
                <c:pt idx="545">
                  <c:v>46203</c:v>
                </c:pt>
                <c:pt idx="546">
                  <c:v>46204</c:v>
                </c:pt>
                <c:pt idx="547">
                  <c:v>46205</c:v>
                </c:pt>
                <c:pt idx="548">
                  <c:v>46206</c:v>
                </c:pt>
                <c:pt idx="549">
                  <c:v>46207</c:v>
                </c:pt>
                <c:pt idx="550">
                  <c:v>46208</c:v>
                </c:pt>
                <c:pt idx="551">
                  <c:v>46209</c:v>
                </c:pt>
                <c:pt idx="552">
                  <c:v>46210</c:v>
                </c:pt>
                <c:pt idx="553">
                  <c:v>46211</c:v>
                </c:pt>
                <c:pt idx="554">
                  <c:v>46212</c:v>
                </c:pt>
                <c:pt idx="555">
                  <c:v>46213</c:v>
                </c:pt>
                <c:pt idx="556">
                  <c:v>46214</c:v>
                </c:pt>
                <c:pt idx="557">
                  <c:v>46215</c:v>
                </c:pt>
                <c:pt idx="558">
                  <c:v>46216</c:v>
                </c:pt>
                <c:pt idx="559">
                  <c:v>46217</c:v>
                </c:pt>
                <c:pt idx="560">
                  <c:v>46218</c:v>
                </c:pt>
                <c:pt idx="561">
                  <c:v>46219</c:v>
                </c:pt>
                <c:pt idx="562">
                  <c:v>46220</c:v>
                </c:pt>
                <c:pt idx="563">
                  <c:v>46221</c:v>
                </c:pt>
                <c:pt idx="564">
                  <c:v>46222</c:v>
                </c:pt>
                <c:pt idx="565">
                  <c:v>46223</c:v>
                </c:pt>
                <c:pt idx="566">
                  <c:v>46224</c:v>
                </c:pt>
                <c:pt idx="567">
                  <c:v>46225</c:v>
                </c:pt>
                <c:pt idx="568">
                  <c:v>46226</c:v>
                </c:pt>
                <c:pt idx="569">
                  <c:v>46227</c:v>
                </c:pt>
                <c:pt idx="570">
                  <c:v>46228</c:v>
                </c:pt>
                <c:pt idx="571">
                  <c:v>46229</c:v>
                </c:pt>
                <c:pt idx="572">
                  <c:v>46230</c:v>
                </c:pt>
                <c:pt idx="573">
                  <c:v>46231</c:v>
                </c:pt>
                <c:pt idx="574">
                  <c:v>46232</c:v>
                </c:pt>
                <c:pt idx="575">
                  <c:v>46233</c:v>
                </c:pt>
                <c:pt idx="576">
                  <c:v>46234</c:v>
                </c:pt>
                <c:pt idx="577">
                  <c:v>46235</c:v>
                </c:pt>
                <c:pt idx="578">
                  <c:v>46236</c:v>
                </c:pt>
                <c:pt idx="579">
                  <c:v>46237</c:v>
                </c:pt>
                <c:pt idx="580">
                  <c:v>46238</c:v>
                </c:pt>
                <c:pt idx="581">
                  <c:v>46239</c:v>
                </c:pt>
                <c:pt idx="582">
                  <c:v>46240</c:v>
                </c:pt>
                <c:pt idx="583">
                  <c:v>46241</c:v>
                </c:pt>
                <c:pt idx="584">
                  <c:v>46242</c:v>
                </c:pt>
                <c:pt idx="585">
                  <c:v>46243</c:v>
                </c:pt>
                <c:pt idx="586">
                  <c:v>46244</c:v>
                </c:pt>
                <c:pt idx="587">
                  <c:v>46245</c:v>
                </c:pt>
                <c:pt idx="588">
                  <c:v>46246</c:v>
                </c:pt>
                <c:pt idx="589">
                  <c:v>46247</c:v>
                </c:pt>
                <c:pt idx="590">
                  <c:v>46248</c:v>
                </c:pt>
                <c:pt idx="591">
                  <c:v>46249</c:v>
                </c:pt>
                <c:pt idx="592">
                  <c:v>46250</c:v>
                </c:pt>
                <c:pt idx="593">
                  <c:v>46251</c:v>
                </c:pt>
                <c:pt idx="594">
                  <c:v>46252</c:v>
                </c:pt>
                <c:pt idx="595">
                  <c:v>46253</c:v>
                </c:pt>
                <c:pt idx="596">
                  <c:v>46254</c:v>
                </c:pt>
                <c:pt idx="597">
                  <c:v>46255</c:v>
                </c:pt>
                <c:pt idx="598">
                  <c:v>46256</c:v>
                </c:pt>
                <c:pt idx="599">
                  <c:v>46257</c:v>
                </c:pt>
                <c:pt idx="600">
                  <c:v>46258</c:v>
                </c:pt>
                <c:pt idx="601">
                  <c:v>46259</c:v>
                </c:pt>
                <c:pt idx="602">
                  <c:v>46260</c:v>
                </c:pt>
                <c:pt idx="603">
                  <c:v>46261</c:v>
                </c:pt>
                <c:pt idx="604">
                  <c:v>46262</c:v>
                </c:pt>
                <c:pt idx="605">
                  <c:v>46263</c:v>
                </c:pt>
                <c:pt idx="606">
                  <c:v>46264</c:v>
                </c:pt>
                <c:pt idx="607">
                  <c:v>46265</c:v>
                </c:pt>
                <c:pt idx="608">
                  <c:v>46266</c:v>
                </c:pt>
                <c:pt idx="609">
                  <c:v>46267</c:v>
                </c:pt>
                <c:pt idx="610">
                  <c:v>46268</c:v>
                </c:pt>
                <c:pt idx="611">
                  <c:v>46269</c:v>
                </c:pt>
                <c:pt idx="612">
                  <c:v>46270</c:v>
                </c:pt>
                <c:pt idx="613">
                  <c:v>46271</c:v>
                </c:pt>
                <c:pt idx="614">
                  <c:v>46272</c:v>
                </c:pt>
                <c:pt idx="615">
                  <c:v>46273</c:v>
                </c:pt>
                <c:pt idx="616">
                  <c:v>46274</c:v>
                </c:pt>
                <c:pt idx="617">
                  <c:v>46275</c:v>
                </c:pt>
                <c:pt idx="618">
                  <c:v>46276</c:v>
                </c:pt>
                <c:pt idx="619">
                  <c:v>46277</c:v>
                </c:pt>
                <c:pt idx="620">
                  <c:v>46278</c:v>
                </c:pt>
                <c:pt idx="621">
                  <c:v>46279</c:v>
                </c:pt>
                <c:pt idx="622">
                  <c:v>46280</c:v>
                </c:pt>
                <c:pt idx="623">
                  <c:v>46281</c:v>
                </c:pt>
                <c:pt idx="624">
                  <c:v>46282</c:v>
                </c:pt>
                <c:pt idx="625">
                  <c:v>46283</c:v>
                </c:pt>
                <c:pt idx="626">
                  <c:v>46284</c:v>
                </c:pt>
                <c:pt idx="627">
                  <c:v>46285</c:v>
                </c:pt>
                <c:pt idx="628">
                  <c:v>46286</c:v>
                </c:pt>
                <c:pt idx="629">
                  <c:v>46287</c:v>
                </c:pt>
                <c:pt idx="630">
                  <c:v>46288</c:v>
                </c:pt>
                <c:pt idx="631">
                  <c:v>46289</c:v>
                </c:pt>
                <c:pt idx="632">
                  <c:v>46290</c:v>
                </c:pt>
                <c:pt idx="633">
                  <c:v>46291</c:v>
                </c:pt>
                <c:pt idx="634">
                  <c:v>46292</c:v>
                </c:pt>
                <c:pt idx="635">
                  <c:v>46293</c:v>
                </c:pt>
                <c:pt idx="636">
                  <c:v>46294</c:v>
                </c:pt>
                <c:pt idx="637">
                  <c:v>46295</c:v>
                </c:pt>
                <c:pt idx="638">
                  <c:v>46296</c:v>
                </c:pt>
                <c:pt idx="639">
                  <c:v>46297</c:v>
                </c:pt>
                <c:pt idx="640">
                  <c:v>46298</c:v>
                </c:pt>
                <c:pt idx="641">
                  <c:v>46299</c:v>
                </c:pt>
                <c:pt idx="642">
                  <c:v>46300</c:v>
                </c:pt>
                <c:pt idx="643">
                  <c:v>46301</c:v>
                </c:pt>
                <c:pt idx="644">
                  <c:v>46302</c:v>
                </c:pt>
                <c:pt idx="645">
                  <c:v>46303</c:v>
                </c:pt>
              </c:numCache>
            </c:numRef>
          </c:cat>
          <c:val>
            <c:numRef>
              <c:f>시가총액!$C$15:$C$660</c:f>
              <c:numCache>
                <c:formatCode>#,##0.00</c:formatCode>
                <c:ptCount val="646"/>
                <c:pt idx="0">
                  <c:v>317592.43</c:v>
                </c:pt>
                <c:pt idx="1">
                  <c:v>318786.39</c:v>
                </c:pt>
                <c:pt idx="2">
                  <c:v>324756.17</c:v>
                </c:pt>
                <c:pt idx="3">
                  <c:v>324756.17</c:v>
                </c:pt>
                <c:pt idx="4">
                  <c:v>324756.17</c:v>
                </c:pt>
                <c:pt idx="5">
                  <c:v>333710.84000000003</c:v>
                </c:pt>
                <c:pt idx="6">
                  <c:v>330725.95</c:v>
                </c:pt>
                <c:pt idx="7">
                  <c:v>342068.54</c:v>
                </c:pt>
                <c:pt idx="8">
                  <c:v>334904.8</c:v>
                </c:pt>
                <c:pt idx="9">
                  <c:v>330128.98</c:v>
                </c:pt>
                <c:pt idx="10">
                  <c:v>330128.98</c:v>
                </c:pt>
                <c:pt idx="11">
                  <c:v>330128.98</c:v>
                </c:pt>
                <c:pt idx="12">
                  <c:v>322965.24</c:v>
                </c:pt>
                <c:pt idx="13">
                  <c:v>321771.28000000003</c:v>
                </c:pt>
                <c:pt idx="14">
                  <c:v>320577.32</c:v>
                </c:pt>
                <c:pt idx="15">
                  <c:v>324159.19</c:v>
                </c:pt>
                <c:pt idx="16">
                  <c:v>320577.32</c:v>
                </c:pt>
                <c:pt idx="17">
                  <c:v>320577.32</c:v>
                </c:pt>
                <c:pt idx="18">
                  <c:v>320577.32</c:v>
                </c:pt>
                <c:pt idx="19">
                  <c:v>318786.39</c:v>
                </c:pt>
                <c:pt idx="20">
                  <c:v>319383.37</c:v>
                </c:pt>
                <c:pt idx="21">
                  <c:v>324159.19</c:v>
                </c:pt>
                <c:pt idx="22">
                  <c:v>320577.32</c:v>
                </c:pt>
                <c:pt idx="23">
                  <c:v>320577.32</c:v>
                </c:pt>
                <c:pt idx="24">
                  <c:v>320577.32</c:v>
                </c:pt>
                <c:pt idx="25">
                  <c:v>320577.32</c:v>
                </c:pt>
                <c:pt idx="26">
                  <c:v>320577.32</c:v>
                </c:pt>
                <c:pt idx="27">
                  <c:v>320577.32</c:v>
                </c:pt>
                <c:pt idx="28">
                  <c:v>320577.32</c:v>
                </c:pt>
                <c:pt idx="29">
                  <c:v>320577.32</c:v>
                </c:pt>
                <c:pt idx="30">
                  <c:v>312816.61</c:v>
                </c:pt>
                <c:pt idx="31">
                  <c:v>312816.61</c:v>
                </c:pt>
                <c:pt idx="32">
                  <c:v>312816.61</c:v>
                </c:pt>
                <c:pt idx="33">
                  <c:v>304458.90999999997</c:v>
                </c:pt>
                <c:pt idx="34">
                  <c:v>314607.53999999998</c:v>
                </c:pt>
                <c:pt idx="35">
                  <c:v>315801.5</c:v>
                </c:pt>
                <c:pt idx="36">
                  <c:v>322368.26</c:v>
                </c:pt>
                <c:pt idx="37">
                  <c:v>320577.32</c:v>
                </c:pt>
                <c:pt idx="38">
                  <c:v>320577.32</c:v>
                </c:pt>
                <c:pt idx="39">
                  <c:v>320577.32</c:v>
                </c:pt>
                <c:pt idx="40">
                  <c:v>331919.90999999997</c:v>
                </c:pt>
                <c:pt idx="41">
                  <c:v>332516.89</c:v>
                </c:pt>
                <c:pt idx="42">
                  <c:v>333113.87</c:v>
                </c:pt>
                <c:pt idx="43">
                  <c:v>333113.87</c:v>
                </c:pt>
                <c:pt idx="44">
                  <c:v>334307.82</c:v>
                </c:pt>
                <c:pt idx="45">
                  <c:v>334307.82</c:v>
                </c:pt>
                <c:pt idx="46">
                  <c:v>334307.82</c:v>
                </c:pt>
                <c:pt idx="47">
                  <c:v>334307.82</c:v>
                </c:pt>
                <c:pt idx="48">
                  <c:v>339680.63</c:v>
                </c:pt>
                <c:pt idx="49">
                  <c:v>350426.24</c:v>
                </c:pt>
                <c:pt idx="50">
                  <c:v>348635.3</c:v>
                </c:pt>
                <c:pt idx="51">
                  <c:v>347441.34</c:v>
                </c:pt>
                <c:pt idx="52">
                  <c:v>347441.34</c:v>
                </c:pt>
                <c:pt idx="53">
                  <c:v>347441.34</c:v>
                </c:pt>
                <c:pt idx="54">
                  <c:v>342068.54</c:v>
                </c:pt>
                <c:pt idx="55">
                  <c:v>341471.56</c:v>
                </c:pt>
                <c:pt idx="56">
                  <c:v>337889.69</c:v>
                </c:pt>
                <c:pt idx="57">
                  <c:v>336098.76</c:v>
                </c:pt>
                <c:pt idx="58">
                  <c:v>325353.15000000002</c:v>
                </c:pt>
                <c:pt idx="59">
                  <c:v>325353.15000000002</c:v>
                </c:pt>
                <c:pt idx="60">
                  <c:v>325353.15000000002</c:v>
                </c:pt>
                <c:pt idx="61">
                  <c:v>325353.15000000002</c:v>
                </c:pt>
                <c:pt idx="62">
                  <c:v>325353.15000000002</c:v>
                </c:pt>
                <c:pt idx="63">
                  <c:v>322368.26</c:v>
                </c:pt>
                <c:pt idx="64">
                  <c:v>321436.34000000003</c:v>
                </c:pt>
                <c:pt idx="65">
                  <c:v>317884.56</c:v>
                </c:pt>
                <c:pt idx="66">
                  <c:v>317884.56</c:v>
                </c:pt>
                <c:pt idx="67">
                  <c:v>317884.56</c:v>
                </c:pt>
                <c:pt idx="68">
                  <c:v>317884.56</c:v>
                </c:pt>
                <c:pt idx="69">
                  <c:v>317292.59000000003</c:v>
                </c:pt>
                <c:pt idx="70">
                  <c:v>324988.12</c:v>
                </c:pt>
                <c:pt idx="71">
                  <c:v>323804.19</c:v>
                </c:pt>
                <c:pt idx="72">
                  <c:v>323804.19</c:v>
                </c:pt>
                <c:pt idx="73">
                  <c:v>323804.19</c:v>
                </c:pt>
                <c:pt idx="74">
                  <c:v>323804.19</c:v>
                </c:pt>
                <c:pt idx="75">
                  <c:v>340971.14</c:v>
                </c:pt>
                <c:pt idx="76">
                  <c:v>340971.14</c:v>
                </c:pt>
                <c:pt idx="77">
                  <c:v>346298.82</c:v>
                </c:pt>
                <c:pt idx="78">
                  <c:v>356362.2</c:v>
                </c:pt>
                <c:pt idx="79">
                  <c:v>365241.66</c:v>
                </c:pt>
                <c:pt idx="80">
                  <c:v>365241.66</c:v>
                </c:pt>
                <c:pt idx="81">
                  <c:v>365241.66</c:v>
                </c:pt>
                <c:pt idx="82">
                  <c:v>358138.09</c:v>
                </c:pt>
                <c:pt idx="83">
                  <c:v>353994.35</c:v>
                </c:pt>
                <c:pt idx="84">
                  <c:v>363465.77</c:v>
                </c:pt>
                <c:pt idx="85">
                  <c:v>365833.62</c:v>
                </c:pt>
                <c:pt idx="86">
                  <c:v>356362.2</c:v>
                </c:pt>
                <c:pt idx="87">
                  <c:v>356362.2</c:v>
                </c:pt>
                <c:pt idx="88">
                  <c:v>356362.2</c:v>
                </c:pt>
                <c:pt idx="89">
                  <c:v>342155.07</c:v>
                </c:pt>
                <c:pt idx="90">
                  <c:v>348074.71</c:v>
                </c:pt>
                <c:pt idx="91">
                  <c:v>348074.71</c:v>
                </c:pt>
                <c:pt idx="92">
                  <c:v>340971.14</c:v>
                </c:pt>
                <c:pt idx="93">
                  <c:v>332091.69</c:v>
                </c:pt>
                <c:pt idx="94">
                  <c:v>332091.69</c:v>
                </c:pt>
                <c:pt idx="95">
                  <c:v>332091.69</c:v>
                </c:pt>
                <c:pt idx="96">
                  <c:v>314924.74</c:v>
                </c:pt>
                <c:pt idx="97">
                  <c:v>316700.63</c:v>
                </c:pt>
                <c:pt idx="98">
                  <c:v>313740.81</c:v>
                </c:pt>
                <c:pt idx="99">
                  <c:v>333867.58</c:v>
                </c:pt>
                <c:pt idx="100">
                  <c:v>326764.01</c:v>
                </c:pt>
                <c:pt idx="101">
                  <c:v>326764.01</c:v>
                </c:pt>
                <c:pt idx="102">
                  <c:v>326764.01</c:v>
                </c:pt>
                <c:pt idx="103">
                  <c:v>332683.65000000002</c:v>
                </c:pt>
                <c:pt idx="104">
                  <c:v>335051.51</c:v>
                </c:pt>
                <c:pt idx="105">
                  <c:v>323804.19</c:v>
                </c:pt>
                <c:pt idx="106">
                  <c:v>326172.05</c:v>
                </c:pt>
                <c:pt idx="107">
                  <c:v>327355.98</c:v>
                </c:pt>
                <c:pt idx="108">
                  <c:v>327355.98</c:v>
                </c:pt>
                <c:pt idx="109">
                  <c:v>327355.98</c:v>
                </c:pt>
                <c:pt idx="110">
                  <c:v>327947.94</c:v>
                </c:pt>
                <c:pt idx="111">
                  <c:v>325580.09000000003</c:v>
                </c:pt>
                <c:pt idx="112">
                  <c:v>329723.83</c:v>
                </c:pt>
                <c:pt idx="113">
                  <c:v>329723.83</c:v>
                </c:pt>
                <c:pt idx="114">
                  <c:v>329723.83</c:v>
                </c:pt>
                <c:pt idx="115">
                  <c:v>329723.83</c:v>
                </c:pt>
                <c:pt idx="116">
                  <c:v>329723.83</c:v>
                </c:pt>
                <c:pt idx="117">
                  <c:v>330315.8</c:v>
                </c:pt>
                <c:pt idx="118">
                  <c:v>330315.8</c:v>
                </c:pt>
                <c:pt idx="119">
                  <c:v>328539.90000000002</c:v>
                </c:pt>
                <c:pt idx="120">
                  <c:v>328539.90000000002</c:v>
                </c:pt>
                <c:pt idx="121">
                  <c:v>321436.34000000003</c:v>
                </c:pt>
                <c:pt idx="122">
                  <c:v>321436.34000000003</c:v>
                </c:pt>
                <c:pt idx="123">
                  <c:v>321436.34000000003</c:v>
                </c:pt>
                <c:pt idx="124">
                  <c:v>321436.34000000003</c:v>
                </c:pt>
                <c:pt idx="125">
                  <c:v>321436.34000000003</c:v>
                </c:pt>
                <c:pt idx="126">
                  <c:v>323212.23</c:v>
                </c:pt>
                <c:pt idx="127">
                  <c:v>323212.23</c:v>
                </c:pt>
                <c:pt idx="128">
                  <c:v>324396.15999999997</c:v>
                </c:pt>
                <c:pt idx="129">
                  <c:v>324396.15999999997</c:v>
                </c:pt>
                <c:pt idx="130">
                  <c:v>324396.15999999997</c:v>
                </c:pt>
                <c:pt idx="131">
                  <c:v>340971.14</c:v>
                </c:pt>
                <c:pt idx="132">
                  <c:v>336827.4</c:v>
                </c:pt>
                <c:pt idx="133">
                  <c:v>339787.22</c:v>
                </c:pt>
                <c:pt idx="134">
                  <c:v>339195.25</c:v>
                </c:pt>
                <c:pt idx="135">
                  <c:v>336235.43</c:v>
                </c:pt>
                <c:pt idx="136">
                  <c:v>336235.43</c:v>
                </c:pt>
                <c:pt idx="137">
                  <c:v>336235.43</c:v>
                </c:pt>
                <c:pt idx="138">
                  <c:v>330315.8</c:v>
                </c:pt>
                <c:pt idx="139">
                  <c:v>330907.76</c:v>
                </c:pt>
                <c:pt idx="140">
                  <c:v>329723.83</c:v>
                </c:pt>
                <c:pt idx="141">
                  <c:v>323804.19</c:v>
                </c:pt>
                <c:pt idx="142">
                  <c:v>320844.38</c:v>
                </c:pt>
                <c:pt idx="143">
                  <c:v>320844.38</c:v>
                </c:pt>
                <c:pt idx="144">
                  <c:v>320844.38</c:v>
                </c:pt>
                <c:pt idx="145">
                  <c:v>323804.19</c:v>
                </c:pt>
                <c:pt idx="146" formatCode="#,##0">
                  <c:v>319068.48</c:v>
                </c:pt>
                <c:pt idx="147">
                  <c:v>330907.76</c:v>
                </c:pt>
                <c:pt idx="148">
                  <c:v>332091.69</c:v>
                </c:pt>
                <c:pt idx="149">
                  <c:v>332683.65000000002</c:v>
                </c:pt>
                <c:pt idx="150">
                  <c:v>332683.65000000002</c:v>
                </c:pt>
                <c:pt idx="151">
                  <c:v>332683.65000000002</c:v>
                </c:pt>
                <c:pt idx="152">
                  <c:v>336235.43</c:v>
                </c:pt>
                <c:pt idx="153">
                  <c:v>336235.43</c:v>
                </c:pt>
                <c:pt idx="154">
                  <c:v>342155.07</c:v>
                </c:pt>
                <c:pt idx="155">
                  <c:v>349850.6</c:v>
                </c:pt>
                <c:pt idx="156">
                  <c:v>349850.6</c:v>
                </c:pt>
                <c:pt idx="157">
                  <c:v>349850.6</c:v>
                </c:pt>
                <c:pt idx="158">
                  <c:v>349850.6</c:v>
                </c:pt>
                <c:pt idx="159">
                  <c:v>353994.35</c:v>
                </c:pt>
                <c:pt idx="160">
                  <c:v>350442.56</c:v>
                </c:pt>
                <c:pt idx="161">
                  <c:v>354586.31</c:v>
                </c:pt>
                <c:pt idx="162">
                  <c:v>352218.46</c:v>
                </c:pt>
                <c:pt idx="163">
                  <c:v>345114.89</c:v>
                </c:pt>
                <c:pt idx="164">
                  <c:v>345114.89</c:v>
                </c:pt>
                <c:pt idx="165">
                  <c:v>345114.89</c:v>
                </c:pt>
                <c:pt idx="166">
                  <c:v>338603.29</c:v>
                </c:pt>
                <c:pt idx="167">
                  <c:v>343930.96</c:v>
                </c:pt>
                <c:pt idx="168">
                  <c:v>353994.35</c:v>
                </c:pt>
                <c:pt idx="169">
                  <c:v>350442.56</c:v>
                </c:pt>
                <c:pt idx="170">
                  <c:v>352218.46</c:v>
                </c:pt>
                <c:pt idx="171">
                  <c:v>352218.46</c:v>
                </c:pt>
                <c:pt idx="172">
                  <c:v>352218.46</c:v>
                </c:pt>
                <c:pt idx="173">
                  <c:v>343339</c:v>
                </c:pt>
                <c:pt idx="174">
                  <c:v>358138.09</c:v>
                </c:pt>
                <c:pt idx="175">
                  <c:v>362873.8</c:v>
                </c:pt>
                <c:pt idx="176">
                  <c:v>356362.2</c:v>
                </c:pt>
                <c:pt idx="177">
                  <c:v>359913.99</c:v>
                </c:pt>
                <c:pt idx="178">
                  <c:v>359913.99</c:v>
                </c:pt>
                <c:pt idx="179">
                  <c:v>359913.99</c:v>
                </c:pt>
                <c:pt idx="180">
                  <c:v>353994.35</c:v>
                </c:pt>
                <c:pt idx="181">
                  <c:v>356362.2</c:v>
                </c:pt>
                <c:pt idx="182">
                  <c:v>359913.99</c:v>
                </c:pt>
                <c:pt idx="183">
                  <c:v>377672.9</c:v>
                </c:pt>
                <c:pt idx="184">
                  <c:v>374713.08</c:v>
                </c:pt>
                <c:pt idx="185">
                  <c:v>374713.08</c:v>
                </c:pt>
                <c:pt idx="186">
                  <c:v>374713.08</c:v>
                </c:pt>
                <c:pt idx="187">
                  <c:v>365241.66</c:v>
                </c:pt>
                <c:pt idx="188">
                  <c:v>363465.77</c:v>
                </c:pt>
                <c:pt idx="189">
                  <c:v>357546.13</c:v>
                </c:pt>
                <c:pt idx="190">
                  <c:v>361097.91</c:v>
                </c:pt>
                <c:pt idx="191">
                  <c:v>370569.33</c:v>
                </c:pt>
                <c:pt idx="192">
                  <c:v>370569.33</c:v>
                </c:pt>
                <c:pt idx="193">
                  <c:v>370569.33</c:v>
                </c:pt>
                <c:pt idx="194">
                  <c:v>369977.37</c:v>
                </c:pt>
                <c:pt idx="195">
                  <c:v>377080.94</c:v>
                </c:pt>
                <c:pt idx="196">
                  <c:v>383000.57</c:v>
                </c:pt>
                <c:pt idx="197">
                  <c:v>394839.85</c:v>
                </c:pt>
                <c:pt idx="198">
                  <c:v>397207.7</c:v>
                </c:pt>
                <c:pt idx="199">
                  <c:v>397207.7</c:v>
                </c:pt>
                <c:pt idx="200">
                  <c:v>397207.7</c:v>
                </c:pt>
                <c:pt idx="201">
                  <c:v>401351.45</c:v>
                </c:pt>
                <c:pt idx="202">
                  <c:v>390696.1</c:v>
                </c:pt>
                <c:pt idx="203">
                  <c:v>393063.96</c:v>
                </c:pt>
                <c:pt idx="204">
                  <c:v>390696.1</c:v>
                </c:pt>
                <c:pt idx="205">
                  <c:v>390104.14</c:v>
                </c:pt>
                <c:pt idx="206">
                  <c:v>390104.14</c:v>
                </c:pt>
                <c:pt idx="207">
                  <c:v>390104.14</c:v>
                </c:pt>
                <c:pt idx="208">
                  <c:v>416742.51</c:v>
                </c:pt>
                <c:pt idx="209">
                  <c:v>417926.44</c:v>
                </c:pt>
                <c:pt idx="210">
                  <c:v>429765.71</c:v>
                </c:pt>
                <c:pt idx="211">
                  <c:v>422662.15</c:v>
                </c:pt>
                <c:pt idx="212">
                  <c:v>407863.05</c:v>
                </c:pt>
                <c:pt idx="213">
                  <c:v>407863.05</c:v>
                </c:pt>
                <c:pt idx="214">
                  <c:v>407863.05</c:v>
                </c:pt>
                <c:pt idx="215">
                  <c:v>412598.76</c:v>
                </c:pt>
                <c:pt idx="216">
                  <c:v>413782.69</c:v>
                </c:pt>
                <c:pt idx="217">
                  <c:v>407271.09</c:v>
                </c:pt>
                <c:pt idx="218">
                  <c:v>417334.47</c:v>
                </c:pt>
                <c:pt idx="219">
                  <c:v>425030</c:v>
                </c:pt>
                <c:pt idx="220">
                  <c:v>425030</c:v>
                </c:pt>
                <c:pt idx="221">
                  <c:v>425030</c:v>
                </c:pt>
                <c:pt idx="222">
                  <c:v>420294.29</c:v>
                </c:pt>
                <c:pt idx="223">
                  <c:v>420886.26</c:v>
                </c:pt>
                <c:pt idx="224">
                  <c:v>425621.97</c:v>
                </c:pt>
                <c:pt idx="225">
                  <c:v>423846.08</c:v>
                </c:pt>
                <c:pt idx="226">
                  <c:v>423846.08</c:v>
                </c:pt>
                <c:pt idx="227">
                  <c:v>423846.08</c:v>
                </c:pt>
                <c:pt idx="228">
                  <c:v>423846.08</c:v>
                </c:pt>
                <c:pt idx="229">
                  <c:v>414374.65</c:v>
                </c:pt>
                <c:pt idx="230">
                  <c:v>414374.65</c:v>
                </c:pt>
                <c:pt idx="231">
                  <c:v>417334.47</c:v>
                </c:pt>
                <c:pt idx="232">
                  <c:v>417926.44</c:v>
                </c:pt>
                <c:pt idx="233">
                  <c:v>422662.15</c:v>
                </c:pt>
                <c:pt idx="234">
                  <c:v>422662.15</c:v>
                </c:pt>
                <c:pt idx="235">
                  <c:v>422662.15</c:v>
                </c:pt>
                <c:pt idx="236">
                  <c:v>423254.11</c:v>
                </c:pt>
                <c:pt idx="237">
                  <c:v>416150.55</c:v>
                </c:pt>
                <c:pt idx="238">
                  <c:v>417926.44</c:v>
                </c:pt>
                <c:pt idx="239">
                  <c:v>412006.8</c:v>
                </c:pt>
                <c:pt idx="240">
                  <c:v>412598.76</c:v>
                </c:pt>
                <c:pt idx="241">
                  <c:v>412598.76</c:v>
                </c:pt>
                <c:pt idx="242">
                  <c:v>412598.76</c:v>
                </c:pt>
                <c:pt idx="243">
                  <c:v>400167.52</c:v>
                </c:pt>
                <c:pt idx="244">
                  <c:v>409046.98</c:v>
                </c:pt>
                <c:pt idx="245">
                  <c:v>413190.73</c:v>
                </c:pt>
                <c:pt idx="246">
                  <c:v>414966.62</c:v>
                </c:pt>
                <c:pt idx="247">
                  <c:v>411414.84</c:v>
                </c:pt>
                <c:pt idx="248">
                  <c:v>411414.84</c:v>
                </c:pt>
                <c:pt idx="249">
                  <c:v>411414.84</c:v>
                </c:pt>
                <c:pt idx="250">
                  <c:v>414966.62</c:v>
                </c:pt>
                <c:pt idx="251">
                  <c:v>423254.11</c:v>
                </c:pt>
                <c:pt idx="252">
                  <c:v>429765.71</c:v>
                </c:pt>
                <c:pt idx="253">
                  <c:v>434501.42</c:v>
                </c:pt>
                <c:pt idx="254">
                  <c:v>446340.7</c:v>
                </c:pt>
                <c:pt idx="255">
                  <c:v>446340.7</c:v>
                </c:pt>
                <c:pt idx="256">
                  <c:v>446340.7</c:v>
                </c:pt>
                <c:pt idx="257">
                  <c:v>452852.3</c:v>
                </c:pt>
                <c:pt idx="258">
                  <c:v>470019.25</c:v>
                </c:pt>
                <c:pt idx="259">
                  <c:v>462915.69</c:v>
                </c:pt>
                <c:pt idx="260">
                  <c:v>476530.85</c:v>
                </c:pt>
                <c:pt idx="261">
                  <c:v>471795.14</c:v>
                </c:pt>
                <c:pt idx="262">
                  <c:v>471795.14</c:v>
                </c:pt>
                <c:pt idx="263">
                  <c:v>471795.14</c:v>
                </c:pt>
                <c:pt idx="264">
                  <c:v>494289.77</c:v>
                </c:pt>
                <c:pt idx="265">
                  <c:v>501393.33</c:v>
                </c:pt>
                <c:pt idx="266">
                  <c:v>505537.08</c:v>
                </c:pt>
                <c:pt idx="267">
                  <c:v>509680.83</c:v>
                </c:pt>
                <c:pt idx="268">
                  <c:v>493105.84</c:v>
                </c:pt>
                <c:pt idx="269">
                  <c:v>493105.84</c:v>
                </c:pt>
                <c:pt idx="270">
                  <c:v>493105.84</c:v>
                </c:pt>
                <c:pt idx="271">
                  <c:v>498433.51</c:v>
                </c:pt>
                <c:pt idx="272">
                  <c:v>496657.62</c:v>
                </c:pt>
                <c:pt idx="273">
                  <c:v>509088.86</c:v>
                </c:pt>
                <c:pt idx="274">
                  <c:v>526847.78</c:v>
                </c:pt>
                <c:pt idx="275">
                  <c:v>526847.78</c:v>
                </c:pt>
                <c:pt idx="276">
                  <c:v>526847.78</c:v>
                </c:pt>
                <c:pt idx="277">
                  <c:v>526847.78</c:v>
                </c:pt>
                <c:pt idx="278">
                  <c:v>526847.78</c:v>
                </c:pt>
                <c:pt idx="279">
                  <c:v>526847.78</c:v>
                </c:pt>
                <c:pt idx="280">
                  <c:v>526847.78</c:v>
                </c:pt>
                <c:pt idx="281">
                  <c:v>526847.78</c:v>
                </c:pt>
                <c:pt idx="282">
                  <c:v>558813.81999999995</c:v>
                </c:pt>
                <c:pt idx="283">
                  <c:v>558813.81999999995</c:v>
                </c:pt>
                <c:pt idx="284">
                  <c:v>558813.81999999995</c:v>
                </c:pt>
                <c:pt idx="285">
                  <c:v>552302.22</c:v>
                </c:pt>
                <c:pt idx="286">
                  <c:v>542238.82999999996</c:v>
                </c:pt>
                <c:pt idx="287">
                  <c:v>562365.6</c:v>
                </c:pt>
                <c:pt idx="288">
                  <c:v>578348.62</c:v>
                </c:pt>
                <c:pt idx="289">
                  <c:v>579532.55000000005</c:v>
                </c:pt>
                <c:pt idx="290">
                  <c:v>579532.55000000005</c:v>
                </c:pt>
                <c:pt idx="291">
                  <c:v>579532.55000000005</c:v>
                </c:pt>
                <c:pt idx="292">
                  <c:v>580716.48</c:v>
                </c:pt>
                <c:pt idx="293">
                  <c:v>577164.69999999995</c:v>
                </c:pt>
                <c:pt idx="294">
                  <c:v>583676.30000000005</c:v>
                </c:pt>
                <c:pt idx="295">
                  <c:v>571245.06000000006</c:v>
                </c:pt>
                <c:pt idx="296">
                  <c:v>584860.23</c:v>
                </c:pt>
                <c:pt idx="297">
                  <c:v>584860.23</c:v>
                </c:pt>
                <c:pt idx="298">
                  <c:v>584860.23</c:v>
                </c:pt>
                <c:pt idx="299">
                  <c:v>603803.06999999995</c:v>
                </c:pt>
                <c:pt idx="300">
                  <c:v>589003.97</c:v>
                </c:pt>
                <c:pt idx="301">
                  <c:v>594923.61</c:v>
                </c:pt>
                <c:pt idx="302">
                  <c:v>616234.31000000006</c:v>
                </c:pt>
                <c:pt idx="303">
                  <c:v>636361.07999999996</c:v>
                </c:pt>
                <c:pt idx="304">
                  <c:v>636361.07999999996</c:v>
                </c:pt>
                <c:pt idx="305">
                  <c:v>636361.07999999996</c:v>
                </c:pt>
                <c:pt idx="306">
                  <c:v>657671.77</c:v>
                </c:pt>
                <c:pt idx="307">
                  <c:v>620970.02</c:v>
                </c:pt>
                <c:pt idx="308">
                  <c:v>595515.56999999995</c:v>
                </c:pt>
                <c:pt idx="309">
                  <c:v>587228.07999999996</c:v>
                </c:pt>
                <c:pt idx="310">
                  <c:v>579532.55000000005</c:v>
                </c:pt>
                <c:pt idx="311">
                  <c:v>579532.55000000005</c:v>
                </c:pt>
                <c:pt idx="312">
                  <c:v>579532.55000000005</c:v>
                </c:pt>
                <c:pt idx="313">
                  <c:v>595515.56999999995</c:v>
                </c:pt>
                <c:pt idx="314">
                  <c:v>612682.52</c:v>
                </c:pt>
                <c:pt idx="315">
                  <c:v>610314.67000000004</c:v>
                </c:pt>
                <c:pt idx="316">
                  <c:v>608538.78</c:v>
                </c:pt>
                <c:pt idx="317">
                  <c:v>575388.81000000006</c:v>
                </c:pt>
                <c:pt idx="318">
                  <c:v>575388.81000000006</c:v>
                </c:pt>
                <c:pt idx="319">
                  <c:v>575388.81000000006</c:v>
                </c:pt>
                <c:pt idx="320">
                  <c:v>595515.56999999995</c:v>
                </c:pt>
                <c:pt idx="321">
                  <c:v>578940.59</c:v>
                </c:pt>
                <c:pt idx="322">
                  <c:v>571245.06000000006</c:v>
                </c:pt>
                <c:pt idx="323">
                  <c:v>595515.56999999995</c:v>
                </c:pt>
                <c:pt idx="324">
                  <c:v>561181.68000000005</c:v>
                </c:pt>
                <c:pt idx="325">
                  <c:v>561181.68000000005</c:v>
                </c:pt>
                <c:pt idx="326">
                  <c:v>561181.68000000005</c:v>
                </c:pt>
                <c:pt idx="327">
                  <c:v>572428.99</c:v>
                </c:pt>
                <c:pt idx="328">
                  <c:v>587820.05000000005</c:v>
                </c:pt>
                <c:pt idx="329">
                  <c:v>608538.78</c:v>
                </c:pt>
                <c:pt idx="330">
                  <c:v>612682.52</c:v>
                </c:pt>
                <c:pt idx="331">
                  <c:v>594923.61</c:v>
                </c:pt>
                <c:pt idx="332">
                  <c:v>594923.61</c:v>
                </c:pt>
                <c:pt idx="333">
                  <c:v>594923.61</c:v>
                </c:pt>
                <c:pt idx="334">
                  <c:v>596699.5</c:v>
                </c:pt>
                <c:pt idx="335">
                  <c:v>612090.56000000006</c:v>
                </c:pt>
                <c:pt idx="336">
                  <c:v>618602.16</c:v>
                </c:pt>
                <c:pt idx="337">
                  <c:v>622153.94999999995</c:v>
                </c:pt>
                <c:pt idx="338">
                  <c:v>641688.75</c:v>
                </c:pt>
                <c:pt idx="339">
                  <c:v>641688.75</c:v>
                </c:pt>
                <c:pt idx="340">
                  <c:v>641688.75</c:v>
                </c:pt>
                <c:pt idx="341">
                  <c:v>648200.35</c:v>
                </c:pt>
                <c:pt idx="342">
                  <c:v>641688.75</c:v>
                </c:pt>
                <c:pt idx="343">
                  <c:v>639320.9</c:v>
                </c:pt>
                <c:pt idx="344">
                  <c:v>635177.15</c:v>
                </c:pt>
                <c:pt idx="345">
                  <c:v>644648.56999999995</c:v>
                </c:pt>
                <c:pt idx="346">
                  <c:v>644648.56999999995</c:v>
                </c:pt>
                <c:pt idx="347">
                  <c:v>644648.56999999995</c:v>
                </c:pt>
                <c:pt idx="348">
                  <c:v>620378.05000000005</c:v>
                </c:pt>
                <c:pt idx="349">
                  <c:v>608538.78</c:v>
                </c:pt>
                <c:pt idx="350">
                  <c:v>638728.93000000005</c:v>
                </c:pt>
                <c:pt idx="351">
                  <c:v>636953.04</c:v>
                </c:pt>
                <c:pt idx="352">
                  <c:v>629257.51</c:v>
                </c:pt>
                <c:pt idx="353">
                  <c:v>629257.51</c:v>
                </c:pt>
                <c:pt idx="354">
                  <c:v>629257.51</c:v>
                </c:pt>
                <c:pt idx="355">
                  <c:v>654119.99</c:v>
                </c:pt>
                <c:pt idx="356">
                  <c:v>660039.63</c:v>
                </c:pt>
                <c:pt idx="357">
                  <c:v>657671.77</c:v>
                </c:pt>
                <c:pt idx="358">
                  <c:v>657671.77</c:v>
                </c:pt>
                <c:pt idx="359">
                  <c:v>692597.64</c:v>
                </c:pt>
                <c:pt idx="360">
                  <c:v>692597.64</c:v>
                </c:pt>
                <c:pt idx="361">
                  <c:v>692597.64</c:v>
                </c:pt>
                <c:pt idx="362">
                  <c:v>707396.73</c:v>
                </c:pt>
                <c:pt idx="363">
                  <c:v>709764.59</c:v>
                </c:pt>
                <c:pt idx="364">
                  <c:v>709764.59</c:v>
                </c:pt>
                <c:pt idx="365">
                  <c:v>709764.59</c:v>
                </c:pt>
                <c:pt idx="366">
                  <c:v>760673.47</c:v>
                </c:pt>
                <c:pt idx="367">
                  <c:v>760673.47</c:v>
                </c:pt>
                <c:pt idx="368">
                  <c:v>760673.47</c:v>
                </c:pt>
                <c:pt idx="369">
                  <c:v>817502</c:v>
                </c:pt>
                <c:pt idx="370">
                  <c:v>822237.71</c:v>
                </c:pt>
                <c:pt idx="371" formatCode="#,##0">
                  <c:v>834668.95</c:v>
                </c:pt>
                <c:pt idx="372">
                  <c:v>821645.74</c:v>
                </c:pt>
                <c:pt idx="373">
                  <c:v>822829.67</c:v>
                </c:pt>
                <c:pt idx="374">
                  <c:v>822829.67</c:v>
                </c:pt>
                <c:pt idx="375">
                  <c:v>822829.67</c:v>
                </c:pt>
                <c:pt idx="376">
                  <c:v>821645.74</c:v>
                </c:pt>
                <c:pt idx="377">
                  <c:v>814542.18</c:v>
                </c:pt>
                <c:pt idx="378">
                  <c:v>830525.2</c:v>
                </c:pt>
                <c:pt idx="379">
                  <c:v>851835.9</c:v>
                </c:pt>
                <c:pt idx="380">
                  <c:v>881434.09</c:v>
                </c:pt>
                <c:pt idx="381">
                  <c:v>881434.09</c:v>
                </c:pt>
                <c:pt idx="382">
                  <c:v>881434.09</c:v>
                </c:pt>
                <c:pt idx="383">
                  <c:v>883801.94</c:v>
                </c:pt>
                <c:pt idx="384">
                  <c:v>859531.43</c:v>
                </c:pt>
                <c:pt idx="385">
                  <c:v>884985.87</c:v>
                </c:pt>
                <c:pt idx="386">
                  <c:v>901560.86</c:v>
                </c:pt>
                <c:pt idx="387">
                  <c:v>900376.93</c:v>
                </c:pt>
                <c:pt idx="388">
                  <c:v>900376.93</c:v>
                </c:pt>
                <c:pt idx="389">
                  <c:v>900376.93</c:v>
                </c:pt>
                <c:pt idx="390">
                  <c:v>900376.93</c:v>
                </c:pt>
                <c:pt idx="391">
                  <c:v>944182.25</c:v>
                </c:pt>
                <c:pt idx="392">
                  <c:v>961349.2</c:v>
                </c:pt>
                <c:pt idx="393">
                  <c:v>951285.81</c:v>
                </c:pt>
                <c:pt idx="394">
                  <c:v>950101.89</c:v>
                </c:pt>
                <c:pt idx="395">
                  <c:v>950101.89</c:v>
                </c:pt>
                <c:pt idx="396">
                  <c:v>950101.89</c:v>
                </c:pt>
                <c:pt idx="397">
                  <c:v>890313.54</c:v>
                </c:pt>
                <c:pt idx="398">
                  <c:v>991539.35</c:v>
                </c:pt>
                <c:pt idx="399">
                  <c:v>1001010.77</c:v>
                </c:pt>
                <c:pt idx="400">
                  <c:v>942998.32</c:v>
                </c:pt>
                <c:pt idx="401">
                  <c:v>938854.57</c:v>
                </c:pt>
                <c:pt idx="402">
                  <c:v>938854.57</c:v>
                </c:pt>
                <c:pt idx="403">
                  <c:v>938854.57</c:v>
                </c:pt>
                <c:pt idx="404">
                  <c:v>985027.75</c:v>
                </c:pt>
                <c:pt idx="405">
                  <c:v>981475.97</c:v>
                </c:pt>
                <c:pt idx="406">
                  <c:v>993315.24</c:v>
                </c:pt>
                <c:pt idx="407">
                  <c:v>1057247.33</c:v>
                </c:pt>
                <c:pt idx="408">
                  <c:v>1072638.3899999999</c:v>
                </c:pt>
                <c:pt idx="409">
                  <c:v>1072638.3899999999</c:v>
                </c:pt>
                <c:pt idx="410">
                  <c:v>1072638.3899999999</c:v>
                </c:pt>
                <c:pt idx="411">
                  <c:v>1072638.3899999999</c:v>
                </c:pt>
                <c:pt idx="412">
                  <c:v>1072638.3899999999</c:v>
                </c:pt>
                <c:pt idx="413">
                  <c:v>1072638.3899999999</c:v>
                </c:pt>
                <c:pt idx="414">
                  <c:v>1124731.21</c:v>
                </c:pt>
                <c:pt idx="415">
                  <c:v>1125323.17</c:v>
                </c:pt>
                <c:pt idx="416">
                  <c:v>1125323.17</c:v>
                </c:pt>
                <c:pt idx="417">
                  <c:v>1125323.17</c:v>
                </c:pt>
                <c:pt idx="418">
                  <c:v>1142490.1200000001</c:v>
                </c:pt>
                <c:pt idx="419">
                  <c:v>1183927.58</c:v>
                </c:pt>
                <c:pt idx="420">
                  <c:v>1204646.32</c:v>
                </c:pt>
                <c:pt idx="421" formatCode="#,##0">
                  <c:v>1290481.07</c:v>
                </c:pt>
                <c:pt idx="422">
                  <c:v>1281601.6100000001</c:v>
                </c:pt>
                <c:pt idx="423">
                  <c:v>1281601.6100000001</c:v>
                </c:pt>
                <c:pt idx="424">
                  <c:v>1281601.6100000001</c:v>
                </c:pt>
                <c:pt idx="425">
                  <c:v>1281601.6100000001</c:v>
                </c:pt>
                <c:pt idx="426">
                  <c:v>1154921.3600000001</c:v>
                </c:pt>
                <c:pt idx="427">
                  <c:v>1019361.65</c:v>
                </c:pt>
                <c:pt idx="428">
                  <c:v>1134202.6299999999</c:v>
                </c:pt>
                <c:pt idx="429">
                  <c:v>1114075.8600000001</c:v>
                </c:pt>
                <c:pt idx="430">
                  <c:v>1114075.8600000001</c:v>
                </c:pt>
                <c:pt idx="431">
                  <c:v>1114075.8600000001</c:v>
                </c:pt>
                <c:pt idx="432">
                  <c:v>1027057.18</c:v>
                </c:pt>
                <c:pt idx="433">
                  <c:v>1112299.97</c:v>
                </c:pt>
                <c:pt idx="434">
                  <c:v>1124731.21</c:v>
                </c:pt>
                <c:pt idx="435">
                  <c:v>1112299.97</c:v>
                </c:pt>
                <c:pt idx="436">
                  <c:v>1086253.56</c:v>
                </c:pt>
                <c:pt idx="437">
                  <c:v>1086253.56</c:v>
                </c:pt>
                <c:pt idx="438">
                  <c:v>1086253.56</c:v>
                </c:pt>
                <c:pt idx="439">
                  <c:v>1117035.68</c:v>
                </c:pt>
                <c:pt idx="440">
                  <c:v>1147817.79</c:v>
                </c:pt>
                <c:pt idx="441">
                  <c:v>1234244.51</c:v>
                </c:pt>
                <c:pt idx="442">
                  <c:v>1186887.3999999999</c:v>
                </c:pt>
                <c:pt idx="443">
                  <c:v>1180375.8</c:v>
                </c:pt>
                <c:pt idx="444">
                  <c:v>1180375.8</c:v>
                </c:pt>
                <c:pt idx="445">
                  <c:v>1180375.8</c:v>
                </c:pt>
                <c:pt idx="446">
                  <c:v>1102828.54</c:v>
                </c:pt>
                <c:pt idx="447">
                  <c:v>1122955.31</c:v>
                </c:pt>
                <c:pt idx="448">
                  <c:v>1118811.57</c:v>
                </c:pt>
                <c:pt idx="449">
                  <c:v>1066126.79</c:v>
                </c:pt>
                <c:pt idx="450">
                  <c:v>1063758.93</c:v>
                </c:pt>
                <c:pt idx="451">
                  <c:v>1063758.93</c:v>
                </c:pt>
                <c:pt idx="452">
                  <c:v>1063758.93</c:v>
                </c:pt>
                <c:pt idx="453">
                  <c:v>1043632.17</c:v>
                </c:pt>
                <c:pt idx="454">
                  <c:v>989763.46</c:v>
                </c:pt>
                <c:pt idx="455">
                  <c:v>1122363.3500000001</c:v>
                </c:pt>
                <c:pt idx="456">
                  <c:v>1056063.4099999999</c:v>
                </c:pt>
                <c:pt idx="457">
                  <c:v>1102236.58</c:v>
                </c:pt>
                <c:pt idx="458">
                  <c:v>1102236.58</c:v>
                </c:pt>
                <c:pt idx="459">
                  <c:v>1102236.58</c:v>
                </c:pt>
                <c:pt idx="460">
                  <c:v>1143082.08</c:v>
                </c:pt>
                <c:pt idx="461">
                  <c:v>1163208.8500000001</c:v>
                </c:pt>
                <c:pt idx="462">
                  <c:v>1246083.78</c:v>
                </c:pt>
                <c:pt idx="463">
                  <c:v>1207606.1399999999</c:v>
                </c:pt>
                <c:pt idx="464">
                  <c:v>1219445.4099999999</c:v>
                </c:pt>
                <c:pt idx="465">
                  <c:v>1219445.4099999999</c:v>
                </c:pt>
                <c:pt idx="466">
                  <c:v>1219445.4099999999</c:v>
                </c:pt>
                <c:pt idx="467">
                  <c:v>1189847.22</c:v>
                </c:pt>
                <c:pt idx="468">
                  <c:v>1207256.53</c:v>
                </c:pt>
                <c:pt idx="469">
                  <c:v>1233564.79</c:v>
                </c:pt>
                <c:pt idx="470">
                  <c:v>1271565.6000000001</c:v>
                </c:pt>
                <c:pt idx="471">
                  <c:v>1262796.18</c:v>
                </c:pt>
                <c:pt idx="472">
                  <c:v>1262796.18</c:v>
                </c:pt>
                <c:pt idx="473">
                  <c:v>1262796.18</c:v>
                </c:pt>
                <c:pt idx="474">
                  <c:v>1254026.76</c:v>
                </c:pt>
                <c:pt idx="475">
                  <c:v>1280335.02</c:v>
                </c:pt>
                <c:pt idx="476">
                  <c:v>1271565.6000000001</c:v>
                </c:pt>
                <c:pt idx="477">
                  <c:v>1312489.55</c:v>
                </c:pt>
                <c:pt idx="478">
                  <c:v>1283258.1499999999</c:v>
                </c:pt>
                <c:pt idx="479">
                  <c:v>1283258.1499999999</c:v>
                </c:pt>
                <c:pt idx="480">
                  <c:v>1283258.1499999999</c:v>
                </c:pt>
                <c:pt idx="481">
                  <c:v>1312489.55</c:v>
                </c:pt>
                <c:pt idx="482">
                  <c:v>1297873.8500000001</c:v>
                </c:pt>
                <c:pt idx="483">
                  <c:v>1321258.97</c:v>
                </c:pt>
                <c:pt idx="484">
                  <c:v>1289104.43</c:v>
                </c:pt>
                <c:pt idx="485">
                  <c:v>1289104.43</c:v>
                </c:pt>
                <c:pt idx="486">
                  <c:v>1289104.43</c:v>
                </c:pt>
                <c:pt idx="487">
                  <c:v>1289104.43</c:v>
                </c:pt>
                <c:pt idx="488">
                  <c:v>1359259.78</c:v>
                </c:pt>
                <c:pt idx="489">
                  <c:v>1359259.78</c:v>
                </c:pt>
                <c:pt idx="490">
                  <c:v>1555110.11</c:v>
                </c:pt>
                <c:pt idx="491">
                  <c:v>1587264.64</c:v>
                </c:pt>
                <c:pt idx="492">
                  <c:v>1569725.81</c:v>
                </c:pt>
                <c:pt idx="493">
                  <c:v>1569725.81</c:v>
                </c:pt>
                <c:pt idx="494">
                  <c:v>1569725.81</c:v>
                </c:pt>
                <c:pt idx="495">
                  <c:v>1669112.54</c:v>
                </c:pt>
                <c:pt idx="496">
                  <c:v>1631111.73</c:v>
                </c:pt>
                <c:pt idx="497">
                  <c:v>1660343.12</c:v>
                </c:pt>
                <c:pt idx="498">
                  <c:v>1730498.47</c:v>
                </c:pt>
                <c:pt idx="499">
                  <c:v>1581418.36</c:v>
                </c:pt>
                <c:pt idx="500">
                  <c:v>1581418.36</c:v>
                </c:pt>
                <c:pt idx="501">
                  <c:v>1581418.36</c:v>
                </c:pt>
                <c:pt idx="502">
                  <c:v>1642804.29</c:v>
                </c:pt>
                <c:pt idx="503">
                  <c:v>1610649.76</c:v>
                </c:pt>
                <c:pt idx="504">
                  <c:v>1613572.9</c:v>
                </c:pt>
                <c:pt idx="505">
                  <c:v>1750960.44</c:v>
                </c:pt>
                <c:pt idx="506">
                  <c:v>1710036.49</c:v>
                </c:pt>
                <c:pt idx="507">
                  <c:v>1710036.49</c:v>
                </c:pt>
                <c:pt idx="508">
                  <c:v>1710036.49</c:v>
                </c:pt>
                <c:pt idx="509">
                  <c:v>1710036.49</c:v>
                </c:pt>
                <c:pt idx="510">
                  <c:v>1748037.3</c:v>
                </c:pt>
                <c:pt idx="511">
                  <c:v>1794807.53</c:v>
                </c:pt>
                <c:pt idx="512">
                  <c:v>1750960.44</c:v>
                </c:pt>
                <c:pt idx="513">
                  <c:v>1853270.32</c:v>
                </c:pt>
                <c:pt idx="514">
                  <c:v>1853270.32</c:v>
                </c:pt>
                <c:pt idx="515">
                  <c:v>1853270.32</c:v>
                </c:pt>
                <c:pt idx="516">
                  <c:v>2040351.23</c:v>
                </c:pt>
                <c:pt idx="517">
                  <c:v>2107583.44</c:v>
                </c:pt>
                <c:pt idx="518">
                  <c:v>2107583.44</c:v>
                </c:pt>
                <c:pt idx="519">
                  <c:v>2054966.93</c:v>
                </c:pt>
                <c:pt idx="520">
                  <c:v>1923425.66</c:v>
                </c:pt>
                <c:pt idx="521">
                  <c:v>1923425.66</c:v>
                </c:pt>
                <c:pt idx="522">
                  <c:v>1923425.66</c:v>
                </c:pt>
                <c:pt idx="523">
                  <c:v>1727575.33</c:v>
                </c:pt>
                <c:pt idx="524">
                  <c:v>1882501.71</c:v>
                </c:pt>
                <c:pt idx="525">
                  <c:v>1768499.28</c:v>
                </c:pt>
                <c:pt idx="526">
                  <c:v>1748037.3</c:v>
                </c:pt>
                <c:pt idx="527">
                  <c:v>1885424.85</c:v>
                </c:pt>
                <c:pt idx="528">
                  <c:v>1885424.85</c:v>
                </c:pt>
                <c:pt idx="529">
                  <c:v>1885424.85</c:v>
                </c:pt>
                <c:pt idx="530">
                  <c:v>1970195.89</c:v>
                </c:pt>
                <c:pt idx="531">
                  <c:v>2005273.56</c:v>
                </c:pt>
                <c:pt idx="532">
                  <c:v>2025735.54</c:v>
                </c:pt>
                <c:pt idx="533">
                  <c:v>2119276</c:v>
                </c:pt>
                <c:pt idx="534">
                  <c:v>2069582.63</c:v>
                </c:pt>
                <c:pt idx="535">
                  <c:v>2069582.63</c:v>
                </c:pt>
                <c:pt idx="536">
                  <c:v>2069582.63</c:v>
                </c:pt>
                <c:pt idx="537">
                  <c:v>2066659.49</c:v>
                </c:pt>
                <c:pt idx="538">
                  <c:v>1812346.37</c:v>
                </c:pt>
                <c:pt idx="539">
                  <c:v>1990657.87</c:v>
                </c:pt>
                <c:pt idx="540">
                  <c:v>2095890.88</c:v>
                </c:pt>
                <c:pt idx="541">
                  <c:v>1984811.59</c:v>
                </c:pt>
                <c:pt idx="542">
                  <c:v>1984811.59</c:v>
                </c:pt>
                <c:pt idx="543">
                  <c:v>1984811.59</c:v>
                </c:pt>
                <c:pt idx="544">
                  <c:v>1888347.99</c:v>
                </c:pt>
                <c:pt idx="545">
                  <c:v>1952657.06</c:v>
                </c:pt>
                <c:pt idx="546">
                  <c:v>1838654.62</c:v>
                </c:pt>
                <c:pt idx="547">
                  <c:v>1672035.68</c:v>
                </c:pt>
                <c:pt idx="548">
                  <c:v>1809423.23</c:v>
                </c:pt>
                <c:pt idx="549">
                  <c:v>1809423.23</c:v>
                </c:pt>
                <c:pt idx="550">
                  <c:v>1809423.23</c:v>
                </c:pt>
                <c:pt idx="551">
                  <c:v>1859116.6</c:v>
                </c:pt>
                <c:pt idx="552">
                  <c:v>1730498.47</c:v>
                </c:pt>
                <c:pt idx="553">
                  <c:v>1622342.31</c:v>
                </c:pt>
                <c:pt idx="554">
                  <c:v>1625265.45</c:v>
                </c:pt>
                <c:pt idx="555">
                  <c:v>1666189.4</c:v>
                </c:pt>
                <c:pt idx="556">
                  <c:v>1666189.4</c:v>
                </c:pt>
                <c:pt idx="557">
                  <c:v>1666189.4</c:v>
                </c:pt>
                <c:pt idx="558">
                  <c:v>1487877.91</c:v>
                </c:pt>
                <c:pt idx="559">
                  <c:v>1537571.27</c:v>
                </c:pt>
                <c:pt idx="560">
                  <c:v>1634034.87</c:v>
                </c:pt>
                <c:pt idx="561">
                  <c:v>1490801.05</c:v>
                </c:pt>
                <c:pt idx="562">
                  <c:v>1490801.05</c:v>
                </c:pt>
                <c:pt idx="563">
                  <c:v>1490801.05</c:v>
                </c:pt>
                <c:pt idx="564">
                  <c:v>1490801.05</c:v>
                </c:pt>
                <c:pt idx="565">
                  <c:v>1426491.98</c:v>
                </c:pt>
                <c:pt idx="566">
                  <c:v>1514186.16</c:v>
                </c:pt>
                <c:pt idx="567">
                  <c:v>1522955.58</c:v>
                </c:pt>
                <c:pt idx="568">
                  <c:v>1578495.22</c:v>
                </c:pt>
                <c:pt idx="569">
                  <c:v>1458646.51</c:v>
                </c:pt>
                <c:pt idx="570">
                  <c:v>1458646.51</c:v>
                </c:pt>
                <c:pt idx="571">
                  <c:v>1458646.51</c:v>
                </c:pt>
                <c:pt idx="572">
                  <c:v>1484954.77</c:v>
                </c:pt>
                <c:pt idx="573">
                  <c:v>1286181.29</c:v>
                </c:pt>
                <c:pt idx="574">
                  <c:v>1218949.0900000001</c:v>
                </c:pt>
                <c:pt idx="575">
                  <c:v>1210179.67</c:v>
                </c:pt>
                <c:pt idx="576">
                  <c:v>1534648.13</c:v>
                </c:pt>
                <c:pt idx="577">
                  <c:v>1534648.13</c:v>
                </c:pt>
                <c:pt idx="578">
                  <c:v>1534648.13</c:v>
                </c:pt>
                <c:pt idx="579">
                  <c:v>1400183.73</c:v>
                </c:pt>
                <c:pt idx="580">
                  <c:v>1403106.87</c:v>
                </c:pt>
                <c:pt idx="581">
                  <c:v>1438184.54</c:v>
                </c:pt>
                <c:pt idx="582">
                  <c:v>1347567.22</c:v>
                </c:pt>
                <c:pt idx="583">
                  <c:v>1350490.36</c:v>
                </c:pt>
                <c:pt idx="584">
                  <c:v>1350490.36</c:v>
                </c:pt>
                <c:pt idx="585">
                  <c:v>1350490.36</c:v>
                </c:pt>
                <c:pt idx="586">
                  <c:v>1344644.08</c:v>
                </c:pt>
                <c:pt idx="587">
                  <c:v>1400183.73</c:v>
                </c:pt>
                <c:pt idx="588">
                  <c:v>1493724.18</c:v>
                </c:pt>
                <c:pt idx="589">
                  <c:v>1566802.67</c:v>
                </c:pt>
                <c:pt idx="590">
                  <c:v>1604803.48</c:v>
                </c:pt>
                <c:pt idx="591">
                  <c:v>1604803.48</c:v>
                </c:pt>
                <c:pt idx="592">
                  <c:v>1604803.48</c:v>
                </c:pt>
                <c:pt idx="593">
                  <c:v>1604803.48</c:v>
                </c:pt>
                <c:pt idx="594">
                  <c:v>1569725.81</c:v>
                </c:pt>
                <c:pt idx="595">
                  <c:v>1446953.96</c:v>
                </c:pt>
                <c:pt idx="596">
                  <c:v>1584341.5</c:v>
                </c:pt>
                <c:pt idx="597">
                  <c:v>1645727.43</c:v>
                </c:pt>
                <c:pt idx="598">
                  <c:v>1645727.43</c:v>
                </c:pt>
                <c:pt idx="599">
                  <c:v>1645727.43</c:v>
                </c:pt>
                <c:pt idx="600">
                  <c:v>1502493.6</c:v>
                </c:pt>
                <c:pt idx="601">
                  <c:v>1502493.6</c:v>
                </c:pt>
                <c:pt idx="602">
                  <c:v>1528801.86</c:v>
                </c:pt>
                <c:pt idx="603">
                  <c:v>1555110.11</c:v>
                </c:pt>
                <c:pt idx="604">
                  <c:v>1502493.6</c:v>
                </c:pt>
                <c:pt idx="605">
                  <c:v>1502493.6</c:v>
                </c:pt>
                <c:pt idx="606">
                  <c:v>1502493.6</c:v>
                </c:pt>
                <c:pt idx="607">
                  <c:v>1520032.44</c:v>
                </c:pt>
                <c:pt idx="608">
                  <c:v>1525878.72</c:v>
                </c:pt>
                <c:pt idx="609">
                  <c:v>1464492.79</c:v>
                </c:pt>
                <c:pt idx="610" formatCode="#,##0">
                  <c:v>1461569.65</c:v>
                </c:pt>
                <c:pt idx="611">
                  <c:v>1493724.18</c:v>
                </c:pt>
                <c:pt idx="612">
                  <c:v>1493724.18</c:v>
                </c:pt>
                <c:pt idx="613">
                  <c:v>1493724.18</c:v>
                </c:pt>
                <c:pt idx="614">
                  <c:v>1578495.22</c:v>
                </c:pt>
                <c:pt idx="615">
                  <c:v>1575572.08</c:v>
                </c:pt>
                <c:pt idx="616">
                  <c:v>1575572.08</c:v>
                </c:pt>
                <c:pt idx="617">
                  <c:v>1572648.95</c:v>
                </c:pt>
                <c:pt idx="618">
                  <c:v>1517109.3</c:v>
                </c:pt>
                <c:pt idx="619">
                  <c:v>1517109.3</c:v>
                </c:pt>
                <c:pt idx="620">
                  <c:v>1517109.3</c:v>
                </c:pt>
                <c:pt idx="621">
                  <c:v>1455723.37</c:v>
                </c:pt>
                <c:pt idx="622">
                  <c:v>1452800.23</c:v>
                </c:pt>
                <c:pt idx="623">
                  <c:v>1482031.63</c:v>
                </c:pt>
                <c:pt idx="624">
                  <c:v>1476185.35</c:v>
                </c:pt>
                <c:pt idx="625">
                  <c:v>1525878.72</c:v>
                </c:pt>
                <c:pt idx="626">
                  <c:v>1525878.72</c:v>
                </c:pt>
                <c:pt idx="627">
                  <c:v>1525878.72</c:v>
                </c:pt>
                <c:pt idx="628">
                  <c:v>1601880.34</c:v>
                </c:pt>
                <c:pt idx="629">
                  <c:v>1616496.04</c:v>
                </c:pt>
                <c:pt idx="630">
                  <c:v>1669112.54</c:v>
                </c:pt>
                <c:pt idx="631">
                  <c:v>1669112.54</c:v>
                </c:pt>
                <c:pt idx="632">
                  <c:v>1669112.54</c:v>
                </c:pt>
                <c:pt idx="633">
                  <c:v>1669112.54</c:v>
                </c:pt>
                <c:pt idx="634">
                  <c:v>1669112.54</c:v>
                </c:pt>
                <c:pt idx="635">
                  <c:v>1578495.22</c:v>
                </c:pt>
                <c:pt idx="636">
                  <c:v>1593110.92</c:v>
                </c:pt>
                <c:pt idx="637">
                  <c:v>1569725.81</c:v>
                </c:pt>
                <c:pt idx="638">
                  <c:v>1613572.9</c:v>
                </c:pt>
                <c:pt idx="639">
                  <c:v>1613572.9</c:v>
                </c:pt>
                <c:pt idx="640">
                  <c:v>1613572.9</c:v>
                </c:pt>
                <c:pt idx="641">
                  <c:v>1613572.9</c:v>
                </c:pt>
                <c:pt idx="642">
                  <c:v>1613572.9</c:v>
                </c:pt>
                <c:pt idx="643">
                  <c:v>1590187.78</c:v>
                </c:pt>
                <c:pt idx="644">
                  <c:v>1569725.81</c:v>
                </c:pt>
                <c:pt idx="645">
                  <c:v>1531725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AF-4D15-A5EF-2493676BA38A}"/>
            </c:ext>
          </c:extLst>
        </c:ser>
        <c:ser>
          <c:idx val="2"/>
          <c:order val="2"/>
          <c:tx>
            <c:strRef>
              <c:f>시가총액!$D$14</c:f>
              <c:strCache>
                <c:ptCount val="1"/>
                <c:pt idx="0">
                  <c:v>SK하이닉스 시가총액</c:v>
                </c:pt>
              </c:strCache>
            </c:strRef>
          </c:tx>
          <c:spPr>
            <a:ln w="12700" cap="rnd">
              <a:solidFill>
                <a:srgbClr val="C1E1FF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시가총액!$A$15:$A$660</c:f>
              <c:numCache>
                <c:formatCode>m/d/yyyy</c:formatCode>
                <c:ptCount val="646"/>
                <c:pt idx="0">
                  <c:v>45658</c:v>
                </c:pt>
                <c:pt idx="1">
                  <c:v>45659</c:v>
                </c:pt>
                <c:pt idx="2">
                  <c:v>45660</c:v>
                </c:pt>
                <c:pt idx="3">
                  <c:v>45661</c:v>
                </c:pt>
                <c:pt idx="4">
                  <c:v>45662</c:v>
                </c:pt>
                <c:pt idx="5">
                  <c:v>45663</c:v>
                </c:pt>
                <c:pt idx="6">
                  <c:v>45664</c:v>
                </c:pt>
                <c:pt idx="7">
                  <c:v>45665</c:v>
                </c:pt>
                <c:pt idx="8">
                  <c:v>45666</c:v>
                </c:pt>
                <c:pt idx="9">
                  <c:v>45667</c:v>
                </c:pt>
                <c:pt idx="10">
                  <c:v>45668</c:v>
                </c:pt>
                <c:pt idx="11">
                  <c:v>45669</c:v>
                </c:pt>
                <c:pt idx="12">
                  <c:v>45670</c:v>
                </c:pt>
                <c:pt idx="13">
                  <c:v>45671</c:v>
                </c:pt>
                <c:pt idx="14">
                  <c:v>45672</c:v>
                </c:pt>
                <c:pt idx="15">
                  <c:v>45673</c:v>
                </c:pt>
                <c:pt idx="16">
                  <c:v>45674</c:v>
                </c:pt>
                <c:pt idx="17">
                  <c:v>45675</c:v>
                </c:pt>
                <c:pt idx="18">
                  <c:v>45676</c:v>
                </c:pt>
                <c:pt idx="19">
                  <c:v>45677</c:v>
                </c:pt>
                <c:pt idx="20">
                  <c:v>45678</c:v>
                </c:pt>
                <c:pt idx="21">
                  <c:v>45679</c:v>
                </c:pt>
                <c:pt idx="22">
                  <c:v>45680</c:v>
                </c:pt>
                <c:pt idx="23">
                  <c:v>45681</c:v>
                </c:pt>
                <c:pt idx="24">
                  <c:v>45682</c:v>
                </c:pt>
                <c:pt idx="25">
                  <c:v>45683</c:v>
                </c:pt>
                <c:pt idx="26">
                  <c:v>45684</c:v>
                </c:pt>
                <c:pt idx="27">
                  <c:v>45685</c:v>
                </c:pt>
                <c:pt idx="28">
                  <c:v>45686</c:v>
                </c:pt>
                <c:pt idx="29">
                  <c:v>45687</c:v>
                </c:pt>
                <c:pt idx="30">
                  <c:v>45688</c:v>
                </c:pt>
                <c:pt idx="31">
                  <c:v>45689</c:v>
                </c:pt>
                <c:pt idx="32">
                  <c:v>45690</c:v>
                </c:pt>
                <c:pt idx="33">
                  <c:v>45691</c:v>
                </c:pt>
                <c:pt idx="34">
                  <c:v>45692</c:v>
                </c:pt>
                <c:pt idx="35">
                  <c:v>45693</c:v>
                </c:pt>
                <c:pt idx="36">
                  <c:v>45694</c:v>
                </c:pt>
                <c:pt idx="37">
                  <c:v>45695</c:v>
                </c:pt>
                <c:pt idx="38">
                  <c:v>45696</c:v>
                </c:pt>
                <c:pt idx="39">
                  <c:v>45697</c:v>
                </c:pt>
                <c:pt idx="40">
                  <c:v>45698</c:v>
                </c:pt>
                <c:pt idx="41">
                  <c:v>45699</c:v>
                </c:pt>
                <c:pt idx="42">
                  <c:v>45700</c:v>
                </c:pt>
                <c:pt idx="43">
                  <c:v>45701</c:v>
                </c:pt>
                <c:pt idx="44">
                  <c:v>45702</c:v>
                </c:pt>
                <c:pt idx="45">
                  <c:v>45703</c:v>
                </c:pt>
                <c:pt idx="46">
                  <c:v>45704</c:v>
                </c:pt>
                <c:pt idx="47">
                  <c:v>45705</c:v>
                </c:pt>
                <c:pt idx="48">
                  <c:v>45706</c:v>
                </c:pt>
                <c:pt idx="49">
                  <c:v>45707</c:v>
                </c:pt>
                <c:pt idx="50">
                  <c:v>45708</c:v>
                </c:pt>
                <c:pt idx="51">
                  <c:v>45709</c:v>
                </c:pt>
                <c:pt idx="52">
                  <c:v>45710</c:v>
                </c:pt>
                <c:pt idx="53">
                  <c:v>45711</c:v>
                </c:pt>
                <c:pt idx="54">
                  <c:v>45712</c:v>
                </c:pt>
                <c:pt idx="55">
                  <c:v>45713</c:v>
                </c:pt>
                <c:pt idx="56">
                  <c:v>45714</c:v>
                </c:pt>
                <c:pt idx="57">
                  <c:v>45715</c:v>
                </c:pt>
                <c:pt idx="58">
                  <c:v>45716</c:v>
                </c:pt>
                <c:pt idx="59">
                  <c:v>45717</c:v>
                </c:pt>
                <c:pt idx="60">
                  <c:v>45718</c:v>
                </c:pt>
                <c:pt idx="61">
                  <c:v>45719</c:v>
                </c:pt>
                <c:pt idx="62">
                  <c:v>45720</c:v>
                </c:pt>
                <c:pt idx="63">
                  <c:v>45721</c:v>
                </c:pt>
                <c:pt idx="64">
                  <c:v>45722</c:v>
                </c:pt>
                <c:pt idx="65">
                  <c:v>45723</c:v>
                </c:pt>
                <c:pt idx="66">
                  <c:v>45724</c:v>
                </c:pt>
                <c:pt idx="67">
                  <c:v>45725</c:v>
                </c:pt>
                <c:pt idx="68">
                  <c:v>45726</c:v>
                </c:pt>
                <c:pt idx="69">
                  <c:v>45727</c:v>
                </c:pt>
                <c:pt idx="70">
                  <c:v>45728</c:v>
                </c:pt>
                <c:pt idx="71">
                  <c:v>45729</c:v>
                </c:pt>
                <c:pt idx="72">
                  <c:v>45730</c:v>
                </c:pt>
                <c:pt idx="73">
                  <c:v>45731</c:v>
                </c:pt>
                <c:pt idx="74">
                  <c:v>45732</c:v>
                </c:pt>
                <c:pt idx="75">
                  <c:v>45733</c:v>
                </c:pt>
                <c:pt idx="76">
                  <c:v>45734</c:v>
                </c:pt>
                <c:pt idx="77">
                  <c:v>45735</c:v>
                </c:pt>
                <c:pt idx="78">
                  <c:v>45736</c:v>
                </c:pt>
                <c:pt idx="79">
                  <c:v>45737</c:v>
                </c:pt>
                <c:pt idx="80">
                  <c:v>45738</c:v>
                </c:pt>
                <c:pt idx="81">
                  <c:v>45739</c:v>
                </c:pt>
                <c:pt idx="82">
                  <c:v>45740</c:v>
                </c:pt>
                <c:pt idx="83">
                  <c:v>45741</c:v>
                </c:pt>
                <c:pt idx="84">
                  <c:v>45742</c:v>
                </c:pt>
                <c:pt idx="85">
                  <c:v>45743</c:v>
                </c:pt>
                <c:pt idx="86">
                  <c:v>45744</c:v>
                </c:pt>
                <c:pt idx="87">
                  <c:v>45745</c:v>
                </c:pt>
                <c:pt idx="88">
                  <c:v>45746</c:v>
                </c:pt>
                <c:pt idx="89">
                  <c:v>45747</c:v>
                </c:pt>
                <c:pt idx="90">
                  <c:v>45748</c:v>
                </c:pt>
                <c:pt idx="91">
                  <c:v>45749</c:v>
                </c:pt>
                <c:pt idx="92">
                  <c:v>45750</c:v>
                </c:pt>
                <c:pt idx="93">
                  <c:v>45751</c:v>
                </c:pt>
                <c:pt idx="94">
                  <c:v>45752</c:v>
                </c:pt>
                <c:pt idx="95">
                  <c:v>45753</c:v>
                </c:pt>
                <c:pt idx="96">
                  <c:v>45754</c:v>
                </c:pt>
                <c:pt idx="97">
                  <c:v>45755</c:v>
                </c:pt>
                <c:pt idx="98">
                  <c:v>45756</c:v>
                </c:pt>
                <c:pt idx="99">
                  <c:v>45757</c:v>
                </c:pt>
                <c:pt idx="100">
                  <c:v>45758</c:v>
                </c:pt>
                <c:pt idx="101">
                  <c:v>45759</c:v>
                </c:pt>
                <c:pt idx="102">
                  <c:v>45760</c:v>
                </c:pt>
                <c:pt idx="103">
                  <c:v>45761</c:v>
                </c:pt>
                <c:pt idx="104">
                  <c:v>45762</c:v>
                </c:pt>
                <c:pt idx="105">
                  <c:v>45763</c:v>
                </c:pt>
                <c:pt idx="106">
                  <c:v>45764</c:v>
                </c:pt>
                <c:pt idx="107">
                  <c:v>45765</c:v>
                </c:pt>
                <c:pt idx="108">
                  <c:v>45766</c:v>
                </c:pt>
                <c:pt idx="109">
                  <c:v>45767</c:v>
                </c:pt>
                <c:pt idx="110">
                  <c:v>45768</c:v>
                </c:pt>
                <c:pt idx="111">
                  <c:v>45769</c:v>
                </c:pt>
                <c:pt idx="112">
                  <c:v>45770</c:v>
                </c:pt>
                <c:pt idx="113">
                  <c:v>45771</c:v>
                </c:pt>
                <c:pt idx="114">
                  <c:v>45772</c:v>
                </c:pt>
                <c:pt idx="115">
                  <c:v>45773</c:v>
                </c:pt>
                <c:pt idx="116">
                  <c:v>45774</c:v>
                </c:pt>
                <c:pt idx="117">
                  <c:v>45775</c:v>
                </c:pt>
                <c:pt idx="118">
                  <c:v>45776</c:v>
                </c:pt>
                <c:pt idx="119">
                  <c:v>45777</c:v>
                </c:pt>
                <c:pt idx="120">
                  <c:v>45778</c:v>
                </c:pt>
                <c:pt idx="121">
                  <c:v>45779</c:v>
                </c:pt>
                <c:pt idx="122">
                  <c:v>45780</c:v>
                </c:pt>
                <c:pt idx="123">
                  <c:v>45781</c:v>
                </c:pt>
                <c:pt idx="124">
                  <c:v>45782</c:v>
                </c:pt>
                <c:pt idx="125">
                  <c:v>45783</c:v>
                </c:pt>
                <c:pt idx="126">
                  <c:v>45784</c:v>
                </c:pt>
                <c:pt idx="127">
                  <c:v>45785</c:v>
                </c:pt>
                <c:pt idx="128">
                  <c:v>45786</c:v>
                </c:pt>
                <c:pt idx="129">
                  <c:v>45787</c:v>
                </c:pt>
                <c:pt idx="130">
                  <c:v>45788</c:v>
                </c:pt>
                <c:pt idx="131">
                  <c:v>45789</c:v>
                </c:pt>
                <c:pt idx="132">
                  <c:v>45790</c:v>
                </c:pt>
                <c:pt idx="133">
                  <c:v>45791</c:v>
                </c:pt>
                <c:pt idx="134">
                  <c:v>45792</c:v>
                </c:pt>
                <c:pt idx="135">
                  <c:v>45793</c:v>
                </c:pt>
                <c:pt idx="136">
                  <c:v>45794</c:v>
                </c:pt>
                <c:pt idx="137">
                  <c:v>45795</c:v>
                </c:pt>
                <c:pt idx="138">
                  <c:v>45796</c:v>
                </c:pt>
                <c:pt idx="139">
                  <c:v>45797</c:v>
                </c:pt>
                <c:pt idx="140">
                  <c:v>45798</c:v>
                </c:pt>
                <c:pt idx="141">
                  <c:v>45799</c:v>
                </c:pt>
                <c:pt idx="142">
                  <c:v>45800</c:v>
                </c:pt>
                <c:pt idx="143">
                  <c:v>45801</c:v>
                </c:pt>
                <c:pt idx="144">
                  <c:v>45802</c:v>
                </c:pt>
                <c:pt idx="145">
                  <c:v>45803</c:v>
                </c:pt>
                <c:pt idx="146">
                  <c:v>45804</c:v>
                </c:pt>
                <c:pt idx="147">
                  <c:v>45805</c:v>
                </c:pt>
                <c:pt idx="148">
                  <c:v>45806</c:v>
                </c:pt>
                <c:pt idx="149">
                  <c:v>45807</c:v>
                </c:pt>
                <c:pt idx="150">
                  <c:v>45808</c:v>
                </c:pt>
                <c:pt idx="151">
                  <c:v>45809</c:v>
                </c:pt>
                <c:pt idx="152">
                  <c:v>45810</c:v>
                </c:pt>
                <c:pt idx="153">
                  <c:v>45811</c:v>
                </c:pt>
                <c:pt idx="154">
                  <c:v>45812</c:v>
                </c:pt>
                <c:pt idx="155">
                  <c:v>45813</c:v>
                </c:pt>
                <c:pt idx="156">
                  <c:v>45814</c:v>
                </c:pt>
                <c:pt idx="157">
                  <c:v>45815</c:v>
                </c:pt>
                <c:pt idx="158">
                  <c:v>45816</c:v>
                </c:pt>
                <c:pt idx="159">
                  <c:v>45817</c:v>
                </c:pt>
                <c:pt idx="160">
                  <c:v>45818</c:v>
                </c:pt>
                <c:pt idx="161">
                  <c:v>45819</c:v>
                </c:pt>
                <c:pt idx="162">
                  <c:v>45820</c:v>
                </c:pt>
                <c:pt idx="163">
                  <c:v>45821</c:v>
                </c:pt>
                <c:pt idx="164">
                  <c:v>45822</c:v>
                </c:pt>
                <c:pt idx="165">
                  <c:v>45823</c:v>
                </c:pt>
                <c:pt idx="166">
                  <c:v>45824</c:v>
                </c:pt>
                <c:pt idx="167">
                  <c:v>45825</c:v>
                </c:pt>
                <c:pt idx="168">
                  <c:v>45826</c:v>
                </c:pt>
                <c:pt idx="169">
                  <c:v>45827</c:v>
                </c:pt>
                <c:pt idx="170">
                  <c:v>45828</c:v>
                </c:pt>
                <c:pt idx="171">
                  <c:v>45829</c:v>
                </c:pt>
                <c:pt idx="172">
                  <c:v>45830</c:v>
                </c:pt>
                <c:pt idx="173">
                  <c:v>45831</c:v>
                </c:pt>
                <c:pt idx="174">
                  <c:v>45832</c:v>
                </c:pt>
                <c:pt idx="175">
                  <c:v>45833</c:v>
                </c:pt>
                <c:pt idx="176">
                  <c:v>45834</c:v>
                </c:pt>
                <c:pt idx="177">
                  <c:v>45835</c:v>
                </c:pt>
                <c:pt idx="178">
                  <c:v>45836</c:v>
                </c:pt>
                <c:pt idx="179">
                  <c:v>45837</c:v>
                </c:pt>
                <c:pt idx="180">
                  <c:v>45838</c:v>
                </c:pt>
                <c:pt idx="181">
                  <c:v>45839</c:v>
                </c:pt>
                <c:pt idx="182">
                  <c:v>45840</c:v>
                </c:pt>
                <c:pt idx="183">
                  <c:v>45841</c:v>
                </c:pt>
                <c:pt idx="184">
                  <c:v>45842</c:v>
                </c:pt>
                <c:pt idx="185">
                  <c:v>45843</c:v>
                </c:pt>
                <c:pt idx="186">
                  <c:v>45844</c:v>
                </c:pt>
                <c:pt idx="187">
                  <c:v>45845</c:v>
                </c:pt>
                <c:pt idx="188">
                  <c:v>45846</c:v>
                </c:pt>
                <c:pt idx="189">
                  <c:v>45847</c:v>
                </c:pt>
                <c:pt idx="190">
                  <c:v>45848</c:v>
                </c:pt>
                <c:pt idx="191">
                  <c:v>45849</c:v>
                </c:pt>
                <c:pt idx="192">
                  <c:v>45850</c:v>
                </c:pt>
                <c:pt idx="193">
                  <c:v>45851</c:v>
                </c:pt>
                <c:pt idx="194">
                  <c:v>45852</c:v>
                </c:pt>
                <c:pt idx="195">
                  <c:v>45853</c:v>
                </c:pt>
                <c:pt idx="196">
                  <c:v>45854</c:v>
                </c:pt>
                <c:pt idx="197">
                  <c:v>45855</c:v>
                </c:pt>
                <c:pt idx="198">
                  <c:v>45856</c:v>
                </c:pt>
                <c:pt idx="199">
                  <c:v>45857</c:v>
                </c:pt>
                <c:pt idx="200">
                  <c:v>45858</c:v>
                </c:pt>
                <c:pt idx="201">
                  <c:v>45859</c:v>
                </c:pt>
                <c:pt idx="202">
                  <c:v>45860</c:v>
                </c:pt>
                <c:pt idx="203">
                  <c:v>45861</c:v>
                </c:pt>
                <c:pt idx="204">
                  <c:v>45862</c:v>
                </c:pt>
                <c:pt idx="205">
                  <c:v>45863</c:v>
                </c:pt>
                <c:pt idx="206">
                  <c:v>45864</c:v>
                </c:pt>
                <c:pt idx="207">
                  <c:v>45865</c:v>
                </c:pt>
                <c:pt idx="208">
                  <c:v>45866</c:v>
                </c:pt>
                <c:pt idx="209">
                  <c:v>45867</c:v>
                </c:pt>
                <c:pt idx="210">
                  <c:v>45868</c:v>
                </c:pt>
                <c:pt idx="211">
                  <c:v>45869</c:v>
                </c:pt>
                <c:pt idx="212">
                  <c:v>45870</c:v>
                </c:pt>
                <c:pt idx="213">
                  <c:v>45871</c:v>
                </c:pt>
                <c:pt idx="214">
                  <c:v>45872</c:v>
                </c:pt>
                <c:pt idx="215">
                  <c:v>45873</c:v>
                </c:pt>
                <c:pt idx="216">
                  <c:v>45874</c:v>
                </c:pt>
                <c:pt idx="217">
                  <c:v>45875</c:v>
                </c:pt>
                <c:pt idx="218">
                  <c:v>45876</c:v>
                </c:pt>
                <c:pt idx="219">
                  <c:v>45877</c:v>
                </c:pt>
                <c:pt idx="220">
                  <c:v>45878</c:v>
                </c:pt>
                <c:pt idx="221">
                  <c:v>45879</c:v>
                </c:pt>
                <c:pt idx="222">
                  <c:v>45880</c:v>
                </c:pt>
                <c:pt idx="223">
                  <c:v>45881</c:v>
                </c:pt>
                <c:pt idx="224">
                  <c:v>45882</c:v>
                </c:pt>
                <c:pt idx="225">
                  <c:v>45883</c:v>
                </c:pt>
                <c:pt idx="226">
                  <c:v>45884</c:v>
                </c:pt>
                <c:pt idx="227">
                  <c:v>45885</c:v>
                </c:pt>
                <c:pt idx="228">
                  <c:v>45886</c:v>
                </c:pt>
                <c:pt idx="229">
                  <c:v>45887</c:v>
                </c:pt>
                <c:pt idx="230">
                  <c:v>45888</c:v>
                </c:pt>
                <c:pt idx="231">
                  <c:v>45889</c:v>
                </c:pt>
                <c:pt idx="232">
                  <c:v>45890</c:v>
                </c:pt>
                <c:pt idx="233">
                  <c:v>45891</c:v>
                </c:pt>
                <c:pt idx="234">
                  <c:v>45892</c:v>
                </c:pt>
                <c:pt idx="235">
                  <c:v>45893</c:v>
                </c:pt>
                <c:pt idx="236">
                  <c:v>45894</c:v>
                </c:pt>
                <c:pt idx="237">
                  <c:v>45895</c:v>
                </c:pt>
                <c:pt idx="238">
                  <c:v>45896</c:v>
                </c:pt>
                <c:pt idx="239">
                  <c:v>45897</c:v>
                </c:pt>
                <c:pt idx="240">
                  <c:v>45898</c:v>
                </c:pt>
                <c:pt idx="241">
                  <c:v>45899</c:v>
                </c:pt>
                <c:pt idx="242">
                  <c:v>45900</c:v>
                </c:pt>
                <c:pt idx="243">
                  <c:v>45901</c:v>
                </c:pt>
                <c:pt idx="244">
                  <c:v>45902</c:v>
                </c:pt>
                <c:pt idx="245">
                  <c:v>45903</c:v>
                </c:pt>
                <c:pt idx="246">
                  <c:v>45904</c:v>
                </c:pt>
                <c:pt idx="247">
                  <c:v>45905</c:v>
                </c:pt>
                <c:pt idx="248">
                  <c:v>45906</c:v>
                </c:pt>
                <c:pt idx="249">
                  <c:v>45907</c:v>
                </c:pt>
                <c:pt idx="250">
                  <c:v>45908</c:v>
                </c:pt>
                <c:pt idx="251">
                  <c:v>45909</c:v>
                </c:pt>
                <c:pt idx="252">
                  <c:v>45910</c:v>
                </c:pt>
                <c:pt idx="253">
                  <c:v>45911</c:v>
                </c:pt>
                <c:pt idx="254">
                  <c:v>45912</c:v>
                </c:pt>
                <c:pt idx="255">
                  <c:v>45913</c:v>
                </c:pt>
                <c:pt idx="256">
                  <c:v>45914</c:v>
                </c:pt>
                <c:pt idx="257">
                  <c:v>45915</c:v>
                </c:pt>
                <c:pt idx="258">
                  <c:v>45916</c:v>
                </c:pt>
                <c:pt idx="259">
                  <c:v>45917</c:v>
                </c:pt>
                <c:pt idx="260">
                  <c:v>45918</c:v>
                </c:pt>
                <c:pt idx="261">
                  <c:v>45919</c:v>
                </c:pt>
                <c:pt idx="262">
                  <c:v>45920</c:v>
                </c:pt>
                <c:pt idx="263">
                  <c:v>45921</c:v>
                </c:pt>
                <c:pt idx="264">
                  <c:v>45922</c:v>
                </c:pt>
                <c:pt idx="265">
                  <c:v>45923</c:v>
                </c:pt>
                <c:pt idx="266">
                  <c:v>45924</c:v>
                </c:pt>
                <c:pt idx="267">
                  <c:v>45925</c:v>
                </c:pt>
                <c:pt idx="268">
                  <c:v>45926</c:v>
                </c:pt>
                <c:pt idx="269">
                  <c:v>45927</c:v>
                </c:pt>
                <c:pt idx="270">
                  <c:v>45928</c:v>
                </c:pt>
                <c:pt idx="271">
                  <c:v>45929</c:v>
                </c:pt>
                <c:pt idx="272">
                  <c:v>45930</c:v>
                </c:pt>
                <c:pt idx="273">
                  <c:v>45931</c:v>
                </c:pt>
                <c:pt idx="274">
                  <c:v>45932</c:v>
                </c:pt>
                <c:pt idx="275">
                  <c:v>45933</c:v>
                </c:pt>
                <c:pt idx="276">
                  <c:v>45934</c:v>
                </c:pt>
                <c:pt idx="277">
                  <c:v>45935</c:v>
                </c:pt>
                <c:pt idx="278">
                  <c:v>45936</c:v>
                </c:pt>
                <c:pt idx="279">
                  <c:v>45937</c:v>
                </c:pt>
                <c:pt idx="280">
                  <c:v>45938</c:v>
                </c:pt>
                <c:pt idx="281">
                  <c:v>45939</c:v>
                </c:pt>
                <c:pt idx="282">
                  <c:v>45940</c:v>
                </c:pt>
                <c:pt idx="283">
                  <c:v>45941</c:v>
                </c:pt>
                <c:pt idx="284">
                  <c:v>45942</c:v>
                </c:pt>
                <c:pt idx="285">
                  <c:v>45943</c:v>
                </c:pt>
                <c:pt idx="286">
                  <c:v>45944</c:v>
                </c:pt>
                <c:pt idx="287">
                  <c:v>45945</c:v>
                </c:pt>
                <c:pt idx="288">
                  <c:v>45946</c:v>
                </c:pt>
                <c:pt idx="289">
                  <c:v>45947</c:v>
                </c:pt>
                <c:pt idx="290">
                  <c:v>45948</c:v>
                </c:pt>
                <c:pt idx="291">
                  <c:v>45949</c:v>
                </c:pt>
                <c:pt idx="292">
                  <c:v>45950</c:v>
                </c:pt>
                <c:pt idx="293">
                  <c:v>45951</c:v>
                </c:pt>
                <c:pt idx="294">
                  <c:v>45952</c:v>
                </c:pt>
                <c:pt idx="295">
                  <c:v>45953</c:v>
                </c:pt>
                <c:pt idx="296">
                  <c:v>45954</c:v>
                </c:pt>
                <c:pt idx="297">
                  <c:v>45955</c:v>
                </c:pt>
                <c:pt idx="298">
                  <c:v>45956</c:v>
                </c:pt>
                <c:pt idx="299">
                  <c:v>45957</c:v>
                </c:pt>
                <c:pt idx="300">
                  <c:v>45958</c:v>
                </c:pt>
                <c:pt idx="301">
                  <c:v>45959</c:v>
                </c:pt>
                <c:pt idx="302">
                  <c:v>45960</c:v>
                </c:pt>
                <c:pt idx="303">
                  <c:v>45961</c:v>
                </c:pt>
                <c:pt idx="304">
                  <c:v>45962</c:v>
                </c:pt>
                <c:pt idx="305">
                  <c:v>45963</c:v>
                </c:pt>
                <c:pt idx="306">
                  <c:v>45964</c:v>
                </c:pt>
                <c:pt idx="307">
                  <c:v>45965</c:v>
                </c:pt>
                <c:pt idx="308">
                  <c:v>45966</c:v>
                </c:pt>
                <c:pt idx="309">
                  <c:v>45967</c:v>
                </c:pt>
                <c:pt idx="310">
                  <c:v>45968</c:v>
                </c:pt>
                <c:pt idx="311">
                  <c:v>45969</c:v>
                </c:pt>
                <c:pt idx="312">
                  <c:v>45970</c:v>
                </c:pt>
                <c:pt idx="313">
                  <c:v>45971</c:v>
                </c:pt>
                <c:pt idx="314">
                  <c:v>45972</c:v>
                </c:pt>
                <c:pt idx="315">
                  <c:v>45973</c:v>
                </c:pt>
                <c:pt idx="316">
                  <c:v>45974</c:v>
                </c:pt>
                <c:pt idx="317">
                  <c:v>45975</c:v>
                </c:pt>
                <c:pt idx="318">
                  <c:v>45976</c:v>
                </c:pt>
                <c:pt idx="319">
                  <c:v>45977</c:v>
                </c:pt>
                <c:pt idx="320">
                  <c:v>45978</c:v>
                </c:pt>
                <c:pt idx="321">
                  <c:v>45979</c:v>
                </c:pt>
                <c:pt idx="322">
                  <c:v>45980</c:v>
                </c:pt>
                <c:pt idx="323">
                  <c:v>45981</c:v>
                </c:pt>
                <c:pt idx="324">
                  <c:v>45982</c:v>
                </c:pt>
                <c:pt idx="325">
                  <c:v>45983</c:v>
                </c:pt>
                <c:pt idx="326">
                  <c:v>45984</c:v>
                </c:pt>
                <c:pt idx="327">
                  <c:v>45985</c:v>
                </c:pt>
                <c:pt idx="328">
                  <c:v>45986</c:v>
                </c:pt>
                <c:pt idx="329">
                  <c:v>45987</c:v>
                </c:pt>
                <c:pt idx="330">
                  <c:v>45988</c:v>
                </c:pt>
                <c:pt idx="331">
                  <c:v>45989</c:v>
                </c:pt>
                <c:pt idx="332">
                  <c:v>45990</c:v>
                </c:pt>
                <c:pt idx="333">
                  <c:v>45991</c:v>
                </c:pt>
                <c:pt idx="334">
                  <c:v>45992</c:v>
                </c:pt>
                <c:pt idx="335">
                  <c:v>45993</c:v>
                </c:pt>
                <c:pt idx="336">
                  <c:v>45994</c:v>
                </c:pt>
                <c:pt idx="337">
                  <c:v>45995</c:v>
                </c:pt>
                <c:pt idx="338">
                  <c:v>45996</c:v>
                </c:pt>
                <c:pt idx="339">
                  <c:v>45997</c:v>
                </c:pt>
                <c:pt idx="340">
                  <c:v>45998</c:v>
                </c:pt>
                <c:pt idx="341">
                  <c:v>45999</c:v>
                </c:pt>
                <c:pt idx="342">
                  <c:v>46000</c:v>
                </c:pt>
                <c:pt idx="343">
                  <c:v>46001</c:v>
                </c:pt>
                <c:pt idx="344">
                  <c:v>46002</c:v>
                </c:pt>
                <c:pt idx="345">
                  <c:v>46003</c:v>
                </c:pt>
                <c:pt idx="346">
                  <c:v>46004</c:v>
                </c:pt>
                <c:pt idx="347">
                  <c:v>46005</c:v>
                </c:pt>
                <c:pt idx="348">
                  <c:v>46006</c:v>
                </c:pt>
                <c:pt idx="349">
                  <c:v>46007</c:v>
                </c:pt>
                <c:pt idx="350">
                  <c:v>46008</c:v>
                </c:pt>
                <c:pt idx="351">
                  <c:v>46009</c:v>
                </c:pt>
                <c:pt idx="352">
                  <c:v>46010</c:v>
                </c:pt>
                <c:pt idx="353">
                  <c:v>46011</c:v>
                </c:pt>
                <c:pt idx="354">
                  <c:v>46012</c:v>
                </c:pt>
                <c:pt idx="355">
                  <c:v>46013</c:v>
                </c:pt>
                <c:pt idx="356">
                  <c:v>46014</c:v>
                </c:pt>
                <c:pt idx="357">
                  <c:v>46015</c:v>
                </c:pt>
                <c:pt idx="358">
                  <c:v>46016</c:v>
                </c:pt>
                <c:pt idx="359">
                  <c:v>46017</c:v>
                </c:pt>
                <c:pt idx="360">
                  <c:v>46018</c:v>
                </c:pt>
                <c:pt idx="361">
                  <c:v>46019</c:v>
                </c:pt>
                <c:pt idx="362">
                  <c:v>46020</c:v>
                </c:pt>
                <c:pt idx="363">
                  <c:v>46021</c:v>
                </c:pt>
                <c:pt idx="364">
                  <c:v>46022</c:v>
                </c:pt>
                <c:pt idx="365">
                  <c:v>46023</c:v>
                </c:pt>
                <c:pt idx="366">
                  <c:v>46024</c:v>
                </c:pt>
                <c:pt idx="367">
                  <c:v>46025</c:v>
                </c:pt>
                <c:pt idx="368">
                  <c:v>46026</c:v>
                </c:pt>
                <c:pt idx="369">
                  <c:v>46027</c:v>
                </c:pt>
                <c:pt idx="370">
                  <c:v>46028</c:v>
                </c:pt>
                <c:pt idx="371">
                  <c:v>46029</c:v>
                </c:pt>
                <c:pt idx="372">
                  <c:v>46030</c:v>
                </c:pt>
                <c:pt idx="373">
                  <c:v>46031</c:v>
                </c:pt>
                <c:pt idx="374">
                  <c:v>46032</c:v>
                </c:pt>
                <c:pt idx="375">
                  <c:v>46033</c:v>
                </c:pt>
                <c:pt idx="376">
                  <c:v>46034</c:v>
                </c:pt>
                <c:pt idx="377">
                  <c:v>46035</c:v>
                </c:pt>
                <c:pt idx="378">
                  <c:v>46036</c:v>
                </c:pt>
                <c:pt idx="379">
                  <c:v>46037</c:v>
                </c:pt>
                <c:pt idx="380">
                  <c:v>46038</c:v>
                </c:pt>
                <c:pt idx="381">
                  <c:v>46039</c:v>
                </c:pt>
                <c:pt idx="382">
                  <c:v>46040</c:v>
                </c:pt>
                <c:pt idx="383">
                  <c:v>46041</c:v>
                </c:pt>
                <c:pt idx="384">
                  <c:v>46042</c:v>
                </c:pt>
                <c:pt idx="385">
                  <c:v>46043</c:v>
                </c:pt>
                <c:pt idx="386">
                  <c:v>46044</c:v>
                </c:pt>
                <c:pt idx="387">
                  <c:v>46045</c:v>
                </c:pt>
                <c:pt idx="388">
                  <c:v>46046</c:v>
                </c:pt>
                <c:pt idx="389">
                  <c:v>46047</c:v>
                </c:pt>
                <c:pt idx="390">
                  <c:v>46048</c:v>
                </c:pt>
                <c:pt idx="391">
                  <c:v>46049</c:v>
                </c:pt>
                <c:pt idx="392">
                  <c:v>46050</c:v>
                </c:pt>
                <c:pt idx="393">
                  <c:v>46051</c:v>
                </c:pt>
                <c:pt idx="394">
                  <c:v>46052</c:v>
                </c:pt>
                <c:pt idx="395">
                  <c:v>46053</c:v>
                </c:pt>
                <c:pt idx="396">
                  <c:v>46054</c:v>
                </c:pt>
                <c:pt idx="397">
                  <c:v>46055</c:v>
                </c:pt>
                <c:pt idx="398">
                  <c:v>46056</c:v>
                </c:pt>
                <c:pt idx="399">
                  <c:v>46057</c:v>
                </c:pt>
                <c:pt idx="400">
                  <c:v>46058</c:v>
                </c:pt>
                <c:pt idx="401">
                  <c:v>46059</c:v>
                </c:pt>
                <c:pt idx="402">
                  <c:v>46060</c:v>
                </c:pt>
                <c:pt idx="403">
                  <c:v>46061</c:v>
                </c:pt>
                <c:pt idx="404">
                  <c:v>46062</c:v>
                </c:pt>
                <c:pt idx="405">
                  <c:v>46063</c:v>
                </c:pt>
                <c:pt idx="406">
                  <c:v>46064</c:v>
                </c:pt>
                <c:pt idx="407">
                  <c:v>46065</c:v>
                </c:pt>
                <c:pt idx="408">
                  <c:v>46066</c:v>
                </c:pt>
                <c:pt idx="409">
                  <c:v>46067</c:v>
                </c:pt>
                <c:pt idx="410">
                  <c:v>46068</c:v>
                </c:pt>
                <c:pt idx="411">
                  <c:v>46069</c:v>
                </c:pt>
                <c:pt idx="412">
                  <c:v>46070</c:v>
                </c:pt>
                <c:pt idx="413">
                  <c:v>46071</c:v>
                </c:pt>
                <c:pt idx="414">
                  <c:v>46072</c:v>
                </c:pt>
                <c:pt idx="415">
                  <c:v>46073</c:v>
                </c:pt>
                <c:pt idx="416">
                  <c:v>46074</c:v>
                </c:pt>
                <c:pt idx="417">
                  <c:v>46075</c:v>
                </c:pt>
                <c:pt idx="418">
                  <c:v>46076</c:v>
                </c:pt>
                <c:pt idx="419">
                  <c:v>46077</c:v>
                </c:pt>
                <c:pt idx="420">
                  <c:v>46078</c:v>
                </c:pt>
                <c:pt idx="421">
                  <c:v>46079</c:v>
                </c:pt>
                <c:pt idx="422">
                  <c:v>46080</c:v>
                </c:pt>
                <c:pt idx="423">
                  <c:v>46081</c:v>
                </c:pt>
                <c:pt idx="424">
                  <c:v>46082</c:v>
                </c:pt>
                <c:pt idx="425">
                  <c:v>46083</c:v>
                </c:pt>
                <c:pt idx="426">
                  <c:v>46084</c:v>
                </c:pt>
                <c:pt idx="427">
                  <c:v>46085</c:v>
                </c:pt>
                <c:pt idx="428">
                  <c:v>46086</c:v>
                </c:pt>
                <c:pt idx="429">
                  <c:v>46087</c:v>
                </c:pt>
                <c:pt idx="430">
                  <c:v>46088</c:v>
                </c:pt>
                <c:pt idx="431">
                  <c:v>46089</c:v>
                </c:pt>
                <c:pt idx="432">
                  <c:v>46090</c:v>
                </c:pt>
                <c:pt idx="433">
                  <c:v>46091</c:v>
                </c:pt>
                <c:pt idx="434">
                  <c:v>46092</c:v>
                </c:pt>
                <c:pt idx="435">
                  <c:v>46093</c:v>
                </c:pt>
                <c:pt idx="436">
                  <c:v>46094</c:v>
                </c:pt>
                <c:pt idx="437">
                  <c:v>46095</c:v>
                </c:pt>
                <c:pt idx="438">
                  <c:v>46096</c:v>
                </c:pt>
                <c:pt idx="439">
                  <c:v>46097</c:v>
                </c:pt>
                <c:pt idx="440">
                  <c:v>46098</c:v>
                </c:pt>
                <c:pt idx="441">
                  <c:v>46099</c:v>
                </c:pt>
                <c:pt idx="442">
                  <c:v>46100</c:v>
                </c:pt>
                <c:pt idx="443">
                  <c:v>46101</c:v>
                </c:pt>
                <c:pt idx="444">
                  <c:v>46102</c:v>
                </c:pt>
                <c:pt idx="445">
                  <c:v>46103</c:v>
                </c:pt>
                <c:pt idx="446">
                  <c:v>46104</c:v>
                </c:pt>
                <c:pt idx="447">
                  <c:v>46105</c:v>
                </c:pt>
                <c:pt idx="448">
                  <c:v>46106</c:v>
                </c:pt>
                <c:pt idx="449">
                  <c:v>46107</c:v>
                </c:pt>
                <c:pt idx="450">
                  <c:v>46108</c:v>
                </c:pt>
                <c:pt idx="451">
                  <c:v>46109</c:v>
                </c:pt>
                <c:pt idx="452">
                  <c:v>46110</c:v>
                </c:pt>
                <c:pt idx="453">
                  <c:v>46111</c:v>
                </c:pt>
                <c:pt idx="454">
                  <c:v>46112</c:v>
                </c:pt>
                <c:pt idx="455">
                  <c:v>46113</c:v>
                </c:pt>
                <c:pt idx="456">
                  <c:v>46114</c:v>
                </c:pt>
                <c:pt idx="457">
                  <c:v>46115</c:v>
                </c:pt>
                <c:pt idx="458">
                  <c:v>46116</c:v>
                </c:pt>
                <c:pt idx="459">
                  <c:v>46117</c:v>
                </c:pt>
                <c:pt idx="460">
                  <c:v>46118</c:v>
                </c:pt>
                <c:pt idx="461">
                  <c:v>46119</c:v>
                </c:pt>
                <c:pt idx="462">
                  <c:v>46120</c:v>
                </c:pt>
                <c:pt idx="463">
                  <c:v>46121</c:v>
                </c:pt>
                <c:pt idx="464">
                  <c:v>46122</c:v>
                </c:pt>
                <c:pt idx="465">
                  <c:v>46123</c:v>
                </c:pt>
                <c:pt idx="466">
                  <c:v>46124</c:v>
                </c:pt>
                <c:pt idx="467">
                  <c:v>46125</c:v>
                </c:pt>
                <c:pt idx="468">
                  <c:v>46126</c:v>
                </c:pt>
                <c:pt idx="469">
                  <c:v>46127</c:v>
                </c:pt>
                <c:pt idx="470">
                  <c:v>46128</c:v>
                </c:pt>
                <c:pt idx="471">
                  <c:v>46129</c:v>
                </c:pt>
                <c:pt idx="472">
                  <c:v>46130</c:v>
                </c:pt>
                <c:pt idx="473">
                  <c:v>46131</c:v>
                </c:pt>
                <c:pt idx="474">
                  <c:v>46132</c:v>
                </c:pt>
                <c:pt idx="475">
                  <c:v>46133</c:v>
                </c:pt>
                <c:pt idx="476">
                  <c:v>46134</c:v>
                </c:pt>
                <c:pt idx="477">
                  <c:v>46135</c:v>
                </c:pt>
                <c:pt idx="478">
                  <c:v>46136</c:v>
                </c:pt>
                <c:pt idx="479">
                  <c:v>46137</c:v>
                </c:pt>
                <c:pt idx="480">
                  <c:v>46138</c:v>
                </c:pt>
                <c:pt idx="481">
                  <c:v>46139</c:v>
                </c:pt>
                <c:pt idx="482">
                  <c:v>46140</c:v>
                </c:pt>
                <c:pt idx="483">
                  <c:v>46141</c:v>
                </c:pt>
                <c:pt idx="484">
                  <c:v>46142</c:v>
                </c:pt>
                <c:pt idx="485">
                  <c:v>46143</c:v>
                </c:pt>
                <c:pt idx="486">
                  <c:v>46144</c:v>
                </c:pt>
                <c:pt idx="487">
                  <c:v>46145</c:v>
                </c:pt>
                <c:pt idx="488">
                  <c:v>46146</c:v>
                </c:pt>
                <c:pt idx="489">
                  <c:v>46147</c:v>
                </c:pt>
                <c:pt idx="490">
                  <c:v>46148</c:v>
                </c:pt>
                <c:pt idx="491">
                  <c:v>46149</c:v>
                </c:pt>
                <c:pt idx="492">
                  <c:v>46150</c:v>
                </c:pt>
                <c:pt idx="493">
                  <c:v>46151</c:v>
                </c:pt>
                <c:pt idx="494">
                  <c:v>46152</c:v>
                </c:pt>
                <c:pt idx="495">
                  <c:v>46153</c:v>
                </c:pt>
                <c:pt idx="496">
                  <c:v>46154</c:v>
                </c:pt>
                <c:pt idx="497">
                  <c:v>46155</c:v>
                </c:pt>
                <c:pt idx="498">
                  <c:v>46156</c:v>
                </c:pt>
                <c:pt idx="499">
                  <c:v>46157</c:v>
                </c:pt>
                <c:pt idx="500">
                  <c:v>46158</c:v>
                </c:pt>
                <c:pt idx="501">
                  <c:v>46159</c:v>
                </c:pt>
                <c:pt idx="502">
                  <c:v>46160</c:v>
                </c:pt>
                <c:pt idx="503">
                  <c:v>46161</c:v>
                </c:pt>
                <c:pt idx="504">
                  <c:v>46162</c:v>
                </c:pt>
                <c:pt idx="505">
                  <c:v>46163</c:v>
                </c:pt>
                <c:pt idx="506">
                  <c:v>46164</c:v>
                </c:pt>
                <c:pt idx="507">
                  <c:v>46165</c:v>
                </c:pt>
                <c:pt idx="508">
                  <c:v>46166</c:v>
                </c:pt>
                <c:pt idx="509">
                  <c:v>46167</c:v>
                </c:pt>
                <c:pt idx="510">
                  <c:v>46168</c:v>
                </c:pt>
                <c:pt idx="511">
                  <c:v>46169</c:v>
                </c:pt>
                <c:pt idx="512">
                  <c:v>46170</c:v>
                </c:pt>
                <c:pt idx="513">
                  <c:v>46171</c:v>
                </c:pt>
                <c:pt idx="514">
                  <c:v>46172</c:v>
                </c:pt>
                <c:pt idx="515">
                  <c:v>46173</c:v>
                </c:pt>
                <c:pt idx="516">
                  <c:v>46174</c:v>
                </c:pt>
                <c:pt idx="517">
                  <c:v>46175</c:v>
                </c:pt>
                <c:pt idx="518">
                  <c:v>46176</c:v>
                </c:pt>
                <c:pt idx="519">
                  <c:v>46177</c:v>
                </c:pt>
                <c:pt idx="520">
                  <c:v>46178</c:v>
                </c:pt>
                <c:pt idx="521">
                  <c:v>46179</c:v>
                </c:pt>
                <c:pt idx="522">
                  <c:v>46180</c:v>
                </c:pt>
                <c:pt idx="523">
                  <c:v>46181</c:v>
                </c:pt>
                <c:pt idx="524">
                  <c:v>46182</c:v>
                </c:pt>
                <c:pt idx="525">
                  <c:v>46183</c:v>
                </c:pt>
                <c:pt idx="526">
                  <c:v>46184</c:v>
                </c:pt>
                <c:pt idx="527">
                  <c:v>46185</c:v>
                </c:pt>
                <c:pt idx="528">
                  <c:v>46186</c:v>
                </c:pt>
                <c:pt idx="529">
                  <c:v>46187</c:v>
                </c:pt>
                <c:pt idx="530">
                  <c:v>46188</c:v>
                </c:pt>
                <c:pt idx="531">
                  <c:v>46189</c:v>
                </c:pt>
                <c:pt idx="532">
                  <c:v>46190</c:v>
                </c:pt>
                <c:pt idx="533">
                  <c:v>46191</c:v>
                </c:pt>
                <c:pt idx="534">
                  <c:v>46192</c:v>
                </c:pt>
                <c:pt idx="535">
                  <c:v>46193</c:v>
                </c:pt>
                <c:pt idx="536">
                  <c:v>46194</c:v>
                </c:pt>
                <c:pt idx="537">
                  <c:v>46195</c:v>
                </c:pt>
                <c:pt idx="538">
                  <c:v>46196</c:v>
                </c:pt>
                <c:pt idx="539">
                  <c:v>46197</c:v>
                </c:pt>
                <c:pt idx="540">
                  <c:v>46198</c:v>
                </c:pt>
                <c:pt idx="541">
                  <c:v>46199</c:v>
                </c:pt>
                <c:pt idx="542">
                  <c:v>46200</c:v>
                </c:pt>
                <c:pt idx="543">
                  <c:v>46201</c:v>
                </c:pt>
                <c:pt idx="544">
                  <c:v>46202</c:v>
                </c:pt>
                <c:pt idx="545">
                  <c:v>46203</c:v>
                </c:pt>
                <c:pt idx="546">
                  <c:v>46204</c:v>
                </c:pt>
                <c:pt idx="547">
                  <c:v>46205</c:v>
                </c:pt>
                <c:pt idx="548">
                  <c:v>46206</c:v>
                </c:pt>
                <c:pt idx="549">
                  <c:v>46207</c:v>
                </c:pt>
                <c:pt idx="550">
                  <c:v>46208</c:v>
                </c:pt>
                <c:pt idx="551">
                  <c:v>46209</c:v>
                </c:pt>
                <c:pt idx="552">
                  <c:v>46210</c:v>
                </c:pt>
                <c:pt idx="553">
                  <c:v>46211</c:v>
                </c:pt>
                <c:pt idx="554">
                  <c:v>46212</c:v>
                </c:pt>
                <c:pt idx="555">
                  <c:v>46213</c:v>
                </c:pt>
                <c:pt idx="556">
                  <c:v>46214</c:v>
                </c:pt>
                <c:pt idx="557">
                  <c:v>46215</c:v>
                </c:pt>
                <c:pt idx="558">
                  <c:v>46216</c:v>
                </c:pt>
                <c:pt idx="559">
                  <c:v>46217</c:v>
                </c:pt>
                <c:pt idx="560">
                  <c:v>46218</c:v>
                </c:pt>
                <c:pt idx="561">
                  <c:v>46219</c:v>
                </c:pt>
                <c:pt idx="562">
                  <c:v>46220</c:v>
                </c:pt>
                <c:pt idx="563">
                  <c:v>46221</c:v>
                </c:pt>
                <c:pt idx="564">
                  <c:v>46222</c:v>
                </c:pt>
                <c:pt idx="565">
                  <c:v>46223</c:v>
                </c:pt>
                <c:pt idx="566">
                  <c:v>46224</c:v>
                </c:pt>
                <c:pt idx="567">
                  <c:v>46225</c:v>
                </c:pt>
                <c:pt idx="568">
                  <c:v>46226</c:v>
                </c:pt>
                <c:pt idx="569">
                  <c:v>46227</c:v>
                </c:pt>
                <c:pt idx="570">
                  <c:v>46228</c:v>
                </c:pt>
                <c:pt idx="571">
                  <c:v>46229</c:v>
                </c:pt>
                <c:pt idx="572">
                  <c:v>46230</c:v>
                </c:pt>
                <c:pt idx="573">
                  <c:v>46231</c:v>
                </c:pt>
                <c:pt idx="574">
                  <c:v>46232</c:v>
                </c:pt>
                <c:pt idx="575">
                  <c:v>46233</c:v>
                </c:pt>
                <c:pt idx="576">
                  <c:v>46234</c:v>
                </c:pt>
                <c:pt idx="577">
                  <c:v>46235</c:v>
                </c:pt>
                <c:pt idx="578">
                  <c:v>46236</c:v>
                </c:pt>
                <c:pt idx="579">
                  <c:v>46237</c:v>
                </c:pt>
                <c:pt idx="580">
                  <c:v>46238</c:v>
                </c:pt>
                <c:pt idx="581">
                  <c:v>46239</c:v>
                </c:pt>
                <c:pt idx="582">
                  <c:v>46240</c:v>
                </c:pt>
                <c:pt idx="583">
                  <c:v>46241</c:v>
                </c:pt>
                <c:pt idx="584">
                  <c:v>46242</c:v>
                </c:pt>
                <c:pt idx="585">
                  <c:v>46243</c:v>
                </c:pt>
                <c:pt idx="586">
                  <c:v>46244</c:v>
                </c:pt>
                <c:pt idx="587">
                  <c:v>46245</c:v>
                </c:pt>
                <c:pt idx="588">
                  <c:v>46246</c:v>
                </c:pt>
                <c:pt idx="589">
                  <c:v>46247</c:v>
                </c:pt>
                <c:pt idx="590">
                  <c:v>46248</c:v>
                </c:pt>
                <c:pt idx="591">
                  <c:v>46249</c:v>
                </c:pt>
                <c:pt idx="592">
                  <c:v>46250</c:v>
                </c:pt>
                <c:pt idx="593">
                  <c:v>46251</c:v>
                </c:pt>
                <c:pt idx="594">
                  <c:v>46252</c:v>
                </c:pt>
                <c:pt idx="595">
                  <c:v>46253</c:v>
                </c:pt>
                <c:pt idx="596">
                  <c:v>46254</c:v>
                </c:pt>
                <c:pt idx="597">
                  <c:v>46255</c:v>
                </c:pt>
                <c:pt idx="598">
                  <c:v>46256</c:v>
                </c:pt>
                <c:pt idx="599">
                  <c:v>46257</c:v>
                </c:pt>
                <c:pt idx="600">
                  <c:v>46258</c:v>
                </c:pt>
                <c:pt idx="601">
                  <c:v>46259</c:v>
                </c:pt>
                <c:pt idx="602">
                  <c:v>46260</c:v>
                </c:pt>
                <c:pt idx="603">
                  <c:v>46261</c:v>
                </c:pt>
                <c:pt idx="604">
                  <c:v>46262</c:v>
                </c:pt>
                <c:pt idx="605">
                  <c:v>46263</c:v>
                </c:pt>
                <c:pt idx="606">
                  <c:v>46264</c:v>
                </c:pt>
                <c:pt idx="607">
                  <c:v>46265</c:v>
                </c:pt>
                <c:pt idx="608">
                  <c:v>46266</c:v>
                </c:pt>
                <c:pt idx="609">
                  <c:v>46267</c:v>
                </c:pt>
                <c:pt idx="610">
                  <c:v>46268</c:v>
                </c:pt>
                <c:pt idx="611">
                  <c:v>46269</c:v>
                </c:pt>
                <c:pt idx="612">
                  <c:v>46270</c:v>
                </c:pt>
                <c:pt idx="613">
                  <c:v>46271</c:v>
                </c:pt>
                <c:pt idx="614">
                  <c:v>46272</c:v>
                </c:pt>
                <c:pt idx="615">
                  <c:v>46273</c:v>
                </c:pt>
                <c:pt idx="616">
                  <c:v>46274</c:v>
                </c:pt>
                <c:pt idx="617">
                  <c:v>46275</c:v>
                </c:pt>
                <c:pt idx="618">
                  <c:v>46276</c:v>
                </c:pt>
                <c:pt idx="619">
                  <c:v>46277</c:v>
                </c:pt>
                <c:pt idx="620">
                  <c:v>46278</c:v>
                </c:pt>
                <c:pt idx="621">
                  <c:v>46279</c:v>
                </c:pt>
                <c:pt idx="622">
                  <c:v>46280</c:v>
                </c:pt>
                <c:pt idx="623">
                  <c:v>46281</c:v>
                </c:pt>
                <c:pt idx="624">
                  <c:v>46282</c:v>
                </c:pt>
                <c:pt idx="625">
                  <c:v>46283</c:v>
                </c:pt>
                <c:pt idx="626">
                  <c:v>46284</c:v>
                </c:pt>
                <c:pt idx="627">
                  <c:v>46285</c:v>
                </c:pt>
                <c:pt idx="628">
                  <c:v>46286</c:v>
                </c:pt>
                <c:pt idx="629">
                  <c:v>46287</c:v>
                </c:pt>
                <c:pt idx="630">
                  <c:v>46288</c:v>
                </c:pt>
                <c:pt idx="631">
                  <c:v>46289</c:v>
                </c:pt>
                <c:pt idx="632">
                  <c:v>46290</c:v>
                </c:pt>
                <c:pt idx="633">
                  <c:v>46291</c:v>
                </c:pt>
                <c:pt idx="634">
                  <c:v>46292</c:v>
                </c:pt>
                <c:pt idx="635">
                  <c:v>46293</c:v>
                </c:pt>
                <c:pt idx="636">
                  <c:v>46294</c:v>
                </c:pt>
                <c:pt idx="637">
                  <c:v>46295</c:v>
                </c:pt>
                <c:pt idx="638">
                  <c:v>46296</c:v>
                </c:pt>
                <c:pt idx="639">
                  <c:v>46297</c:v>
                </c:pt>
                <c:pt idx="640">
                  <c:v>46298</c:v>
                </c:pt>
                <c:pt idx="641">
                  <c:v>46299</c:v>
                </c:pt>
                <c:pt idx="642">
                  <c:v>46300</c:v>
                </c:pt>
                <c:pt idx="643">
                  <c:v>46301</c:v>
                </c:pt>
                <c:pt idx="644">
                  <c:v>46302</c:v>
                </c:pt>
                <c:pt idx="645">
                  <c:v>46303</c:v>
                </c:pt>
              </c:numCache>
            </c:numRef>
          </c:cat>
          <c:val>
            <c:numRef>
              <c:f>시가총액!$D$15:$D$660</c:f>
              <c:numCache>
                <c:formatCode>#,##0.00</c:formatCode>
                <c:ptCount val="646"/>
                <c:pt idx="0">
                  <c:v>126599.61</c:v>
                </c:pt>
                <c:pt idx="1">
                  <c:v>124634</c:v>
                </c:pt>
                <c:pt idx="2">
                  <c:v>132423.63</c:v>
                </c:pt>
                <c:pt idx="3">
                  <c:v>132423.63</c:v>
                </c:pt>
                <c:pt idx="4">
                  <c:v>132423.63</c:v>
                </c:pt>
                <c:pt idx="5">
                  <c:v>145454.87</c:v>
                </c:pt>
                <c:pt idx="6">
                  <c:v>141960.46</c:v>
                </c:pt>
                <c:pt idx="7">
                  <c:v>141742.06</c:v>
                </c:pt>
                <c:pt idx="8">
                  <c:v>149240.48000000001</c:v>
                </c:pt>
                <c:pt idx="9">
                  <c:v>148148.48000000001</c:v>
                </c:pt>
                <c:pt idx="10">
                  <c:v>148148.48000000001</c:v>
                </c:pt>
                <c:pt idx="11">
                  <c:v>148148.48000000001</c:v>
                </c:pt>
                <c:pt idx="12">
                  <c:v>141450.85999999999</c:v>
                </c:pt>
                <c:pt idx="13">
                  <c:v>141960.46</c:v>
                </c:pt>
                <c:pt idx="14">
                  <c:v>144290.07</c:v>
                </c:pt>
                <c:pt idx="15">
                  <c:v>152880.5</c:v>
                </c:pt>
                <c:pt idx="16">
                  <c:v>156156.51</c:v>
                </c:pt>
                <c:pt idx="17">
                  <c:v>156156.51</c:v>
                </c:pt>
                <c:pt idx="18">
                  <c:v>156156.51</c:v>
                </c:pt>
                <c:pt idx="19">
                  <c:v>154336.5</c:v>
                </c:pt>
                <c:pt idx="20">
                  <c:v>158704.51999999999</c:v>
                </c:pt>
                <c:pt idx="21">
                  <c:v>164164.53</c:v>
                </c:pt>
                <c:pt idx="22">
                  <c:v>159796.51999999999</c:v>
                </c:pt>
                <c:pt idx="23">
                  <c:v>160888.51999999999</c:v>
                </c:pt>
                <c:pt idx="24">
                  <c:v>160888.51999999999</c:v>
                </c:pt>
                <c:pt idx="25">
                  <c:v>160888.51999999999</c:v>
                </c:pt>
                <c:pt idx="26">
                  <c:v>160888.51999999999</c:v>
                </c:pt>
                <c:pt idx="27">
                  <c:v>160888.51999999999</c:v>
                </c:pt>
                <c:pt idx="28">
                  <c:v>160888.51999999999</c:v>
                </c:pt>
                <c:pt idx="29">
                  <c:v>160888.51999999999</c:v>
                </c:pt>
                <c:pt idx="30">
                  <c:v>145018.07</c:v>
                </c:pt>
                <c:pt idx="31">
                  <c:v>145018.07</c:v>
                </c:pt>
                <c:pt idx="32">
                  <c:v>145018.07</c:v>
                </c:pt>
                <c:pt idx="33">
                  <c:v>138975.65</c:v>
                </c:pt>
                <c:pt idx="34">
                  <c:v>139121.25</c:v>
                </c:pt>
                <c:pt idx="35">
                  <c:v>144726.87</c:v>
                </c:pt>
                <c:pt idx="36">
                  <c:v>148148.48000000001</c:v>
                </c:pt>
                <c:pt idx="37">
                  <c:v>147784.48000000001</c:v>
                </c:pt>
                <c:pt idx="38">
                  <c:v>147784.48000000001</c:v>
                </c:pt>
                <c:pt idx="39">
                  <c:v>147784.48000000001</c:v>
                </c:pt>
                <c:pt idx="40">
                  <c:v>144217.26999999999</c:v>
                </c:pt>
                <c:pt idx="41">
                  <c:v>145382.07</c:v>
                </c:pt>
                <c:pt idx="42">
                  <c:v>144799.67000000001</c:v>
                </c:pt>
                <c:pt idx="43">
                  <c:v>151788.49</c:v>
                </c:pt>
                <c:pt idx="44">
                  <c:v>152880.5</c:v>
                </c:pt>
                <c:pt idx="45">
                  <c:v>152880.5</c:v>
                </c:pt>
                <c:pt idx="46">
                  <c:v>152880.5</c:v>
                </c:pt>
                <c:pt idx="47">
                  <c:v>154336.5</c:v>
                </c:pt>
                <c:pt idx="48">
                  <c:v>152880.5</c:v>
                </c:pt>
                <c:pt idx="49">
                  <c:v>159068.51999999999</c:v>
                </c:pt>
                <c:pt idx="50">
                  <c:v>154336.5</c:v>
                </c:pt>
                <c:pt idx="51">
                  <c:v>152516.5</c:v>
                </c:pt>
                <c:pt idx="52">
                  <c:v>152516.5</c:v>
                </c:pt>
                <c:pt idx="53">
                  <c:v>152516.5</c:v>
                </c:pt>
                <c:pt idx="54">
                  <c:v>149240.48000000001</c:v>
                </c:pt>
                <c:pt idx="55">
                  <c:v>145964.47</c:v>
                </c:pt>
                <c:pt idx="56">
                  <c:v>147784.48000000001</c:v>
                </c:pt>
                <c:pt idx="57">
                  <c:v>145018.07</c:v>
                </c:pt>
                <c:pt idx="58">
                  <c:v>138466.04999999999</c:v>
                </c:pt>
                <c:pt idx="59">
                  <c:v>138466.04999999999</c:v>
                </c:pt>
                <c:pt idx="60">
                  <c:v>138466.04999999999</c:v>
                </c:pt>
                <c:pt idx="61">
                  <c:v>138466.04999999999</c:v>
                </c:pt>
                <c:pt idx="62">
                  <c:v>135481.24</c:v>
                </c:pt>
                <c:pt idx="63">
                  <c:v>140577.26</c:v>
                </c:pt>
                <c:pt idx="64">
                  <c:v>140067.66</c:v>
                </c:pt>
                <c:pt idx="65">
                  <c:v>140067.66</c:v>
                </c:pt>
                <c:pt idx="66">
                  <c:v>140067.66</c:v>
                </c:pt>
                <c:pt idx="67">
                  <c:v>140067.66</c:v>
                </c:pt>
                <c:pt idx="68">
                  <c:v>136791.64000000001</c:v>
                </c:pt>
                <c:pt idx="69">
                  <c:v>136718.84</c:v>
                </c:pt>
                <c:pt idx="70">
                  <c:v>144799.67000000001</c:v>
                </c:pt>
                <c:pt idx="71">
                  <c:v>145382.07</c:v>
                </c:pt>
                <c:pt idx="72">
                  <c:v>148876.48000000001</c:v>
                </c:pt>
                <c:pt idx="73">
                  <c:v>148876.48000000001</c:v>
                </c:pt>
                <c:pt idx="74">
                  <c:v>148876.48000000001</c:v>
                </c:pt>
                <c:pt idx="75">
                  <c:v>149968.49</c:v>
                </c:pt>
                <c:pt idx="76">
                  <c:v>147784.48000000001</c:v>
                </c:pt>
                <c:pt idx="77">
                  <c:v>149604.49</c:v>
                </c:pt>
                <c:pt idx="78">
                  <c:v>152880.5</c:v>
                </c:pt>
                <c:pt idx="79">
                  <c:v>156884.51</c:v>
                </c:pt>
                <c:pt idx="80">
                  <c:v>156884.51</c:v>
                </c:pt>
                <c:pt idx="81">
                  <c:v>156884.51</c:v>
                </c:pt>
                <c:pt idx="82">
                  <c:v>153972.5</c:v>
                </c:pt>
                <c:pt idx="83">
                  <c:v>151424.49</c:v>
                </c:pt>
                <c:pt idx="84">
                  <c:v>155792.51</c:v>
                </c:pt>
                <c:pt idx="85">
                  <c:v>150696.49</c:v>
                </c:pt>
                <c:pt idx="86">
                  <c:v>145090.87</c:v>
                </c:pt>
                <c:pt idx="87">
                  <c:v>145090.87</c:v>
                </c:pt>
                <c:pt idx="88">
                  <c:v>145090.87</c:v>
                </c:pt>
                <c:pt idx="89">
                  <c:v>138830.04999999999</c:v>
                </c:pt>
                <c:pt idx="90">
                  <c:v>143416.47</c:v>
                </c:pt>
                <c:pt idx="91">
                  <c:v>144071.67000000001</c:v>
                </c:pt>
                <c:pt idx="92">
                  <c:v>141669.26</c:v>
                </c:pt>
                <c:pt idx="93">
                  <c:v>132642.03</c:v>
                </c:pt>
                <c:pt idx="94">
                  <c:v>132642.03</c:v>
                </c:pt>
                <c:pt idx="95">
                  <c:v>132642.03</c:v>
                </c:pt>
                <c:pt idx="96">
                  <c:v>119974.79</c:v>
                </c:pt>
                <c:pt idx="97">
                  <c:v>123396.4</c:v>
                </c:pt>
                <c:pt idx="98">
                  <c:v>120120.39</c:v>
                </c:pt>
                <c:pt idx="99">
                  <c:v>133370.03</c:v>
                </c:pt>
                <c:pt idx="100">
                  <c:v>131622.82999999999</c:v>
                </c:pt>
                <c:pt idx="101">
                  <c:v>131622.82999999999</c:v>
                </c:pt>
                <c:pt idx="102">
                  <c:v>131622.82999999999</c:v>
                </c:pt>
                <c:pt idx="103">
                  <c:v>131186.03</c:v>
                </c:pt>
                <c:pt idx="104">
                  <c:v>131477.23000000001</c:v>
                </c:pt>
                <c:pt idx="105">
                  <c:v>126672.41</c:v>
                </c:pt>
                <c:pt idx="106">
                  <c:v>127400.41</c:v>
                </c:pt>
                <c:pt idx="107">
                  <c:v>127400.41</c:v>
                </c:pt>
                <c:pt idx="108">
                  <c:v>127400.41</c:v>
                </c:pt>
                <c:pt idx="109">
                  <c:v>127400.41</c:v>
                </c:pt>
                <c:pt idx="110">
                  <c:v>128565.22</c:v>
                </c:pt>
                <c:pt idx="111">
                  <c:v>126526.81</c:v>
                </c:pt>
                <c:pt idx="112">
                  <c:v>131768.43</c:v>
                </c:pt>
                <c:pt idx="113">
                  <c:v>129802.82</c:v>
                </c:pt>
                <c:pt idx="114">
                  <c:v>134243.64000000001</c:v>
                </c:pt>
                <c:pt idx="115">
                  <c:v>134243.64000000001</c:v>
                </c:pt>
                <c:pt idx="116">
                  <c:v>134243.64000000001</c:v>
                </c:pt>
                <c:pt idx="117">
                  <c:v>132496.43</c:v>
                </c:pt>
                <c:pt idx="118">
                  <c:v>131622.82999999999</c:v>
                </c:pt>
                <c:pt idx="119">
                  <c:v>129220.42</c:v>
                </c:pt>
                <c:pt idx="120">
                  <c:v>129220.42</c:v>
                </c:pt>
                <c:pt idx="121">
                  <c:v>135408.44</c:v>
                </c:pt>
                <c:pt idx="122">
                  <c:v>135408.44</c:v>
                </c:pt>
                <c:pt idx="123">
                  <c:v>135408.44</c:v>
                </c:pt>
                <c:pt idx="124">
                  <c:v>135408.44</c:v>
                </c:pt>
                <c:pt idx="125">
                  <c:v>135408.44</c:v>
                </c:pt>
                <c:pt idx="126">
                  <c:v>138902.85</c:v>
                </c:pt>
                <c:pt idx="127">
                  <c:v>138538.85</c:v>
                </c:pt>
                <c:pt idx="128">
                  <c:v>138393.25</c:v>
                </c:pt>
                <c:pt idx="129">
                  <c:v>138393.25</c:v>
                </c:pt>
                <c:pt idx="130">
                  <c:v>138393.25</c:v>
                </c:pt>
                <c:pt idx="131">
                  <c:v>141960.46</c:v>
                </c:pt>
                <c:pt idx="132">
                  <c:v>144508.47</c:v>
                </c:pt>
                <c:pt idx="133">
                  <c:v>149968.49</c:v>
                </c:pt>
                <c:pt idx="134">
                  <c:v>145964.47</c:v>
                </c:pt>
                <c:pt idx="135">
                  <c:v>148876.48000000001</c:v>
                </c:pt>
                <c:pt idx="136">
                  <c:v>148876.48000000001</c:v>
                </c:pt>
                <c:pt idx="137">
                  <c:v>148876.48000000001</c:v>
                </c:pt>
                <c:pt idx="138">
                  <c:v>145163.67000000001</c:v>
                </c:pt>
                <c:pt idx="139">
                  <c:v>147056.48000000001</c:v>
                </c:pt>
                <c:pt idx="140">
                  <c:v>145964.47</c:v>
                </c:pt>
                <c:pt idx="141">
                  <c:v>143343.67000000001</c:v>
                </c:pt>
                <c:pt idx="142" formatCode="#,##0">
                  <c:v>145600.47</c:v>
                </c:pt>
                <c:pt idx="143" formatCode="#,##0">
                  <c:v>145600.47</c:v>
                </c:pt>
                <c:pt idx="144" formatCode="#,##0">
                  <c:v>145600.47</c:v>
                </c:pt>
                <c:pt idx="145">
                  <c:v>147784.48000000001</c:v>
                </c:pt>
                <c:pt idx="146">
                  <c:v>147420.48000000001</c:v>
                </c:pt>
                <c:pt idx="147">
                  <c:v>151424.49</c:v>
                </c:pt>
                <c:pt idx="148">
                  <c:v>154336.5</c:v>
                </c:pt>
                <c:pt idx="149">
                  <c:v>148876.48000000001</c:v>
                </c:pt>
                <c:pt idx="150">
                  <c:v>148876.48000000001</c:v>
                </c:pt>
                <c:pt idx="151">
                  <c:v>148876.48000000001</c:v>
                </c:pt>
                <c:pt idx="152">
                  <c:v>151060.49</c:v>
                </c:pt>
                <c:pt idx="153">
                  <c:v>151060.49</c:v>
                </c:pt>
                <c:pt idx="154">
                  <c:v>158340.51</c:v>
                </c:pt>
                <c:pt idx="155">
                  <c:v>163436.53</c:v>
                </c:pt>
                <c:pt idx="156">
                  <c:v>163436.53</c:v>
                </c:pt>
                <c:pt idx="157">
                  <c:v>163436.53</c:v>
                </c:pt>
                <c:pt idx="158">
                  <c:v>163436.53</c:v>
                </c:pt>
                <c:pt idx="159">
                  <c:v>166712.54</c:v>
                </c:pt>
                <c:pt idx="160">
                  <c:v>167804.55</c:v>
                </c:pt>
                <c:pt idx="161">
                  <c:v>174720.57</c:v>
                </c:pt>
                <c:pt idx="162">
                  <c:v>171444.56</c:v>
                </c:pt>
                <c:pt idx="163">
                  <c:v>171444.56</c:v>
                </c:pt>
                <c:pt idx="164">
                  <c:v>171444.56</c:v>
                </c:pt>
                <c:pt idx="165">
                  <c:v>171444.56</c:v>
                </c:pt>
                <c:pt idx="166">
                  <c:v>180544.59</c:v>
                </c:pt>
                <c:pt idx="167">
                  <c:v>181272.59</c:v>
                </c:pt>
                <c:pt idx="168">
                  <c:v>179452.58</c:v>
                </c:pt>
                <c:pt idx="169">
                  <c:v>179088.58</c:v>
                </c:pt>
                <c:pt idx="170">
                  <c:v>187096.61</c:v>
                </c:pt>
                <c:pt idx="171">
                  <c:v>187096.61</c:v>
                </c:pt>
                <c:pt idx="172">
                  <c:v>187096.61</c:v>
                </c:pt>
                <c:pt idx="173">
                  <c:v>188916.61</c:v>
                </c:pt>
                <c:pt idx="174">
                  <c:v>202748.66</c:v>
                </c:pt>
                <c:pt idx="175">
                  <c:v>208208.68</c:v>
                </c:pt>
                <c:pt idx="176">
                  <c:v>213304.69</c:v>
                </c:pt>
                <c:pt idx="177">
                  <c:v>206752.67</c:v>
                </c:pt>
                <c:pt idx="178">
                  <c:v>206752.67</c:v>
                </c:pt>
                <c:pt idx="179">
                  <c:v>206752.67</c:v>
                </c:pt>
                <c:pt idx="180">
                  <c:v>212576.69</c:v>
                </c:pt>
                <c:pt idx="181">
                  <c:v>207844.68</c:v>
                </c:pt>
                <c:pt idx="182">
                  <c:v>203112.66</c:v>
                </c:pt>
                <c:pt idx="183">
                  <c:v>202748.66</c:v>
                </c:pt>
                <c:pt idx="184">
                  <c:v>196924.64</c:v>
                </c:pt>
                <c:pt idx="185">
                  <c:v>196924.64</c:v>
                </c:pt>
                <c:pt idx="186">
                  <c:v>196924.64</c:v>
                </c:pt>
                <c:pt idx="187">
                  <c:v>197288.64</c:v>
                </c:pt>
                <c:pt idx="188">
                  <c:v>205296.67</c:v>
                </c:pt>
                <c:pt idx="189">
                  <c:v>204568.66</c:v>
                </c:pt>
                <c:pt idx="190">
                  <c:v>216216.7</c:v>
                </c:pt>
                <c:pt idx="191">
                  <c:v>214396.7</c:v>
                </c:pt>
                <c:pt idx="192">
                  <c:v>214396.7</c:v>
                </c:pt>
                <c:pt idx="193">
                  <c:v>214396.7</c:v>
                </c:pt>
                <c:pt idx="194">
                  <c:v>218400.71</c:v>
                </c:pt>
                <c:pt idx="195">
                  <c:v>217308.71</c:v>
                </c:pt>
                <c:pt idx="196">
                  <c:v>215488.7</c:v>
                </c:pt>
                <c:pt idx="197">
                  <c:v>196196.64</c:v>
                </c:pt>
                <c:pt idx="198">
                  <c:v>195832.64</c:v>
                </c:pt>
                <c:pt idx="199">
                  <c:v>195832.64</c:v>
                </c:pt>
                <c:pt idx="200">
                  <c:v>195832.64</c:v>
                </c:pt>
                <c:pt idx="201">
                  <c:v>198380.64</c:v>
                </c:pt>
                <c:pt idx="202" formatCode="#,##0">
                  <c:v>195468.64</c:v>
                </c:pt>
                <c:pt idx="203">
                  <c:v>195832.64</c:v>
                </c:pt>
                <c:pt idx="204">
                  <c:v>196196.64</c:v>
                </c:pt>
                <c:pt idx="205">
                  <c:v>193648.63</c:v>
                </c:pt>
                <c:pt idx="206">
                  <c:v>193648.63</c:v>
                </c:pt>
                <c:pt idx="207">
                  <c:v>193648.63</c:v>
                </c:pt>
                <c:pt idx="208">
                  <c:v>190736.62</c:v>
                </c:pt>
                <c:pt idx="209">
                  <c:v>191100.62</c:v>
                </c:pt>
                <c:pt idx="210">
                  <c:v>191828.62</c:v>
                </c:pt>
                <c:pt idx="211">
                  <c:v>199108.65</c:v>
                </c:pt>
                <c:pt idx="212">
                  <c:v>187824.61</c:v>
                </c:pt>
                <c:pt idx="213">
                  <c:v>187824.61</c:v>
                </c:pt>
                <c:pt idx="214">
                  <c:v>187824.61</c:v>
                </c:pt>
                <c:pt idx="215">
                  <c:v>187824.61</c:v>
                </c:pt>
                <c:pt idx="216">
                  <c:v>191828.62</c:v>
                </c:pt>
                <c:pt idx="217">
                  <c:v>188188.61</c:v>
                </c:pt>
                <c:pt idx="218">
                  <c:v>190736.62</c:v>
                </c:pt>
                <c:pt idx="219">
                  <c:v>186732.61</c:v>
                </c:pt>
                <c:pt idx="220">
                  <c:v>186732.61</c:v>
                </c:pt>
                <c:pt idx="221">
                  <c:v>186732.61</c:v>
                </c:pt>
                <c:pt idx="222">
                  <c:v>194376.63</c:v>
                </c:pt>
                <c:pt idx="223">
                  <c:v>195832.64</c:v>
                </c:pt>
                <c:pt idx="224">
                  <c:v>202384.66</c:v>
                </c:pt>
                <c:pt idx="225">
                  <c:v>201292.65</c:v>
                </c:pt>
                <c:pt idx="226">
                  <c:v>201292.65</c:v>
                </c:pt>
                <c:pt idx="227">
                  <c:v>201292.65</c:v>
                </c:pt>
                <c:pt idx="228">
                  <c:v>201292.65</c:v>
                </c:pt>
                <c:pt idx="229">
                  <c:v>194740.63</c:v>
                </c:pt>
                <c:pt idx="230" formatCode="#,##0">
                  <c:v>191464.62</c:v>
                </c:pt>
                <c:pt idx="231">
                  <c:v>186004.6</c:v>
                </c:pt>
                <c:pt idx="232">
                  <c:v>178360.58</c:v>
                </c:pt>
                <c:pt idx="233">
                  <c:v>182728.59</c:v>
                </c:pt>
                <c:pt idx="234">
                  <c:v>182728.59</c:v>
                </c:pt>
                <c:pt idx="235">
                  <c:v>182728.59</c:v>
                </c:pt>
                <c:pt idx="236">
                  <c:v>188916.61</c:v>
                </c:pt>
                <c:pt idx="237">
                  <c:v>190372.62</c:v>
                </c:pt>
                <c:pt idx="238">
                  <c:v>189280.61</c:v>
                </c:pt>
                <c:pt idx="239" formatCode="#,##0">
                  <c:v>195468.64</c:v>
                </c:pt>
                <c:pt idx="240">
                  <c:v>195832.64</c:v>
                </c:pt>
                <c:pt idx="241">
                  <c:v>195832.64</c:v>
                </c:pt>
                <c:pt idx="242">
                  <c:v>195832.64</c:v>
                </c:pt>
                <c:pt idx="243">
                  <c:v>186368.61</c:v>
                </c:pt>
                <c:pt idx="244">
                  <c:v>189644.62</c:v>
                </c:pt>
                <c:pt idx="245">
                  <c:v>191100.62</c:v>
                </c:pt>
                <c:pt idx="246">
                  <c:v>193284.63</c:v>
                </c:pt>
                <c:pt idx="247">
                  <c:v>199108.65</c:v>
                </c:pt>
                <c:pt idx="248">
                  <c:v>199108.65</c:v>
                </c:pt>
                <c:pt idx="249">
                  <c:v>199108.65</c:v>
                </c:pt>
                <c:pt idx="250">
                  <c:v>201656.66</c:v>
                </c:pt>
                <c:pt idx="251">
                  <c:v>209664.68</c:v>
                </c:pt>
                <c:pt idx="252">
                  <c:v>221312.72</c:v>
                </c:pt>
                <c:pt idx="253">
                  <c:v>223496.73</c:v>
                </c:pt>
                <c:pt idx="254">
                  <c:v>239148.78</c:v>
                </c:pt>
                <c:pt idx="255">
                  <c:v>239148.78</c:v>
                </c:pt>
                <c:pt idx="256">
                  <c:v>239148.78</c:v>
                </c:pt>
                <c:pt idx="257">
                  <c:v>240968.78</c:v>
                </c:pt>
                <c:pt idx="258">
                  <c:v>253344.82</c:v>
                </c:pt>
                <c:pt idx="259">
                  <c:v>242788.79</c:v>
                </c:pt>
                <c:pt idx="260">
                  <c:v>256984.83</c:v>
                </c:pt>
                <c:pt idx="261">
                  <c:v>256984.83</c:v>
                </c:pt>
                <c:pt idx="262">
                  <c:v>256984.83</c:v>
                </c:pt>
                <c:pt idx="263">
                  <c:v>256984.83</c:v>
                </c:pt>
                <c:pt idx="264">
                  <c:v>255528.83</c:v>
                </c:pt>
                <c:pt idx="265">
                  <c:v>262808.84999999998</c:v>
                </c:pt>
                <c:pt idx="266">
                  <c:v>260260.85</c:v>
                </c:pt>
                <c:pt idx="267">
                  <c:v>259532.84</c:v>
                </c:pt>
                <c:pt idx="268">
                  <c:v>244972.79999999999</c:v>
                </c:pt>
                <c:pt idx="269">
                  <c:v>244972.79999999999</c:v>
                </c:pt>
                <c:pt idx="270">
                  <c:v>244972.79999999999</c:v>
                </c:pt>
                <c:pt idx="271">
                  <c:v>254072.83</c:v>
                </c:pt>
                <c:pt idx="272">
                  <c:v>252980.82</c:v>
                </c:pt>
                <c:pt idx="273">
                  <c:v>262080.85</c:v>
                </c:pt>
                <c:pt idx="274">
                  <c:v>287924.94</c:v>
                </c:pt>
                <c:pt idx="275">
                  <c:v>287924.94</c:v>
                </c:pt>
                <c:pt idx="276">
                  <c:v>287924.94</c:v>
                </c:pt>
                <c:pt idx="277">
                  <c:v>287924.94</c:v>
                </c:pt>
                <c:pt idx="278">
                  <c:v>287924.94</c:v>
                </c:pt>
                <c:pt idx="279">
                  <c:v>287924.94</c:v>
                </c:pt>
                <c:pt idx="280">
                  <c:v>287924.94</c:v>
                </c:pt>
                <c:pt idx="281">
                  <c:v>287924.94</c:v>
                </c:pt>
                <c:pt idx="282">
                  <c:v>311585.01</c:v>
                </c:pt>
                <c:pt idx="283">
                  <c:v>311585.01</c:v>
                </c:pt>
                <c:pt idx="284">
                  <c:v>311585.01</c:v>
                </c:pt>
                <c:pt idx="285">
                  <c:v>302120.98</c:v>
                </c:pt>
                <c:pt idx="286">
                  <c:v>299572.96999999997</c:v>
                </c:pt>
                <c:pt idx="287">
                  <c:v>307581</c:v>
                </c:pt>
                <c:pt idx="288">
                  <c:v>329421.07</c:v>
                </c:pt>
                <c:pt idx="289">
                  <c:v>338885.1</c:v>
                </c:pt>
                <c:pt idx="290">
                  <c:v>338885.1</c:v>
                </c:pt>
                <c:pt idx="291">
                  <c:v>338885.1</c:v>
                </c:pt>
                <c:pt idx="292">
                  <c:v>353445.15</c:v>
                </c:pt>
                <c:pt idx="293">
                  <c:v>348713.13</c:v>
                </c:pt>
                <c:pt idx="294">
                  <c:v>350533.14</c:v>
                </c:pt>
                <c:pt idx="295">
                  <c:v>348349.13</c:v>
                </c:pt>
                <c:pt idx="296">
                  <c:v>371281.21</c:v>
                </c:pt>
                <c:pt idx="297">
                  <c:v>371281.21</c:v>
                </c:pt>
                <c:pt idx="298">
                  <c:v>371281.21</c:v>
                </c:pt>
                <c:pt idx="299">
                  <c:v>389481.27</c:v>
                </c:pt>
                <c:pt idx="300">
                  <c:v>379289.23</c:v>
                </c:pt>
                <c:pt idx="301">
                  <c:v>406225.32</c:v>
                </c:pt>
                <c:pt idx="302">
                  <c:v>413505.34</c:v>
                </c:pt>
                <c:pt idx="303">
                  <c:v>406953.32</c:v>
                </c:pt>
                <c:pt idx="304">
                  <c:v>406953.32</c:v>
                </c:pt>
                <c:pt idx="305">
                  <c:v>406953.32</c:v>
                </c:pt>
                <c:pt idx="306">
                  <c:v>451361.47</c:v>
                </c:pt>
                <c:pt idx="307">
                  <c:v>426609.39</c:v>
                </c:pt>
                <c:pt idx="308">
                  <c:v>421513.37</c:v>
                </c:pt>
                <c:pt idx="309">
                  <c:v>431705.4</c:v>
                </c:pt>
                <c:pt idx="310">
                  <c:v>422241.37</c:v>
                </c:pt>
                <c:pt idx="311">
                  <c:v>422241.37</c:v>
                </c:pt>
                <c:pt idx="312">
                  <c:v>422241.37</c:v>
                </c:pt>
                <c:pt idx="313">
                  <c:v>441169.43</c:v>
                </c:pt>
                <c:pt idx="314">
                  <c:v>450633.46</c:v>
                </c:pt>
                <c:pt idx="315">
                  <c:v>449177.46</c:v>
                </c:pt>
                <c:pt idx="316">
                  <c:v>445537.45</c:v>
                </c:pt>
                <c:pt idx="317">
                  <c:v>407681.32</c:v>
                </c:pt>
                <c:pt idx="318">
                  <c:v>407681.32</c:v>
                </c:pt>
                <c:pt idx="319">
                  <c:v>407681.32</c:v>
                </c:pt>
                <c:pt idx="320">
                  <c:v>441169.43</c:v>
                </c:pt>
                <c:pt idx="321">
                  <c:v>414961.35</c:v>
                </c:pt>
                <c:pt idx="322">
                  <c:v>409137.33</c:v>
                </c:pt>
                <c:pt idx="323">
                  <c:v>415689.35</c:v>
                </c:pt>
                <c:pt idx="324">
                  <c:v>379289.23</c:v>
                </c:pt>
                <c:pt idx="325">
                  <c:v>379289.23</c:v>
                </c:pt>
                <c:pt idx="326">
                  <c:v>379289.23</c:v>
                </c:pt>
                <c:pt idx="327">
                  <c:v>378561.23</c:v>
                </c:pt>
                <c:pt idx="328">
                  <c:v>377833.23</c:v>
                </c:pt>
                <c:pt idx="329">
                  <c:v>381473.24</c:v>
                </c:pt>
                <c:pt idx="330">
                  <c:v>396033.29</c:v>
                </c:pt>
                <c:pt idx="331">
                  <c:v>385841.25</c:v>
                </c:pt>
                <c:pt idx="332">
                  <c:v>385841.25</c:v>
                </c:pt>
                <c:pt idx="333">
                  <c:v>385841.25</c:v>
                </c:pt>
                <c:pt idx="334">
                  <c:v>391665.27</c:v>
                </c:pt>
                <c:pt idx="335">
                  <c:v>406225.32</c:v>
                </c:pt>
                <c:pt idx="336">
                  <c:v>401857.31</c:v>
                </c:pt>
                <c:pt idx="337">
                  <c:v>394577.28</c:v>
                </c:pt>
                <c:pt idx="338">
                  <c:v>396033.29</c:v>
                </c:pt>
                <c:pt idx="339">
                  <c:v>396033.29</c:v>
                </c:pt>
                <c:pt idx="340">
                  <c:v>396033.29</c:v>
                </c:pt>
                <c:pt idx="341">
                  <c:v>420057.36</c:v>
                </c:pt>
                <c:pt idx="342">
                  <c:v>412049.34</c:v>
                </c:pt>
                <c:pt idx="343">
                  <c:v>427337.39</c:v>
                </c:pt>
                <c:pt idx="344">
                  <c:v>411321.34</c:v>
                </c:pt>
                <c:pt idx="345">
                  <c:v>415689.35</c:v>
                </c:pt>
                <c:pt idx="346">
                  <c:v>415689.35</c:v>
                </c:pt>
                <c:pt idx="347">
                  <c:v>415689.35</c:v>
                </c:pt>
                <c:pt idx="348">
                  <c:v>403313.31</c:v>
                </c:pt>
                <c:pt idx="349">
                  <c:v>385841.25</c:v>
                </c:pt>
                <c:pt idx="350">
                  <c:v>401129.3</c:v>
                </c:pt>
                <c:pt idx="351">
                  <c:v>401857.31</c:v>
                </c:pt>
                <c:pt idx="352">
                  <c:v>398217.29</c:v>
                </c:pt>
                <c:pt idx="353">
                  <c:v>398217.29</c:v>
                </c:pt>
                <c:pt idx="354">
                  <c:v>398217.29</c:v>
                </c:pt>
                <c:pt idx="355">
                  <c:v>422241.37</c:v>
                </c:pt>
                <c:pt idx="356">
                  <c:v>425153.38</c:v>
                </c:pt>
                <c:pt idx="357">
                  <c:v>428065.39</c:v>
                </c:pt>
                <c:pt idx="358">
                  <c:v>428065.39</c:v>
                </c:pt>
                <c:pt idx="359">
                  <c:v>436073.42</c:v>
                </c:pt>
                <c:pt idx="360">
                  <c:v>436073.42</c:v>
                </c:pt>
                <c:pt idx="361">
                  <c:v>436073.42</c:v>
                </c:pt>
                <c:pt idx="362">
                  <c:v>465921.51</c:v>
                </c:pt>
                <c:pt idx="363">
                  <c:v>473929.54</c:v>
                </c:pt>
                <c:pt idx="364">
                  <c:v>473929.54</c:v>
                </c:pt>
                <c:pt idx="365">
                  <c:v>473929.54</c:v>
                </c:pt>
                <c:pt idx="366">
                  <c:v>492857.59999999998</c:v>
                </c:pt>
                <c:pt idx="367">
                  <c:v>492857.59999999998</c:v>
                </c:pt>
                <c:pt idx="368">
                  <c:v>492857.59999999998</c:v>
                </c:pt>
                <c:pt idx="369">
                  <c:v>506689.65</c:v>
                </c:pt>
                <c:pt idx="370">
                  <c:v>528529.72</c:v>
                </c:pt>
                <c:pt idx="371">
                  <c:v>540177.75</c:v>
                </c:pt>
                <c:pt idx="372">
                  <c:v>550369.79</c:v>
                </c:pt>
                <c:pt idx="373">
                  <c:v>541633.76</c:v>
                </c:pt>
                <c:pt idx="374">
                  <c:v>541633.76</c:v>
                </c:pt>
                <c:pt idx="375">
                  <c:v>541633.76</c:v>
                </c:pt>
                <c:pt idx="376">
                  <c:v>545273.77</c:v>
                </c:pt>
                <c:pt idx="377">
                  <c:v>537265.75</c:v>
                </c:pt>
                <c:pt idx="378">
                  <c:v>540177.75</c:v>
                </c:pt>
                <c:pt idx="379">
                  <c:v>545273.77</c:v>
                </c:pt>
                <c:pt idx="380">
                  <c:v>550369.79</c:v>
                </c:pt>
                <c:pt idx="381">
                  <c:v>550369.79</c:v>
                </c:pt>
                <c:pt idx="382">
                  <c:v>550369.79</c:v>
                </c:pt>
                <c:pt idx="383">
                  <c:v>556193.81000000006</c:v>
                </c:pt>
                <c:pt idx="384">
                  <c:v>540905.76</c:v>
                </c:pt>
                <c:pt idx="385">
                  <c:v>538721.75</c:v>
                </c:pt>
                <c:pt idx="386">
                  <c:v>549641.79</c:v>
                </c:pt>
                <c:pt idx="387">
                  <c:v>558377.81000000006</c:v>
                </c:pt>
                <c:pt idx="388">
                  <c:v>558377.81000000006</c:v>
                </c:pt>
                <c:pt idx="389">
                  <c:v>558377.81000000006</c:v>
                </c:pt>
                <c:pt idx="390">
                  <c:v>535809.74</c:v>
                </c:pt>
                <c:pt idx="391" formatCode="#,##0">
                  <c:v>582401.89</c:v>
                </c:pt>
                <c:pt idx="392">
                  <c:v>612249.99</c:v>
                </c:pt>
                <c:pt idx="393">
                  <c:v>626810.04</c:v>
                </c:pt>
                <c:pt idx="394">
                  <c:v>661754.15</c:v>
                </c:pt>
                <c:pt idx="395">
                  <c:v>661754.15</c:v>
                </c:pt>
                <c:pt idx="396">
                  <c:v>661754.15</c:v>
                </c:pt>
                <c:pt idx="397">
                  <c:v>604241.96</c:v>
                </c:pt>
                <c:pt idx="398">
                  <c:v>660298.15</c:v>
                </c:pt>
                <c:pt idx="399">
                  <c:v>655202.13</c:v>
                </c:pt>
                <c:pt idx="400">
                  <c:v>612977.99</c:v>
                </c:pt>
                <c:pt idx="401">
                  <c:v>610793.98</c:v>
                </c:pt>
                <c:pt idx="402">
                  <c:v>610793.98</c:v>
                </c:pt>
                <c:pt idx="403">
                  <c:v>610793.98</c:v>
                </c:pt>
                <c:pt idx="404">
                  <c:v>645738.1</c:v>
                </c:pt>
                <c:pt idx="405">
                  <c:v>637730.06999999995</c:v>
                </c:pt>
                <c:pt idx="406">
                  <c:v>626082.03</c:v>
                </c:pt>
                <c:pt idx="407">
                  <c:v>646466.1</c:v>
                </c:pt>
                <c:pt idx="408">
                  <c:v>640642.07999999996</c:v>
                </c:pt>
                <c:pt idx="409">
                  <c:v>640642.07999999996</c:v>
                </c:pt>
                <c:pt idx="410">
                  <c:v>640642.07999999996</c:v>
                </c:pt>
                <c:pt idx="411">
                  <c:v>640642.07999999996</c:v>
                </c:pt>
                <c:pt idx="412">
                  <c:v>640642.07999999996</c:v>
                </c:pt>
                <c:pt idx="413">
                  <c:v>640642.07999999996</c:v>
                </c:pt>
                <c:pt idx="414">
                  <c:v>650834.11</c:v>
                </c:pt>
                <c:pt idx="415">
                  <c:v>690874.24</c:v>
                </c:pt>
                <c:pt idx="416">
                  <c:v>690874.24</c:v>
                </c:pt>
                <c:pt idx="417">
                  <c:v>690874.24</c:v>
                </c:pt>
                <c:pt idx="418">
                  <c:v>677779.95</c:v>
                </c:pt>
                <c:pt idx="419">
                  <c:v>716265.88</c:v>
                </c:pt>
                <c:pt idx="420">
                  <c:v>725531.01</c:v>
                </c:pt>
                <c:pt idx="421">
                  <c:v>783259.9</c:v>
                </c:pt>
                <c:pt idx="422">
                  <c:v>756177.21</c:v>
                </c:pt>
                <c:pt idx="423">
                  <c:v>756177.21</c:v>
                </c:pt>
                <c:pt idx="424">
                  <c:v>756177.21</c:v>
                </c:pt>
                <c:pt idx="425">
                  <c:v>756177.21</c:v>
                </c:pt>
                <c:pt idx="426">
                  <c:v>669227.52000000002</c:v>
                </c:pt>
                <c:pt idx="427">
                  <c:v>605084.31000000006</c:v>
                </c:pt>
                <c:pt idx="428">
                  <c:v>670652.93000000005</c:v>
                </c:pt>
                <c:pt idx="429">
                  <c:v>658536.99</c:v>
                </c:pt>
                <c:pt idx="430">
                  <c:v>658536.99</c:v>
                </c:pt>
                <c:pt idx="431">
                  <c:v>658536.99</c:v>
                </c:pt>
                <c:pt idx="432">
                  <c:v>595819.18000000005</c:v>
                </c:pt>
                <c:pt idx="433">
                  <c:v>668514.81999999995</c:v>
                </c:pt>
                <c:pt idx="434">
                  <c:v>680630.76</c:v>
                </c:pt>
                <c:pt idx="435">
                  <c:v>662813.19999999995</c:v>
                </c:pt>
                <c:pt idx="436">
                  <c:v>648559.15</c:v>
                </c:pt>
                <c:pt idx="437">
                  <c:v>648559.15</c:v>
                </c:pt>
                <c:pt idx="438">
                  <c:v>648559.15</c:v>
                </c:pt>
                <c:pt idx="439">
                  <c:v>694172.1</c:v>
                </c:pt>
                <c:pt idx="440">
                  <c:v>691321.29</c:v>
                </c:pt>
                <c:pt idx="441">
                  <c:v>752613.7</c:v>
                </c:pt>
                <c:pt idx="442">
                  <c:v>721967.5</c:v>
                </c:pt>
                <c:pt idx="443">
                  <c:v>717691.28</c:v>
                </c:pt>
                <c:pt idx="444">
                  <c:v>717691.28</c:v>
                </c:pt>
                <c:pt idx="445">
                  <c:v>717691.28</c:v>
                </c:pt>
                <c:pt idx="446">
                  <c:v>664951.31000000006</c:v>
                </c:pt>
                <c:pt idx="447">
                  <c:v>702724.53</c:v>
                </c:pt>
                <c:pt idx="448">
                  <c:v>709138.85</c:v>
                </c:pt>
                <c:pt idx="449">
                  <c:v>664951.31000000006</c:v>
                </c:pt>
                <c:pt idx="450">
                  <c:v>657111.57999999996</c:v>
                </c:pt>
                <c:pt idx="451">
                  <c:v>657111.57999999996</c:v>
                </c:pt>
                <c:pt idx="452">
                  <c:v>657111.57999999996</c:v>
                </c:pt>
                <c:pt idx="453">
                  <c:v>622189.16</c:v>
                </c:pt>
                <c:pt idx="454">
                  <c:v>575150.81000000006</c:v>
                </c:pt>
                <c:pt idx="455">
                  <c:v>636443.21</c:v>
                </c:pt>
                <c:pt idx="456">
                  <c:v>591542.96</c:v>
                </c:pt>
                <c:pt idx="457">
                  <c:v>624327.27</c:v>
                </c:pt>
                <c:pt idx="458">
                  <c:v>624327.27</c:v>
                </c:pt>
                <c:pt idx="459">
                  <c:v>624327.27</c:v>
                </c:pt>
                <c:pt idx="460">
                  <c:v>631454.30000000005</c:v>
                </c:pt>
                <c:pt idx="461">
                  <c:v>652835.37</c:v>
                </c:pt>
                <c:pt idx="462">
                  <c:v>736221.54</c:v>
                </c:pt>
                <c:pt idx="463">
                  <c:v>711276.96</c:v>
                </c:pt>
                <c:pt idx="464">
                  <c:v>731945.33</c:v>
                </c:pt>
                <c:pt idx="465">
                  <c:v>731945.33</c:v>
                </c:pt>
                <c:pt idx="466">
                  <c:v>731945.33</c:v>
                </c:pt>
                <c:pt idx="467">
                  <c:v>741210.46</c:v>
                </c:pt>
                <c:pt idx="468">
                  <c:v>786110.71</c:v>
                </c:pt>
                <c:pt idx="469">
                  <c:v>809629.89</c:v>
                </c:pt>
                <c:pt idx="470">
                  <c:v>823171.23</c:v>
                </c:pt>
                <c:pt idx="471">
                  <c:v>803928.27</c:v>
                </c:pt>
                <c:pt idx="472">
                  <c:v>803928.27</c:v>
                </c:pt>
                <c:pt idx="473">
                  <c:v>803928.27</c:v>
                </c:pt>
                <c:pt idx="474">
                  <c:v>831010.96</c:v>
                </c:pt>
                <c:pt idx="475">
                  <c:v>872347.69</c:v>
                </c:pt>
                <c:pt idx="476">
                  <c:v>871634.99</c:v>
                </c:pt>
                <c:pt idx="477">
                  <c:v>873060.4</c:v>
                </c:pt>
                <c:pt idx="478">
                  <c:v>870922.29</c:v>
                </c:pt>
                <c:pt idx="479">
                  <c:v>870922.29</c:v>
                </c:pt>
                <c:pt idx="480">
                  <c:v>870922.29</c:v>
                </c:pt>
                <c:pt idx="481">
                  <c:v>920811.46</c:v>
                </c:pt>
                <c:pt idx="482">
                  <c:v>926513.07</c:v>
                </c:pt>
                <c:pt idx="483">
                  <c:v>921524.16</c:v>
                </c:pt>
                <c:pt idx="484">
                  <c:v>916535.24</c:v>
                </c:pt>
                <c:pt idx="485">
                  <c:v>916535.24</c:v>
                </c:pt>
                <c:pt idx="486">
                  <c:v>916535.24</c:v>
                </c:pt>
                <c:pt idx="487">
                  <c:v>916535.24</c:v>
                </c:pt>
                <c:pt idx="488">
                  <c:v>1031280.32</c:v>
                </c:pt>
                <c:pt idx="489">
                  <c:v>1031280.32</c:v>
                </c:pt>
                <c:pt idx="490">
                  <c:v>1141036.49</c:v>
                </c:pt>
                <c:pt idx="491">
                  <c:v>1178809.71</c:v>
                </c:pt>
                <c:pt idx="492">
                  <c:v>1201616.19</c:v>
                </c:pt>
                <c:pt idx="493">
                  <c:v>1201616.19</c:v>
                </c:pt>
                <c:pt idx="494">
                  <c:v>1201616.19</c:v>
                </c:pt>
                <c:pt idx="495">
                  <c:v>1339880.45</c:v>
                </c:pt>
                <c:pt idx="496">
                  <c:v>1307808.8400000001</c:v>
                </c:pt>
                <c:pt idx="497">
                  <c:v>1408299.87</c:v>
                </c:pt>
                <c:pt idx="498">
                  <c:v>1404023.66</c:v>
                </c:pt>
                <c:pt idx="499">
                  <c:v>1296405.6000000001</c:v>
                </c:pt>
                <c:pt idx="500">
                  <c:v>1296405.6000000001</c:v>
                </c:pt>
                <c:pt idx="501">
                  <c:v>1296405.6000000001</c:v>
                </c:pt>
                <c:pt idx="502">
                  <c:v>1311372.3500000001</c:v>
                </c:pt>
                <c:pt idx="503">
                  <c:v>1243665.6299999999</c:v>
                </c:pt>
                <c:pt idx="504">
                  <c:v>1243665.6299999999</c:v>
                </c:pt>
                <c:pt idx="505">
                  <c:v>1382642.59</c:v>
                </c:pt>
                <c:pt idx="506">
                  <c:v>1383355.29</c:v>
                </c:pt>
                <c:pt idx="507">
                  <c:v>1383355.29</c:v>
                </c:pt>
                <c:pt idx="508">
                  <c:v>1383355.29</c:v>
                </c:pt>
                <c:pt idx="509">
                  <c:v>1383355.29</c:v>
                </c:pt>
                <c:pt idx="510">
                  <c:v>1462465.25</c:v>
                </c:pt>
                <c:pt idx="511">
                  <c:v>1598591.4</c:v>
                </c:pt>
                <c:pt idx="512">
                  <c:v>1631375.71</c:v>
                </c:pt>
                <c:pt idx="513">
                  <c:v>1662734.62</c:v>
                </c:pt>
                <c:pt idx="514">
                  <c:v>1662734.62</c:v>
                </c:pt>
                <c:pt idx="515">
                  <c:v>1662734.62</c:v>
                </c:pt>
                <c:pt idx="516">
                  <c:v>1684115.69</c:v>
                </c:pt>
                <c:pt idx="517">
                  <c:v>1681977.58</c:v>
                </c:pt>
                <c:pt idx="518">
                  <c:v>1681977.58</c:v>
                </c:pt>
                <c:pt idx="519">
                  <c:v>1637790.03</c:v>
                </c:pt>
                <c:pt idx="520">
                  <c:v>1475293.9</c:v>
                </c:pt>
                <c:pt idx="521">
                  <c:v>1475293.9</c:v>
                </c:pt>
                <c:pt idx="522">
                  <c:v>1475293.9</c:v>
                </c:pt>
                <c:pt idx="523">
                  <c:v>1361974.22</c:v>
                </c:pt>
                <c:pt idx="524">
                  <c:v>1578635.74</c:v>
                </c:pt>
                <c:pt idx="525">
                  <c:v>1459614.44</c:v>
                </c:pt>
                <c:pt idx="526">
                  <c:v>1497387.67</c:v>
                </c:pt>
                <c:pt idx="527">
                  <c:v>1532310.08</c:v>
                </c:pt>
                <c:pt idx="528">
                  <c:v>1532310.08</c:v>
                </c:pt>
                <c:pt idx="529">
                  <c:v>1532310.08</c:v>
                </c:pt>
                <c:pt idx="530">
                  <c:v>1630663.01</c:v>
                </c:pt>
                <c:pt idx="531">
                  <c:v>1697657.03</c:v>
                </c:pt>
                <c:pt idx="532">
                  <c:v>1796722.66</c:v>
                </c:pt>
                <c:pt idx="533">
                  <c:v>1913605.85</c:v>
                </c:pt>
                <c:pt idx="534">
                  <c:v>1969909.34</c:v>
                </c:pt>
                <c:pt idx="535">
                  <c:v>1969909.34</c:v>
                </c:pt>
                <c:pt idx="536">
                  <c:v>1969909.34</c:v>
                </c:pt>
                <c:pt idx="537">
                  <c:v>2080378.2</c:v>
                </c:pt>
                <c:pt idx="538">
                  <c:v>1820954.54</c:v>
                </c:pt>
                <c:pt idx="539">
                  <c:v>1838772.1</c:v>
                </c:pt>
                <c:pt idx="540">
                  <c:v>2078952.8</c:v>
                </c:pt>
                <c:pt idx="541">
                  <c:v>1905053.42</c:v>
                </c:pt>
                <c:pt idx="542">
                  <c:v>1905053.42</c:v>
                </c:pt>
                <c:pt idx="543">
                  <c:v>1905053.42</c:v>
                </c:pt>
                <c:pt idx="544">
                  <c:v>1872981.82</c:v>
                </c:pt>
                <c:pt idx="545">
                  <c:v>1888661.27</c:v>
                </c:pt>
                <c:pt idx="546">
                  <c:v>1824518.05</c:v>
                </c:pt>
                <c:pt idx="547">
                  <c:v>1558680.07</c:v>
                </c:pt>
                <c:pt idx="548">
                  <c:v>1728303.24</c:v>
                </c:pt>
                <c:pt idx="549">
                  <c:v>1728303.24</c:v>
                </c:pt>
                <c:pt idx="550">
                  <c:v>1728303.24</c:v>
                </c:pt>
                <c:pt idx="551">
                  <c:v>1669861.64</c:v>
                </c:pt>
                <c:pt idx="552">
                  <c:v>1568657.91</c:v>
                </c:pt>
                <c:pt idx="553">
                  <c:v>1479570.11</c:v>
                </c:pt>
                <c:pt idx="554">
                  <c:v>1557967.37</c:v>
                </c:pt>
                <c:pt idx="555">
                  <c:v>1553691.16</c:v>
                </c:pt>
                <c:pt idx="556">
                  <c:v>1553691.16</c:v>
                </c:pt>
                <c:pt idx="557">
                  <c:v>1553691.16</c:v>
                </c:pt>
                <c:pt idx="558">
                  <c:v>1314935.8600000001</c:v>
                </c:pt>
                <c:pt idx="559">
                  <c:v>1363399.62</c:v>
                </c:pt>
                <c:pt idx="560">
                  <c:v>1483846.32</c:v>
                </c:pt>
                <c:pt idx="561">
                  <c:v>1312797.76</c:v>
                </c:pt>
                <c:pt idx="562">
                  <c:v>1312797.76</c:v>
                </c:pt>
                <c:pt idx="563">
                  <c:v>1312797.76</c:v>
                </c:pt>
                <c:pt idx="564">
                  <c:v>1312797.76</c:v>
                </c:pt>
                <c:pt idx="565">
                  <c:v>1257206.97</c:v>
                </c:pt>
                <c:pt idx="566">
                  <c:v>1308521.54</c:v>
                </c:pt>
                <c:pt idx="567">
                  <c:v>1304245.33</c:v>
                </c:pt>
                <c:pt idx="568">
                  <c:v>1367675.84</c:v>
                </c:pt>
                <c:pt idx="569">
                  <c:v>1253643.46</c:v>
                </c:pt>
                <c:pt idx="570">
                  <c:v>1253643.46</c:v>
                </c:pt>
                <c:pt idx="571">
                  <c:v>1253643.46</c:v>
                </c:pt>
                <c:pt idx="572">
                  <c:v>1294267.49</c:v>
                </c:pt>
                <c:pt idx="573">
                  <c:v>1104688.67</c:v>
                </c:pt>
                <c:pt idx="574">
                  <c:v>1023419.8</c:v>
                </c:pt>
                <c:pt idx="575">
                  <c:v>965710.91</c:v>
                </c:pt>
                <c:pt idx="576">
                  <c:v>1254985.8799999999</c:v>
                </c:pt>
                <c:pt idx="577">
                  <c:v>1254985.8799999999</c:v>
                </c:pt>
                <c:pt idx="578">
                  <c:v>1254985.8799999999</c:v>
                </c:pt>
                <c:pt idx="579">
                  <c:v>1144681.54</c:v>
                </c:pt>
                <c:pt idx="580">
                  <c:v>1151986.46</c:v>
                </c:pt>
                <c:pt idx="581">
                  <c:v>1218461.26</c:v>
                </c:pt>
                <c:pt idx="582">
                  <c:v>1092086.0900000001</c:v>
                </c:pt>
                <c:pt idx="583">
                  <c:v>1038760.14</c:v>
                </c:pt>
                <c:pt idx="584">
                  <c:v>1038760.14</c:v>
                </c:pt>
                <c:pt idx="585">
                  <c:v>1038760.14</c:v>
                </c:pt>
                <c:pt idx="586">
                  <c:v>1037299.16</c:v>
                </c:pt>
                <c:pt idx="587">
                  <c:v>1040951.62</c:v>
                </c:pt>
                <c:pt idx="588">
                  <c:v>1098660.52</c:v>
                </c:pt>
                <c:pt idx="589">
                  <c:v>1163674.3400000001</c:v>
                </c:pt>
                <c:pt idx="590">
                  <c:v>1201659.94</c:v>
                </c:pt>
                <c:pt idx="591">
                  <c:v>1201659.94</c:v>
                </c:pt>
                <c:pt idx="592">
                  <c:v>1201659.94</c:v>
                </c:pt>
                <c:pt idx="593">
                  <c:v>1201659.94</c:v>
                </c:pt>
                <c:pt idx="594">
                  <c:v>1214078.31</c:v>
                </c:pt>
                <c:pt idx="595">
                  <c:v>1095738.55</c:v>
                </c:pt>
                <c:pt idx="596">
                  <c:v>1235262.5900000001</c:v>
                </c:pt>
                <c:pt idx="597">
                  <c:v>1263751.79</c:v>
                </c:pt>
                <c:pt idx="598">
                  <c:v>1263751.79</c:v>
                </c:pt>
                <c:pt idx="599">
                  <c:v>1263751.79</c:v>
                </c:pt>
                <c:pt idx="600">
                  <c:v>1220652.74</c:v>
                </c:pt>
                <c:pt idx="601">
                  <c:v>1225766.19</c:v>
                </c:pt>
                <c:pt idx="602">
                  <c:v>1233071.1100000001</c:v>
                </c:pt>
                <c:pt idx="603">
                  <c:v>1263751.79</c:v>
                </c:pt>
                <c:pt idx="604">
                  <c:v>1207503.8799999999</c:v>
                </c:pt>
                <c:pt idx="605">
                  <c:v>1207503.8799999999</c:v>
                </c:pt>
                <c:pt idx="606">
                  <c:v>1207503.8799999999</c:v>
                </c:pt>
                <c:pt idx="607">
                  <c:v>1222844.22</c:v>
                </c:pt>
                <c:pt idx="608">
                  <c:v>1236723.57</c:v>
                </c:pt>
                <c:pt idx="609">
                  <c:v>1178284.18</c:v>
                </c:pt>
                <c:pt idx="610">
                  <c:v>1165865.81</c:v>
                </c:pt>
                <c:pt idx="611">
                  <c:v>1203120.93</c:v>
                </c:pt>
                <c:pt idx="612">
                  <c:v>1203120.93</c:v>
                </c:pt>
                <c:pt idx="613">
                  <c:v>1203120.93</c:v>
                </c:pt>
                <c:pt idx="614">
                  <c:v>1302467.8899999999</c:v>
                </c:pt>
                <c:pt idx="615">
                  <c:v>1309772.81</c:v>
                </c:pt>
                <c:pt idx="616">
                  <c:v>1355793.83</c:v>
                </c:pt>
                <c:pt idx="617">
                  <c:v>1353602.35</c:v>
                </c:pt>
                <c:pt idx="618">
                  <c:v>1323652.17</c:v>
                </c:pt>
                <c:pt idx="619">
                  <c:v>1323652.17</c:v>
                </c:pt>
                <c:pt idx="620">
                  <c:v>1323652.17</c:v>
                </c:pt>
                <c:pt idx="621">
                  <c:v>1239645.54</c:v>
                </c:pt>
                <c:pt idx="622">
                  <c:v>1234532.1000000001</c:v>
                </c:pt>
                <c:pt idx="623">
                  <c:v>1284936.07</c:v>
                </c:pt>
                <c:pt idx="624">
                  <c:v>1274709.18</c:v>
                </c:pt>
                <c:pt idx="625">
                  <c:v>1356524.32</c:v>
                </c:pt>
                <c:pt idx="626">
                  <c:v>1356524.32</c:v>
                </c:pt>
                <c:pt idx="627">
                  <c:v>1356524.32</c:v>
                </c:pt>
                <c:pt idx="628">
                  <c:v>1364559.74</c:v>
                </c:pt>
                <c:pt idx="629">
                  <c:v>1344105.95</c:v>
                </c:pt>
                <c:pt idx="630">
                  <c:v>1360176.78</c:v>
                </c:pt>
                <c:pt idx="631">
                  <c:v>1360176.78</c:v>
                </c:pt>
                <c:pt idx="632">
                  <c:v>1360176.78</c:v>
                </c:pt>
                <c:pt idx="633">
                  <c:v>1360176.78</c:v>
                </c:pt>
                <c:pt idx="634">
                  <c:v>1360176.78</c:v>
                </c:pt>
                <c:pt idx="635">
                  <c:v>1291510.5</c:v>
                </c:pt>
                <c:pt idx="636">
                  <c:v>1289319.02</c:v>
                </c:pt>
                <c:pt idx="637">
                  <c:v>1297354.44</c:v>
                </c:pt>
                <c:pt idx="638">
                  <c:v>1338992.51</c:v>
                </c:pt>
                <c:pt idx="639">
                  <c:v>1344836.44</c:v>
                </c:pt>
                <c:pt idx="640">
                  <c:v>1344836.44</c:v>
                </c:pt>
                <c:pt idx="641">
                  <c:v>1344836.44</c:v>
                </c:pt>
                <c:pt idx="642">
                  <c:v>1344836.44</c:v>
                </c:pt>
                <c:pt idx="643">
                  <c:v>1295162.96</c:v>
                </c:pt>
                <c:pt idx="644">
                  <c:v>1258638.3400000001</c:v>
                </c:pt>
                <c:pt idx="645">
                  <c:v>1227957.67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FAF-4D15-A5EF-2493676BA3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6771775"/>
        <c:axId val="293024911"/>
      </c:lineChart>
      <c:lineChart>
        <c:grouping val="standard"/>
        <c:varyColors val="0"/>
        <c:ser>
          <c:idx val="3"/>
          <c:order val="3"/>
          <c:tx>
            <c:strRef>
              <c:f>시가총액!$E$14</c:f>
              <c:strCache>
                <c:ptCount val="1"/>
                <c:pt idx="0">
                  <c:v>빅2 비중</c:v>
                </c:pt>
              </c:strCache>
            </c:strRef>
          </c:tx>
          <c:spPr>
            <a:ln w="12700" cap="rnd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시가총액!$A$15:$A$660</c:f>
              <c:numCache>
                <c:formatCode>m/d/yyyy</c:formatCode>
                <c:ptCount val="646"/>
                <c:pt idx="0">
                  <c:v>45658</c:v>
                </c:pt>
                <c:pt idx="1">
                  <c:v>45659</c:v>
                </c:pt>
                <c:pt idx="2">
                  <c:v>45660</c:v>
                </c:pt>
                <c:pt idx="3">
                  <c:v>45661</c:v>
                </c:pt>
                <c:pt idx="4">
                  <c:v>45662</c:v>
                </c:pt>
                <c:pt idx="5">
                  <c:v>45663</c:v>
                </c:pt>
                <c:pt idx="6">
                  <c:v>45664</c:v>
                </c:pt>
                <c:pt idx="7">
                  <c:v>45665</c:v>
                </c:pt>
                <c:pt idx="8">
                  <c:v>45666</c:v>
                </c:pt>
                <c:pt idx="9">
                  <c:v>45667</c:v>
                </c:pt>
                <c:pt idx="10">
                  <c:v>45668</c:v>
                </c:pt>
                <c:pt idx="11">
                  <c:v>45669</c:v>
                </c:pt>
                <c:pt idx="12">
                  <c:v>45670</c:v>
                </c:pt>
                <c:pt idx="13">
                  <c:v>45671</c:v>
                </c:pt>
                <c:pt idx="14">
                  <c:v>45672</c:v>
                </c:pt>
                <c:pt idx="15">
                  <c:v>45673</c:v>
                </c:pt>
                <c:pt idx="16">
                  <c:v>45674</c:v>
                </c:pt>
                <c:pt idx="17">
                  <c:v>45675</c:v>
                </c:pt>
                <c:pt idx="18">
                  <c:v>45676</c:v>
                </c:pt>
                <c:pt idx="19">
                  <c:v>45677</c:v>
                </c:pt>
                <c:pt idx="20">
                  <c:v>45678</c:v>
                </c:pt>
                <c:pt idx="21">
                  <c:v>45679</c:v>
                </c:pt>
                <c:pt idx="22">
                  <c:v>45680</c:v>
                </c:pt>
                <c:pt idx="23">
                  <c:v>45681</c:v>
                </c:pt>
                <c:pt idx="24">
                  <c:v>45682</c:v>
                </c:pt>
                <c:pt idx="25">
                  <c:v>45683</c:v>
                </c:pt>
                <c:pt idx="26">
                  <c:v>45684</c:v>
                </c:pt>
                <c:pt idx="27">
                  <c:v>45685</c:v>
                </c:pt>
                <c:pt idx="28">
                  <c:v>45686</c:v>
                </c:pt>
                <c:pt idx="29">
                  <c:v>45687</c:v>
                </c:pt>
                <c:pt idx="30">
                  <c:v>45688</c:v>
                </c:pt>
                <c:pt idx="31">
                  <c:v>45689</c:v>
                </c:pt>
                <c:pt idx="32">
                  <c:v>45690</c:v>
                </c:pt>
                <c:pt idx="33">
                  <c:v>45691</c:v>
                </c:pt>
                <c:pt idx="34">
                  <c:v>45692</c:v>
                </c:pt>
                <c:pt idx="35">
                  <c:v>45693</c:v>
                </c:pt>
                <c:pt idx="36">
                  <c:v>45694</c:v>
                </c:pt>
                <c:pt idx="37">
                  <c:v>45695</c:v>
                </c:pt>
                <c:pt idx="38">
                  <c:v>45696</c:v>
                </c:pt>
                <c:pt idx="39">
                  <c:v>45697</c:v>
                </c:pt>
                <c:pt idx="40">
                  <c:v>45698</c:v>
                </c:pt>
                <c:pt idx="41">
                  <c:v>45699</c:v>
                </c:pt>
                <c:pt idx="42">
                  <c:v>45700</c:v>
                </c:pt>
                <c:pt idx="43">
                  <c:v>45701</c:v>
                </c:pt>
                <c:pt idx="44">
                  <c:v>45702</c:v>
                </c:pt>
                <c:pt idx="45">
                  <c:v>45703</c:v>
                </c:pt>
                <c:pt idx="46">
                  <c:v>45704</c:v>
                </c:pt>
                <c:pt idx="47">
                  <c:v>45705</c:v>
                </c:pt>
                <c:pt idx="48">
                  <c:v>45706</c:v>
                </c:pt>
                <c:pt idx="49">
                  <c:v>45707</c:v>
                </c:pt>
                <c:pt idx="50">
                  <c:v>45708</c:v>
                </c:pt>
                <c:pt idx="51">
                  <c:v>45709</c:v>
                </c:pt>
                <c:pt idx="52">
                  <c:v>45710</c:v>
                </c:pt>
                <c:pt idx="53">
                  <c:v>45711</c:v>
                </c:pt>
                <c:pt idx="54">
                  <c:v>45712</c:v>
                </c:pt>
                <c:pt idx="55">
                  <c:v>45713</c:v>
                </c:pt>
                <c:pt idx="56">
                  <c:v>45714</c:v>
                </c:pt>
                <c:pt idx="57">
                  <c:v>45715</c:v>
                </c:pt>
                <c:pt idx="58">
                  <c:v>45716</c:v>
                </c:pt>
                <c:pt idx="59">
                  <c:v>45717</c:v>
                </c:pt>
                <c:pt idx="60">
                  <c:v>45718</c:v>
                </c:pt>
                <c:pt idx="61">
                  <c:v>45719</c:v>
                </c:pt>
                <c:pt idx="62">
                  <c:v>45720</c:v>
                </c:pt>
                <c:pt idx="63">
                  <c:v>45721</c:v>
                </c:pt>
                <c:pt idx="64">
                  <c:v>45722</c:v>
                </c:pt>
                <c:pt idx="65">
                  <c:v>45723</c:v>
                </c:pt>
                <c:pt idx="66">
                  <c:v>45724</c:v>
                </c:pt>
                <c:pt idx="67">
                  <c:v>45725</c:v>
                </c:pt>
                <c:pt idx="68">
                  <c:v>45726</c:v>
                </c:pt>
                <c:pt idx="69">
                  <c:v>45727</c:v>
                </c:pt>
                <c:pt idx="70">
                  <c:v>45728</c:v>
                </c:pt>
                <c:pt idx="71">
                  <c:v>45729</c:v>
                </c:pt>
                <c:pt idx="72">
                  <c:v>45730</c:v>
                </c:pt>
                <c:pt idx="73">
                  <c:v>45731</c:v>
                </c:pt>
                <c:pt idx="74">
                  <c:v>45732</c:v>
                </c:pt>
                <c:pt idx="75">
                  <c:v>45733</c:v>
                </c:pt>
                <c:pt idx="76">
                  <c:v>45734</c:v>
                </c:pt>
                <c:pt idx="77">
                  <c:v>45735</c:v>
                </c:pt>
                <c:pt idx="78">
                  <c:v>45736</c:v>
                </c:pt>
                <c:pt idx="79">
                  <c:v>45737</c:v>
                </c:pt>
                <c:pt idx="80">
                  <c:v>45738</c:v>
                </c:pt>
                <c:pt idx="81">
                  <c:v>45739</c:v>
                </c:pt>
                <c:pt idx="82">
                  <c:v>45740</c:v>
                </c:pt>
                <c:pt idx="83">
                  <c:v>45741</c:v>
                </c:pt>
                <c:pt idx="84">
                  <c:v>45742</c:v>
                </c:pt>
                <c:pt idx="85">
                  <c:v>45743</c:v>
                </c:pt>
                <c:pt idx="86">
                  <c:v>45744</c:v>
                </c:pt>
                <c:pt idx="87">
                  <c:v>45745</c:v>
                </c:pt>
                <c:pt idx="88">
                  <c:v>45746</c:v>
                </c:pt>
                <c:pt idx="89">
                  <c:v>45747</c:v>
                </c:pt>
                <c:pt idx="90">
                  <c:v>45748</c:v>
                </c:pt>
                <c:pt idx="91">
                  <c:v>45749</c:v>
                </c:pt>
                <c:pt idx="92">
                  <c:v>45750</c:v>
                </c:pt>
                <c:pt idx="93">
                  <c:v>45751</c:v>
                </c:pt>
                <c:pt idx="94">
                  <c:v>45752</c:v>
                </c:pt>
                <c:pt idx="95">
                  <c:v>45753</c:v>
                </c:pt>
                <c:pt idx="96">
                  <c:v>45754</c:v>
                </c:pt>
                <c:pt idx="97">
                  <c:v>45755</c:v>
                </c:pt>
                <c:pt idx="98">
                  <c:v>45756</c:v>
                </c:pt>
                <c:pt idx="99">
                  <c:v>45757</c:v>
                </c:pt>
                <c:pt idx="100">
                  <c:v>45758</c:v>
                </c:pt>
                <c:pt idx="101">
                  <c:v>45759</c:v>
                </c:pt>
                <c:pt idx="102">
                  <c:v>45760</c:v>
                </c:pt>
                <c:pt idx="103">
                  <c:v>45761</c:v>
                </c:pt>
                <c:pt idx="104">
                  <c:v>45762</c:v>
                </c:pt>
                <c:pt idx="105">
                  <c:v>45763</c:v>
                </c:pt>
                <c:pt idx="106">
                  <c:v>45764</c:v>
                </c:pt>
                <c:pt idx="107">
                  <c:v>45765</c:v>
                </c:pt>
                <c:pt idx="108">
                  <c:v>45766</c:v>
                </c:pt>
                <c:pt idx="109">
                  <c:v>45767</c:v>
                </c:pt>
                <c:pt idx="110">
                  <c:v>45768</c:v>
                </c:pt>
                <c:pt idx="111">
                  <c:v>45769</c:v>
                </c:pt>
                <c:pt idx="112">
                  <c:v>45770</c:v>
                </c:pt>
                <c:pt idx="113">
                  <c:v>45771</c:v>
                </c:pt>
                <c:pt idx="114">
                  <c:v>45772</c:v>
                </c:pt>
                <c:pt idx="115">
                  <c:v>45773</c:v>
                </c:pt>
                <c:pt idx="116">
                  <c:v>45774</c:v>
                </c:pt>
                <c:pt idx="117">
                  <c:v>45775</c:v>
                </c:pt>
                <c:pt idx="118">
                  <c:v>45776</c:v>
                </c:pt>
                <c:pt idx="119">
                  <c:v>45777</c:v>
                </c:pt>
                <c:pt idx="120">
                  <c:v>45778</c:v>
                </c:pt>
                <c:pt idx="121">
                  <c:v>45779</c:v>
                </c:pt>
                <c:pt idx="122">
                  <c:v>45780</c:v>
                </c:pt>
                <c:pt idx="123">
                  <c:v>45781</c:v>
                </c:pt>
                <c:pt idx="124">
                  <c:v>45782</c:v>
                </c:pt>
                <c:pt idx="125">
                  <c:v>45783</c:v>
                </c:pt>
                <c:pt idx="126">
                  <c:v>45784</c:v>
                </c:pt>
                <c:pt idx="127">
                  <c:v>45785</c:v>
                </c:pt>
                <c:pt idx="128">
                  <c:v>45786</c:v>
                </c:pt>
                <c:pt idx="129">
                  <c:v>45787</c:v>
                </c:pt>
                <c:pt idx="130">
                  <c:v>45788</c:v>
                </c:pt>
                <c:pt idx="131">
                  <c:v>45789</c:v>
                </c:pt>
                <c:pt idx="132">
                  <c:v>45790</c:v>
                </c:pt>
                <c:pt idx="133">
                  <c:v>45791</c:v>
                </c:pt>
                <c:pt idx="134">
                  <c:v>45792</c:v>
                </c:pt>
                <c:pt idx="135">
                  <c:v>45793</c:v>
                </c:pt>
                <c:pt idx="136">
                  <c:v>45794</c:v>
                </c:pt>
                <c:pt idx="137">
                  <c:v>45795</c:v>
                </c:pt>
                <c:pt idx="138">
                  <c:v>45796</c:v>
                </c:pt>
                <c:pt idx="139">
                  <c:v>45797</c:v>
                </c:pt>
                <c:pt idx="140">
                  <c:v>45798</c:v>
                </c:pt>
                <c:pt idx="141">
                  <c:v>45799</c:v>
                </c:pt>
                <c:pt idx="142">
                  <c:v>45800</c:v>
                </c:pt>
                <c:pt idx="143">
                  <c:v>45801</c:v>
                </c:pt>
                <c:pt idx="144">
                  <c:v>45802</c:v>
                </c:pt>
                <c:pt idx="145">
                  <c:v>45803</c:v>
                </c:pt>
                <c:pt idx="146">
                  <c:v>45804</c:v>
                </c:pt>
                <c:pt idx="147">
                  <c:v>45805</c:v>
                </c:pt>
                <c:pt idx="148">
                  <c:v>45806</c:v>
                </c:pt>
                <c:pt idx="149">
                  <c:v>45807</c:v>
                </c:pt>
                <c:pt idx="150">
                  <c:v>45808</c:v>
                </c:pt>
                <c:pt idx="151">
                  <c:v>45809</c:v>
                </c:pt>
                <c:pt idx="152">
                  <c:v>45810</c:v>
                </c:pt>
                <c:pt idx="153">
                  <c:v>45811</c:v>
                </c:pt>
                <c:pt idx="154">
                  <c:v>45812</c:v>
                </c:pt>
                <c:pt idx="155">
                  <c:v>45813</c:v>
                </c:pt>
                <c:pt idx="156">
                  <c:v>45814</c:v>
                </c:pt>
                <c:pt idx="157">
                  <c:v>45815</c:v>
                </c:pt>
                <c:pt idx="158">
                  <c:v>45816</c:v>
                </c:pt>
                <c:pt idx="159">
                  <c:v>45817</c:v>
                </c:pt>
                <c:pt idx="160">
                  <c:v>45818</c:v>
                </c:pt>
                <c:pt idx="161">
                  <c:v>45819</c:v>
                </c:pt>
                <c:pt idx="162">
                  <c:v>45820</c:v>
                </c:pt>
                <c:pt idx="163">
                  <c:v>45821</c:v>
                </c:pt>
                <c:pt idx="164">
                  <c:v>45822</c:v>
                </c:pt>
                <c:pt idx="165">
                  <c:v>45823</c:v>
                </c:pt>
                <c:pt idx="166">
                  <c:v>45824</c:v>
                </c:pt>
                <c:pt idx="167">
                  <c:v>45825</c:v>
                </c:pt>
                <c:pt idx="168">
                  <c:v>45826</c:v>
                </c:pt>
                <c:pt idx="169">
                  <c:v>45827</c:v>
                </c:pt>
                <c:pt idx="170">
                  <c:v>45828</c:v>
                </c:pt>
                <c:pt idx="171">
                  <c:v>45829</c:v>
                </c:pt>
                <c:pt idx="172">
                  <c:v>45830</c:v>
                </c:pt>
                <c:pt idx="173">
                  <c:v>45831</c:v>
                </c:pt>
                <c:pt idx="174">
                  <c:v>45832</c:v>
                </c:pt>
                <c:pt idx="175">
                  <c:v>45833</c:v>
                </c:pt>
                <c:pt idx="176">
                  <c:v>45834</c:v>
                </c:pt>
                <c:pt idx="177">
                  <c:v>45835</c:v>
                </c:pt>
                <c:pt idx="178">
                  <c:v>45836</c:v>
                </c:pt>
                <c:pt idx="179">
                  <c:v>45837</c:v>
                </c:pt>
                <c:pt idx="180">
                  <c:v>45838</c:v>
                </c:pt>
                <c:pt idx="181">
                  <c:v>45839</c:v>
                </c:pt>
                <c:pt idx="182">
                  <c:v>45840</c:v>
                </c:pt>
                <c:pt idx="183">
                  <c:v>45841</c:v>
                </c:pt>
                <c:pt idx="184">
                  <c:v>45842</c:v>
                </c:pt>
                <c:pt idx="185">
                  <c:v>45843</c:v>
                </c:pt>
                <c:pt idx="186">
                  <c:v>45844</c:v>
                </c:pt>
                <c:pt idx="187">
                  <c:v>45845</c:v>
                </c:pt>
                <c:pt idx="188">
                  <c:v>45846</c:v>
                </c:pt>
                <c:pt idx="189">
                  <c:v>45847</c:v>
                </c:pt>
                <c:pt idx="190">
                  <c:v>45848</c:v>
                </c:pt>
                <c:pt idx="191">
                  <c:v>45849</c:v>
                </c:pt>
                <c:pt idx="192">
                  <c:v>45850</c:v>
                </c:pt>
                <c:pt idx="193">
                  <c:v>45851</c:v>
                </c:pt>
                <c:pt idx="194">
                  <c:v>45852</c:v>
                </c:pt>
                <c:pt idx="195">
                  <c:v>45853</c:v>
                </c:pt>
                <c:pt idx="196">
                  <c:v>45854</c:v>
                </c:pt>
                <c:pt idx="197">
                  <c:v>45855</c:v>
                </c:pt>
                <c:pt idx="198">
                  <c:v>45856</c:v>
                </c:pt>
                <c:pt idx="199">
                  <c:v>45857</c:v>
                </c:pt>
                <c:pt idx="200">
                  <c:v>45858</c:v>
                </c:pt>
                <c:pt idx="201">
                  <c:v>45859</c:v>
                </c:pt>
                <c:pt idx="202">
                  <c:v>45860</c:v>
                </c:pt>
                <c:pt idx="203">
                  <c:v>45861</c:v>
                </c:pt>
                <c:pt idx="204">
                  <c:v>45862</c:v>
                </c:pt>
                <c:pt idx="205">
                  <c:v>45863</c:v>
                </c:pt>
                <c:pt idx="206">
                  <c:v>45864</c:v>
                </c:pt>
                <c:pt idx="207">
                  <c:v>45865</c:v>
                </c:pt>
                <c:pt idx="208">
                  <c:v>45866</c:v>
                </c:pt>
                <c:pt idx="209">
                  <c:v>45867</c:v>
                </c:pt>
                <c:pt idx="210">
                  <c:v>45868</c:v>
                </c:pt>
                <c:pt idx="211">
                  <c:v>45869</c:v>
                </c:pt>
                <c:pt idx="212">
                  <c:v>45870</c:v>
                </c:pt>
                <c:pt idx="213">
                  <c:v>45871</c:v>
                </c:pt>
                <c:pt idx="214">
                  <c:v>45872</c:v>
                </c:pt>
                <c:pt idx="215">
                  <c:v>45873</c:v>
                </c:pt>
                <c:pt idx="216">
                  <c:v>45874</c:v>
                </c:pt>
                <c:pt idx="217">
                  <c:v>45875</c:v>
                </c:pt>
                <c:pt idx="218">
                  <c:v>45876</c:v>
                </c:pt>
                <c:pt idx="219">
                  <c:v>45877</c:v>
                </c:pt>
                <c:pt idx="220">
                  <c:v>45878</c:v>
                </c:pt>
                <c:pt idx="221">
                  <c:v>45879</c:v>
                </c:pt>
                <c:pt idx="222">
                  <c:v>45880</c:v>
                </c:pt>
                <c:pt idx="223">
                  <c:v>45881</c:v>
                </c:pt>
                <c:pt idx="224">
                  <c:v>45882</c:v>
                </c:pt>
                <c:pt idx="225">
                  <c:v>45883</c:v>
                </c:pt>
                <c:pt idx="226">
                  <c:v>45884</c:v>
                </c:pt>
                <c:pt idx="227">
                  <c:v>45885</c:v>
                </c:pt>
                <c:pt idx="228">
                  <c:v>45886</c:v>
                </c:pt>
                <c:pt idx="229">
                  <c:v>45887</c:v>
                </c:pt>
                <c:pt idx="230">
                  <c:v>45888</c:v>
                </c:pt>
                <c:pt idx="231">
                  <c:v>45889</c:v>
                </c:pt>
                <c:pt idx="232">
                  <c:v>45890</c:v>
                </c:pt>
                <c:pt idx="233">
                  <c:v>45891</c:v>
                </c:pt>
                <c:pt idx="234">
                  <c:v>45892</c:v>
                </c:pt>
                <c:pt idx="235">
                  <c:v>45893</c:v>
                </c:pt>
                <c:pt idx="236">
                  <c:v>45894</c:v>
                </c:pt>
                <c:pt idx="237">
                  <c:v>45895</c:v>
                </c:pt>
                <c:pt idx="238">
                  <c:v>45896</c:v>
                </c:pt>
                <c:pt idx="239">
                  <c:v>45897</c:v>
                </c:pt>
                <c:pt idx="240">
                  <c:v>45898</c:v>
                </c:pt>
                <c:pt idx="241">
                  <c:v>45899</c:v>
                </c:pt>
                <c:pt idx="242">
                  <c:v>45900</c:v>
                </c:pt>
                <c:pt idx="243">
                  <c:v>45901</c:v>
                </c:pt>
                <c:pt idx="244">
                  <c:v>45902</c:v>
                </c:pt>
                <c:pt idx="245">
                  <c:v>45903</c:v>
                </c:pt>
                <c:pt idx="246">
                  <c:v>45904</c:v>
                </c:pt>
                <c:pt idx="247">
                  <c:v>45905</c:v>
                </c:pt>
                <c:pt idx="248">
                  <c:v>45906</c:v>
                </c:pt>
                <c:pt idx="249">
                  <c:v>45907</c:v>
                </c:pt>
                <c:pt idx="250">
                  <c:v>45908</c:v>
                </c:pt>
                <c:pt idx="251">
                  <c:v>45909</c:v>
                </c:pt>
                <c:pt idx="252">
                  <c:v>45910</c:v>
                </c:pt>
                <c:pt idx="253">
                  <c:v>45911</c:v>
                </c:pt>
                <c:pt idx="254">
                  <c:v>45912</c:v>
                </c:pt>
                <c:pt idx="255">
                  <c:v>45913</c:v>
                </c:pt>
                <c:pt idx="256">
                  <c:v>45914</c:v>
                </c:pt>
                <c:pt idx="257">
                  <c:v>45915</c:v>
                </c:pt>
                <c:pt idx="258">
                  <c:v>45916</c:v>
                </c:pt>
                <c:pt idx="259">
                  <c:v>45917</c:v>
                </c:pt>
                <c:pt idx="260">
                  <c:v>45918</c:v>
                </c:pt>
                <c:pt idx="261">
                  <c:v>45919</c:v>
                </c:pt>
                <c:pt idx="262">
                  <c:v>45920</c:v>
                </c:pt>
                <c:pt idx="263">
                  <c:v>45921</c:v>
                </c:pt>
                <c:pt idx="264">
                  <c:v>45922</c:v>
                </c:pt>
                <c:pt idx="265">
                  <c:v>45923</c:v>
                </c:pt>
                <c:pt idx="266">
                  <c:v>45924</c:v>
                </c:pt>
                <c:pt idx="267">
                  <c:v>45925</c:v>
                </c:pt>
                <c:pt idx="268">
                  <c:v>45926</c:v>
                </c:pt>
                <c:pt idx="269">
                  <c:v>45927</c:v>
                </c:pt>
                <c:pt idx="270">
                  <c:v>45928</c:v>
                </c:pt>
                <c:pt idx="271">
                  <c:v>45929</c:v>
                </c:pt>
                <c:pt idx="272">
                  <c:v>45930</c:v>
                </c:pt>
                <c:pt idx="273">
                  <c:v>45931</c:v>
                </c:pt>
                <c:pt idx="274">
                  <c:v>45932</c:v>
                </c:pt>
                <c:pt idx="275">
                  <c:v>45933</c:v>
                </c:pt>
                <c:pt idx="276">
                  <c:v>45934</c:v>
                </c:pt>
                <c:pt idx="277">
                  <c:v>45935</c:v>
                </c:pt>
                <c:pt idx="278">
                  <c:v>45936</c:v>
                </c:pt>
                <c:pt idx="279">
                  <c:v>45937</c:v>
                </c:pt>
                <c:pt idx="280">
                  <c:v>45938</c:v>
                </c:pt>
                <c:pt idx="281">
                  <c:v>45939</c:v>
                </c:pt>
                <c:pt idx="282">
                  <c:v>45940</c:v>
                </c:pt>
                <c:pt idx="283">
                  <c:v>45941</c:v>
                </c:pt>
                <c:pt idx="284">
                  <c:v>45942</c:v>
                </c:pt>
                <c:pt idx="285">
                  <c:v>45943</c:v>
                </c:pt>
                <c:pt idx="286">
                  <c:v>45944</c:v>
                </c:pt>
                <c:pt idx="287">
                  <c:v>45945</c:v>
                </c:pt>
                <c:pt idx="288">
                  <c:v>45946</c:v>
                </c:pt>
                <c:pt idx="289">
                  <c:v>45947</c:v>
                </c:pt>
                <c:pt idx="290">
                  <c:v>45948</c:v>
                </c:pt>
                <c:pt idx="291">
                  <c:v>45949</c:v>
                </c:pt>
                <c:pt idx="292">
                  <c:v>45950</c:v>
                </c:pt>
                <c:pt idx="293">
                  <c:v>45951</c:v>
                </c:pt>
                <c:pt idx="294">
                  <c:v>45952</c:v>
                </c:pt>
                <c:pt idx="295">
                  <c:v>45953</c:v>
                </c:pt>
                <c:pt idx="296">
                  <c:v>45954</c:v>
                </c:pt>
                <c:pt idx="297">
                  <c:v>45955</c:v>
                </c:pt>
                <c:pt idx="298">
                  <c:v>45956</c:v>
                </c:pt>
                <c:pt idx="299">
                  <c:v>45957</c:v>
                </c:pt>
                <c:pt idx="300">
                  <c:v>45958</c:v>
                </c:pt>
                <c:pt idx="301">
                  <c:v>45959</c:v>
                </c:pt>
                <c:pt idx="302">
                  <c:v>45960</c:v>
                </c:pt>
                <c:pt idx="303">
                  <c:v>45961</c:v>
                </c:pt>
                <c:pt idx="304">
                  <c:v>45962</c:v>
                </c:pt>
                <c:pt idx="305">
                  <c:v>45963</c:v>
                </c:pt>
                <c:pt idx="306">
                  <c:v>45964</c:v>
                </c:pt>
                <c:pt idx="307">
                  <c:v>45965</c:v>
                </c:pt>
                <c:pt idx="308">
                  <c:v>45966</c:v>
                </c:pt>
                <c:pt idx="309">
                  <c:v>45967</c:v>
                </c:pt>
                <c:pt idx="310">
                  <c:v>45968</c:v>
                </c:pt>
                <c:pt idx="311">
                  <c:v>45969</c:v>
                </c:pt>
                <c:pt idx="312">
                  <c:v>45970</c:v>
                </c:pt>
                <c:pt idx="313">
                  <c:v>45971</c:v>
                </c:pt>
                <c:pt idx="314">
                  <c:v>45972</c:v>
                </c:pt>
                <c:pt idx="315">
                  <c:v>45973</c:v>
                </c:pt>
                <c:pt idx="316">
                  <c:v>45974</c:v>
                </c:pt>
                <c:pt idx="317">
                  <c:v>45975</c:v>
                </c:pt>
                <c:pt idx="318">
                  <c:v>45976</c:v>
                </c:pt>
                <c:pt idx="319">
                  <c:v>45977</c:v>
                </c:pt>
                <c:pt idx="320">
                  <c:v>45978</c:v>
                </c:pt>
                <c:pt idx="321">
                  <c:v>45979</c:v>
                </c:pt>
                <c:pt idx="322">
                  <c:v>45980</c:v>
                </c:pt>
                <c:pt idx="323">
                  <c:v>45981</c:v>
                </c:pt>
                <c:pt idx="324">
                  <c:v>45982</c:v>
                </c:pt>
                <c:pt idx="325">
                  <c:v>45983</c:v>
                </c:pt>
                <c:pt idx="326">
                  <c:v>45984</c:v>
                </c:pt>
                <c:pt idx="327">
                  <c:v>45985</c:v>
                </c:pt>
                <c:pt idx="328">
                  <c:v>45986</c:v>
                </c:pt>
                <c:pt idx="329">
                  <c:v>45987</c:v>
                </c:pt>
                <c:pt idx="330">
                  <c:v>45988</c:v>
                </c:pt>
                <c:pt idx="331">
                  <c:v>45989</c:v>
                </c:pt>
                <c:pt idx="332">
                  <c:v>45990</c:v>
                </c:pt>
                <c:pt idx="333">
                  <c:v>45991</c:v>
                </c:pt>
                <c:pt idx="334">
                  <c:v>45992</c:v>
                </c:pt>
                <c:pt idx="335">
                  <c:v>45993</c:v>
                </c:pt>
                <c:pt idx="336">
                  <c:v>45994</c:v>
                </c:pt>
                <c:pt idx="337">
                  <c:v>45995</c:v>
                </c:pt>
                <c:pt idx="338">
                  <c:v>45996</c:v>
                </c:pt>
                <c:pt idx="339">
                  <c:v>45997</c:v>
                </c:pt>
                <c:pt idx="340">
                  <c:v>45998</c:v>
                </c:pt>
                <c:pt idx="341">
                  <c:v>45999</c:v>
                </c:pt>
                <c:pt idx="342">
                  <c:v>46000</c:v>
                </c:pt>
                <c:pt idx="343">
                  <c:v>46001</c:v>
                </c:pt>
                <c:pt idx="344">
                  <c:v>46002</c:v>
                </c:pt>
                <c:pt idx="345">
                  <c:v>46003</c:v>
                </c:pt>
                <c:pt idx="346">
                  <c:v>46004</c:v>
                </c:pt>
                <c:pt idx="347">
                  <c:v>46005</c:v>
                </c:pt>
                <c:pt idx="348">
                  <c:v>46006</c:v>
                </c:pt>
                <c:pt idx="349">
                  <c:v>46007</c:v>
                </c:pt>
                <c:pt idx="350">
                  <c:v>46008</c:v>
                </c:pt>
                <c:pt idx="351">
                  <c:v>46009</c:v>
                </c:pt>
                <c:pt idx="352">
                  <c:v>46010</c:v>
                </c:pt>
                <c:pt idx="353">
                  <c:v>46011</c:v>
                </c:pt>
                <c:pt idx="354">
                  <c:v>46012</c:v>
                </c:pt>
                <c:pt idx="355">
                  <c:v>46013</c:v>
                </c:pt>
                <c:pt idx="356">
                  <c:v>46014</c:v>
                </c:pt>
                <c:pt idx="357">
                  <c:v>46015</c:v>
                </c:pt>
                <c:pt idx="358">
                  <c:v>46016</c:v>
                </c:pt>
                <c:pt idx="359">
                  <c:v>46017</c:v>
                </c:pt>
                <c:pt idx="360">
                  <c:v>46018</c:v>
                </c:pt>
                <c:pt idx="361">
                  <c:v>46019</c:v>
                </c:pt>
                <c:pt idx="362">
                  <c:v>46020</c:v>
                </c:pt>
                <c:pt idx="363">
                  <c:v>46021</c:v>
                </c:pt>
                <c:pt idx="364">
                  <c:v>46022</c:v>
                </c:pt>
                <c:pt idx="365">
                  <c:v>46023</c:v>
                </c:pt>
                <c:pt idx="366">
                  <c:v>46024</c:v>
                </c:pt>
                <c:pt idx="367">
                  <c:v>46025</c:v>
                </c:pt>
                <c:pt idx="368">
                  <c:v>46026</c:v>
                </c:pt>
                <c:pt idx="369">
                  <c:v>46027</c:v>
                </c:pt>
                <c:pt idx="370">
                  <c:v>46028</c:v>
                </c:pt>
                <c:pt idx="371">
                  <c:v>46029</c:v>
                </c:pt>
                <c:pt idx="372">
                  <c:v>46030</c:v>
                </c:pt>
                <c:pt idx="373">
                  <c:v>46031</c:v>
                </c:pt>
                <c:pt idx="374">
                  <c:v>46032</c:v>
                </c:pt>
                <c:pt idx="375">
                  <c:v>46033</c:v>
                </c:pt>
                <c:pt idx="376">
                  <c:v>46034</c:v>
                </c:pt>
                <c:pt idx="377">
                  <c:v>46035</c:v>
                </c:pt>
                <c:pt idx="378">
                  <c:v>46036</c:v>
                </c:pt>
                <c:pt idx="379">
                  <c:v>46037</c:v>
                </c:pt>
                <c:pt idx="380">
                  <c:v>46038</c:v>
                </c:pt>
                <c:pt idx="381">
                  <c:v>46039</c:v>
                </c:pt>
                <c:pt idx="382">
                  <c:v>46040</c:v>
                </c:pt>
                <c:pt idx="383">
                  <c:v>46041</c:v>
                </c:pt>
                <c:pt idx="384">
                  <c:v>46042</c:v>
                </c:pt>
                <c:pt idx="385">
                  <c:v>46043</c:v>
                </c:pt>
                <c:pt idx="386">
                  <c:v>46044</c:v>
                </c:pt>
                <c:pt idx="387">
                  <c:v>46045</c:v>
                </c:pt>
                <c:pt idx="388">
                  <c:v>46046</c:v>
                </c:pt>
                <c:pt idx="389">
                  <c:v>46047</c:v>
                </c:pt>
                <c:pt idx="390">
                  <c:v>46048</c:v>
                </c:pt>
                <c:pt idx="391">
                  <c:v>46049</c:v>
                </c:pt>
                <c:pt idx="392">
                  <c:v>46050</c:v>
                </c:pt>
                <c:pt idx="393">
                  <c:v>46051</c:v>
                </c:pt>
                <c:pt idx="394">
                  <c:v>46052</c:v>
                </c:pt>
                <c:pt idx="395">
                  <c:v>46053</c:v>
                </c:pt>
                <c:pt idx="396">
                  <c:v>46054</c:v>
                </c:pt>
                <c:pt idx="397">
                  <c:v>46055</c:v>
                </c:pt>
                <c:pt idx="398">
                  <c:v>46056</c:v>
                </c:pt>
                <c:pt idx="399">
                  <c:v>46057</c:v>
                </c:pt>
                <c:pt idx="400">
                  <c:v>46058</c:v>
                </c:pt>
                <c:pt idx="401">
                  <c:v>46059</c:v>
                </c:pt>
                <c:pt idx="402">
                  <c:v>46060</c:v>
                </c:pt>
                <c:pt idx="403">
                  <c:v>46061</c:v>
                </c:pt>
                <c:pt idx="404">
                  <c:v>46062</c:v>
                </c:pt>
                <c:pt idx="405">
                  <c:v>46063</c:v>
                </c:pt>
                <c:pt idx="406">
                  <c:v>46064</c:v>
                </c:pt>
                <c:pt idx="407">
                  <c:v>46065</c:v>
                </c:pt>
                <c:pt idx="408">
                  <c:v>46066</c:v>
                </c:pt>
                <c:pt idx="409">
                  <c:v>46067</c:v>
                </c:pt>
                <c:pt idx="410">
                  <c:v>46068</c:v>
                </c:pt>
                <c:pt idx="411">
                  <c:v>46069</c:v>
                </c:pt>
                <c:pt idx="412">
                  <c:v>46070</c:v>
                </c:pt>
                <c:pt idx="413">
                  <c:v>46071</c:v>
                </c:pt>
                <c:pt idx="414">
                  <c:v>46072</c:v>
                </c:pt>
                <c:pt idx="415">
                  <c:v>46073</c:v>
                </c:pt>
                <c:pt idx="416">
                  <c:v>46074</c:v>
                </c:pt>
                <c:pt idx="417">
                  <c:v>46075</c:v>
                </c:pt>
                <c:pt idx="418">
                  <c:v>46076</c:v>
                </c:pt>
                <c:pt idx="419">
                  <c:v>46077</c:v>
                </c:pt>
                <c:pt idx="420">
                  <c:v>46078</c:v>
                </c:pt>
                <c:pt idx="421">
                  <c:v>46079</c:v>
                </c:pt>
                <c:pt idx="422">
                  <c:v>46080</c:v>
                </c:pt>
                <c:pt idx="423">
                  <c:v>46081</c:v>
                </c:pt>
                <c:pt idx="424">
                  <c:v>46082</c:v>
                </c:pt>
                <c:pt idx="425">
                  <c:v>46083</c:v>
                </c:pt>
                <c:pt idx="426">
                  <c:v>46084</c:v>
                </c:pt>
                <c:pt idx="427">
                  <c:v>46085</c:v>
                </c:pt>
                <c:pt idx="428">
                  <c:v>46086</c:v>
                </c:pt>
                <c:pt idx="429">
                  <c:v>46087</c:v>
                </c:pt>
                <c:pt idx="430">
                  <c:v>46088</c:v>
                </c:pt>
                <c:pt idx="431">
                  <c:v>46089</c:v>
                </c:pt>
                <c:pt idx="432">
                  <c:v>46090</c:v>
                </c:pt>
                <c:pt idx="433">
                  <c:v>46091</c:v>
                </c:pt>
                <c:pt idx="434">
                  <c:v>46092</c:v>
                </c:pt>
                <c:pt idx="435">
                  <c:v>46093</c:v>
                </c:pt>
                <c:pt idx="436">
                  <c:v>46094</c:v>
                </c:pt>
                <c:pt idx="437">
                  <c:v>46095</c:v>
                </c:pt>
                <c:pt idx="438">
                  <c:v>46096</c:v>
                </c:pt>
                <c:pt idx="439">
                  <c:v>46097</c:v>
                </c:pt>
                <c:pt idx="440">
                  <c:v>46098</c:v>
                </c:pt>
                <c:pt idx="441">
                  <c:v>46099</c:v>
                </c:pt>
                <c:pt idx="442">
                  <c:v>46100</c:v>
                </c:pt>
                <c:pt idx="443">
                  <c:v>46101</c:v>
                </c:pt>
                <c:pt idx="444">
                  <c:v>46102</c:v>
                </c:pt>
                <c:pt idx="445">
                  <c:v>46103</c:v>
                </c:pt>
                <c:pt idx="446">
                  <c:v>46104</c:v>
                </c:pt>
                <c:pt idx="447">
                  <c:v>46105</c:v>
                </c:pt>
                <c:pt idx="448">
                  <c:v>46106</c:v>
                </c:pt>
                <c:pt idx="449">
                  <c:v>46107</c:v>
                </c:pt>
                <c:pt idx="450">
                  <c:v>46108</c:v>
                </c:pt>
                <c:pt idx="451">
                  <c:v>46109</c:v>
                </c:pt>
                <c:pt idx="452">
                  <c:v>46110</c:v>
                </c:pt>
                <c:pt idx="453">
                  <c:v>46111</c:v>
                </c:pt>
                <c:pt idx="454">
                  <c:v>46112</c:v>
                </c:pt>
                <c:pt idx="455">
                  <c:v>46113</c:v>
                </c:pt>
                <c:pt idx="456">
                  <c:v>46114</c:v>
                </c:pt>
                <c:pt idx="457">
                  <c:v>46115</c:v>
                </c:pt>
                <c:pt idx="458">
                  <c:v>46116</c:v>
                </c:pt>
                <c:pt idx="459">
                  <c:v>46117</c:v>
                </c:pt>
                <c:pt idx="460">
                  <c:v>46118</c:v>
                </c:pt>
                <c:pt idx="461">
                  <c:v>46119</c:v>
                </c:pt>
                <c:pt idx="462">
                  <c:v>46120</c:v>
                </c:pt>
                <c:pt idx="463">
                  <c:v>46121</c:v>
                </c:pt>
                <c:pt idx="464">
                  <c:v>46122</c:v>
                </c:pt>
                <c:pt idx="465">
                  <c:v>46123</c:v>
                </c:pt>
                <c:pt idx="466">
                  <c:v>46124</c:v>
                </c:pt>
                <c:pt idx="467">
                  <c:v>46125</c:v>
                </c:pt>
                <c:pt idx="468">
                  <c:v>46126</c:v>
                </c:pt>
                <c:pt idx="469">
                  <c:v>46127</c:v>
                </c:pt>
                <c:pt idx="470">
                  <c:v>46128</c:v>
                </c:pt>
                <c:pt idx="471">
                  <c:v>46129</c:v>
                </c:pt>
                <c:pt idx="472">
                  <c:v>46130</c:v>
                </c:pt>
                <c:pt idx="473">
                  <c:v>46131</c:v>
                </c:pt>
                <c:pt idx="474">
                  <c:v>46132</c:v>
                </c:pt>
                <c:pt idx="475">
                  <c:v>46133</c:v>
                </c:pt>
                <c:pt idx="476">
                  <c:v>46134</c:v>
                </c:pt>
                <c:pt idx="477">
                  <c:v>46135</c:v>
                </c:pt>
                <c:pt idx="478">
                  <c:v>46136</c:v>
                </c:pt>
                <c:pt idx="479">
                  <c:v>46137</c:v>
                </c:pt>
                <c:pt idx="480">
                  <c:v>46138</c:v>
                </c:pt>
                <c:pt idx="481">
                  <c:v>46139</c:v>
                </c:pt>
                <c:pt idx="482">
                  <c:v>46140</c:v>
                </c:pt>
                <c:pt idx="483">
                  <c:v>46141</c:v>
                </c:pt>
                <c:pt idx="484">
                  <c:v>46142</c:v>
                </c:pt>
                <c:pt idx="485">
                  <c:v>46143</c:v>
                </c:pt>
                <c:pt idx="486">
                  <c:v>46144</c:v>
                </c:pt>
                <c:pt idx="487">
                  <c:v>46145</c:v>
                </c:pt>
                <c:pt idx="488">
                  <c:v>46146</c:v>
                </c:pt>
                <c:pt idx="489">
                  <c:v>46147</c:v>
                </c:pt>
                <c:pt idx="490">
                  <c:v>46148</c:v>
                </c:pt>
                <c:pt idx="491">
                  <c:v>46149</c:v>
                </c:pt>
                <c:pt idx="492">
                  <c:v>46150</c:v>
                </c:pt>
                <c:pt idx="493">
                  <c:v>46151</c:v>
                </c:pt>
                <c:pt idx="494">
                  <c:v>46152</c:v>
                </c:pt>
                <c:pt idx="495">
                  <c:v>46153</c:v>
                </c:pt>
                <c:pt idx="496">
                  <c:v>46154</c:v>
                </c:pt>
                <c:pt idx="497">
                  <c:v>46155</c:v>
                </c:pt>
                <c:pt idx="498">
                  <c:v>46156</c:v>
                </c:pt>
                <c:pt idx="499">
                  <c:v>46157</c:v>
                </c:pt>
                <c:pt idx="500">
                  <c:v>46158</c:v>
                </c:pt>
                <c:pt idx="501">
                  <c:v>46159</c:v>
                </c:pt>
                <c:pt idx="502">
                  <c:v>46160</c:v>
                </c:pt>
                <c:pt idx="503">
                  <c:v>46161</c:v>
                </c:pt>
                <c:pt idx="504">
                  <c:v>46162</c:v>
                </c:pt>
                <c:pt idx="505">
                  <c:v>46163</c:v>
                </c:pt>
                <c:pt idx="506">
                  <c:v>46164</c:v>
                </c:pt>
                <c:pt idx="507">
                  <c:v>46165</c:v>
                </c:pt>
                <c:pt idx="508">
                  <c:v>46166</c:v>
                </c:pt>
                <c:pt idx="509">
                  <c:v>46167</c:v>
                </c:pt>
                <c:pt idx="510">
                  <c:v>46168</c:v>
                </c:pt>
                <c:pt idx="511">
                  <c:v>46169</c:v>
                </c:pt>
                <c:pt idx="512">
                  <c:v>46170</c:v>
                </c:pt>
                <c:pt idx="513">
                  <c:v>46171</c:v>
                </c:pt>
                <c:pt idx="514">
                  <c:v>46172</c:v>
                </c:pt>
                <c:pt idx="515">
                  <c:v>46173</c:v>
                </c:pt>
                <c:pt idx="516">
                  <c:v>46174</c:v>
                </c:pt>
                <c:pt idx="517">
                  <c:v>46175</c:v>
                </c:pt>
                <c:pt idx="518">
                  <c:v>46176</c:v>
                </c:pt>
                <c:pt idx="519">
                  <c:v>46177</c:v>
                </c:pt>
                <c:pt idx="520">
                  <c:v>46178</c:v>
                </c:pt>
                <c:pt idx="521">
                  <c:v>46179</c:v>
                </c:pt>
                <c:pt idx="522">
                  <c:v>46180</c:v>
                </c:pt>
                <c:pt idx="523">
                  <c:v>46181</c:v>
                </c:pt>
                <c:pt idx="524">
                  <c:v>46182</c:v>
                </c:pt>
                <c:pt idx="525">
                  <c:v>46183</c:v>
                </c:pt>
                <c:pt idx="526">
                  <c:v>46184</c:v>
                </c:pt>
                <c:pt idx="527">
                  <c:v>46185</c:v>
                </c:pt>
                <c:pt idx="528">
                  <c:v>46186</c:v>
                </c:pt>
                <c:pt idx="529">
                  <c:v>46187</c:v>
                </c:pt>
                <c:pt idx="530">
                  <c:v>46188</c:v>
                </c:pt>
                <c:pt idx="531">
                  <c:v>46189</c:v>
                </c:pt>
                <c:pt idx="532">
                  <c:v>46190</c:v>
                </c:pt>
                <c:pt idx="533">
                  <c:v>46191</c:v>
                </c:pt>
                <c:pt idx="534">
                  <c:v>46192</c:v>
                </c:pt>
                <c:pt idx="535">
                  <c:v>46193</c:v>
                </c:pt>
                <c:pt idx="536">
                  <c:v>46194</c:v>
                </c:pt>
                <c:pt idx="537">
                  <c:v>46195</c:v>
                </c:pt>
                <c:pt idx="538">
                  <c:v>46196</c:v>
                </c:pt>
                <c:pt idx="539">
                  <c:v>46197</c:v>
                </c:pt>
                <c:pt idx="540">
                  <c:v>46198</c:v>
                </c:pt>
                <c:pt idx="541">
                  <c:v>46199</c:v>
                </c:pt>
                <c:pt idx="542">
                  <c:v>46200</c:v>
                </c:pt>
                <c:pt idx="543">
                  <c:v>46201</c:v>
                </c:pt>
                <c:pt idx="544">
                  <c:v>46202</c:v>
                </c:pt>
                <c:pt idx="545">
                  <c:v>46203</c:v>
                </c:pt>
                <c:pt idx="546">
                  <c:v>46204</c:v>
                </c:pt>
                <c:pt idx="547">
                  <c:v>46205</c:v>
                </c:pt>
                <c:pt idx="548">
                  <c:v>46206</c:v>
                </c:pt>
                <c:pt idx="549">
                  <c:v>46207</c:v>
                </c:pt>
                <c:pt idx="550">
                  <c:v>46208</c:v>
                </c:pt>
                <c:pt idx="551">
                  <c:v>46209</c:v>
                </c:pt>
                <c:pt idx="552">
                  <c:v>46210</c:v>
                </c:pt>
                <c:pt idx="553">
                  <c:v>46211</c:v>
                </c:pt>
                <c:pt idx="554">
                  <c:v>46212</c:v>
                </c:pt>
                <c:pt idx="555">
                  <c:v>46213</c:v>
                </c:pt>
                <c:pt idx="556">
                  <c:v>46214</c:v>
                </c:pt>
                <c:pt idx="557">
                  <c:v>46215</c:v>
                </c:pt>
                <c:pt idx="558">
                  <c:v>46216</c:v>
                </c:pt>
                <c:pt idx="559">
                  <c:v>46217</c:v>
                </c:pt>
                <c:pt idx="560">
                  <c:v>46218</c:v>
                </c:pt>
                <c:pt idx="561">
                  <c:v>46219</c:v>
                </c:pt>
                <c:pt idx="562">
                  <c:v>46220</c:v>
                </c:pt>
                <c:pt idx="563">
                  <c:v>46221</c:v>
                </c:pt>
                <c:pt idx="564">
                  <c:v>46222</c:v>
                </c:pt>
                <c:pt idx="565">
                  <c:v>46223</c:v>
                </c:pt>
                <c:pt idx="566">
                  <c:v>46224</c:v>
                </c:pt>
                <c:pt idx="567">
                  <c:v>46225</c:v>
                </c:pt>
                <c:pt idx="568">
                  <c:v>46226</c:v>
                </c:pt>
                <c:pt idx="569">
                  <c:v>46227</c:v>
                </c:pt>
                <c:pt idx="570">
                  <c:v>46228</c:v>
                </c:pt>
                <c:pt idx="571">
                  <c:v>46229</c:v>
                </c:pt>
                <c:pt idx="572">
                  <c:v>46230</c:v>
                </c:pt>
                <c:pt idx="573">
                  <c:v>46231</c:v>
                </c:pt>
                <c:pt idx="574">
                  <c:v>46232</c:v>
                </c:pt>
                <c:pt idx="575">
                  <c:v>46233</c:v>
                </c:pt>
                <c:pt idx="576">
                  <c:v>46234</c:v>
                </c:pt>
                <c:pt idx="577">
                  <c:v>46235</c:v>
                </c:pt>
                <c:pt idx="578">
                  <c:v>46236</c:v>
                </c:pt>
                <c:pt idx="579">
                  <c:v>46237</c:v>
                </c:pt>
                <c:pt idx="580">
                  <c:v>46238</c:v>
                </c:pt>
                <c:pt idx="581">
                  <c:v>46239</c:v>
                </c:pt>
                <c:pt idx="582">
                  <c:v>46240</c:v>
                </c:pt>
                <c:pt idx="583">
                  <c:v>46241</c:v>
                </c:pt>
                <c:pt idx="584">
                  <c:v>46242</c:v>
                </c:pt>
                <c:pt idx="585">
                  <c:v>46243</c:v>
                </c:pt>
                <c:pt idx="586">
                  <c:v>46244</c:v>
                </c:pt>
                <c:pt idx="587">
                  <c:v>46245</c:v>
                </c:pt>
                <c:pt idx="588">
                  <c:v>46246</c:v>
                </c:pt>
                <c:pt idx="589">
                  <c:v>46247</c:v>
                </c:pt>
                <c:pt idx="590">
                  <c:v>46248</c:v>
                </c:pt>
                <c:pt idx="591">
                  <c:v>46249</c:v>
                </c:pt>
                <c:pt idx="592">
                  <c:v>46250</c:v>
                </c:pt>
                <c:pt idx="593">
                  <c:v>46251</c:v>
                </c:pt>
                <c:pt idx="594">
                  <c:v>46252</c:v>
                </c:pt>
                <c:pt idx="595">
                  <c:v>46253</c:v>
                </c:pt>
                <c:pt idx="596">
                  <c:v>46254</c:v>
                </c:pt>
                <c:pt idx="597">
                  <c:v>46255</c:v>
                </c:pt>
                <c:pt idx="598">
                  <c:v>46256</c:v>
                </c:pt>
                <c:pt idx="599">
                  <c:v>46257</c:v>
                </c:pt>
                <c:pt idx="600">
                  <c:v>46258</c:v>
                </c:pt>
                <c:pt idx="601">
                  <c:v>46259</c:v>
                </c:pt>
                <c:pt idx="602">
                  <c:v>46260</c:v>
                </c:pt>
                <c:pt idx="603">
                  <c:v>46261</c:v>
                </c:pt>
                <c:pt idx="604">
                  <c:v>46262</c:v>
                </c:pt>
                <c:pt idx="605">
                  <c:v>46263</c:v>
                </c:pt>
                <c:pt idx="606">
                  <c:v>46264</c:v>
                </c:pt>
                <c:pt idx="607">
                  <c:v>46265</c:v>
                </c:pt>
                <c:pt idx="608">
                  <c:v>46266</c:v>
                </c:pt>
                <c:pt idx="609">
                  <c:v>46267</c:v>
                </c:pt>
                <c:pt idx="610">
                  <c:v>46268</c:v>
                </c:pt>
                <c:pt idx="611">
                  <c:v>46269</c:v>
                </c:pt>
                <c:pt idx="612">
                  <c:v>46270</c:v>
                </c:pt>
                <c:pt idx="613">
                  <c:v>46271</c:v>
                </c:pt>
                <c:pt idx="614">
                  <c:v>46272</c:v>
                </c:pt>
                <c:pt idx="615">
                  <c:v>46273</c:v>
                </c:pt>
                <c:pt idx="616">
                  <c:v>46274</c:v>
                </c:pt>
                <c:pt idx="617">
                  <c:v>46275</c:v>
                </c:pt>
                <c:pt idx="618">
                  <c:v>46276</c:v>
                </c:pt>
                <c:pt idx="619">
                  <c:v>46277</c:v>
                </c:pt>
                <c:pt idx="620">
                  <c:v>46278</c:v>
                </c:pt>
                <c:pt idx="621">
                  <c:v>46279</c:v>
                </c:pt>
                <c:pt idx="622">
                  <c:v>46280</c:v>
                </c:pt>
                <c:pt idx="623">
                  <c:v>46281</c:v>
                </c:pt>
                <c:pt idx="624">
                  <c:v>46282</c:v>
                </c:pt>
                <c:pt idx="625">
                  <c:v>46283</c:v>
                </c:pt>
                <c:pt idx="626">
                  <c:v>46284</c:v>
                </c:pt>
                <c:pt idx="627">
                  <c:v>46285</c:v>
                </c:pt>
                <c:pt idx="628">
                  <c:v>46286</c:v>
                </c:pt>
                <c:pt idx="629">
                  <c:v>46287</c:v>
                </c:pt>
                <c:pt idx="630">
                  <c:v>46288</c:v>
                </c:pt>
                <c:pt idx="631">
                  <c:v>46289</c:v>
                </c:pt>
                <c:pt idx="632">
                  <c:v>46290</c:v>
                </c:pt>
                <c:pt idx="633">
                  <c:v>46291</c:v>
                </c:pt>
                <c:pt idx="634">
                  <c:v>46292</c:v>
                </c:pt>
                <c:pt idx="635">
                  <c:v>46293</c:v>
                </c:pt>
                <c:pt idx="636">
                  <c:v>46294</c:v>
                </c:pt>
                <c:pt idx="637">
                  <c:v>46295</c:v>
                </c:pt>
                <c:pt idx="638">
                  <c:v>46296</c:v>
                </c:pt>
                <c:pt idx="639">
                  <c:v>46297</c:v>
                </c:pt>
                <c:pt idx="640">
                  <c:v>46298</c:v>
                </c:pt>
                <c:pt idx="641">
                  <c:v>46299</c:v>
                </c:pt>
                <c:pt idx="642">
                  <c:v>46300</c:v>
                </c:pt>
                <c:pt idx="643">
                  <c:v>46301</c:v>
                </c:pt>
                <c:pt idx="644">
                  <c:v>46302</c:v>
                </c:pt>
                <c:pt idx="645">
                  <c:v>46303</c:v>
                </c:pt>
              </c:numCache>
            </c:numRef>
          </c:cat>
          <c:val>
            <c:numRef>
              <c:f>시가총액!$E$15:$E$660</c:f>
              <c:numCache>
                <c:formatCode>0%</c:formatCode>
                <c:ptCount val="646"/>
                <c:pt idx="0">
                  <c:v>0.2330225498944738</c:v>
                </c:pt>
                <c:pt idx="1">
                  <c:v>0.23266064879145146</c:v>
                </c:pt>
                <c:pt idx="2">
                  <c:v>0.23565695151326976</c:v>
                </c:pt>
                <c:pt idx="3">
                  <c:v>0.23565695151326976</c:v>
                </c:pt>
                <c:pt idx="4">
                  <c:v>0.23565695151326976</c:v>
                </c:pt>
                <c:pt idx="5">
                  <c:v>0.24235266237836978</c:v>
                </c:pt>
                <c:pt idx="6">
                  <c:v>0.23874251354405221</c:v>
                </c:pt>
                <c:pt idx="7">
                  <c:v>0.24155420699898214</c:v>
                </c:pt>
                <c:pt idx="8">
                  <c:v>0.24155816458989318</c:v>
                </c:pt>
                <c:pt idx="9">
                  <c:v>0.23921025745513294</c:v>
                </c:pt>
                <c:pt idx="10">
                  <c:v>0.23921025745513294</c:v>
                </c:pt>
                <c:pt idx="11">
                  <c:v>0.23921025745513294</c:v>
                </c:pt>
                <c:pt idx="12">
                  <c:v>0.23472406903215917</c:v>
                </c:pt>
                <c:pt idx="13">
                  <c:v>0.23363539292523769</c:v>
                </c:pt>
                <c:pt idx="14">
                  <c:v>0.23426746457577319</c:v>
                </c:pt>
                <c:pt idx="15">
                  <c:v>0.23754623798897839</c:v>
                </c:pt>
                <c:pt idx="16">
                  <c:v>0.23776061117586486</c:v>
                </c:pt>
                <c:pt idx="17">
                  <c:v>0.23776061117586486</c:v>
                </c:pt>
                <c:pt idx="18">
                  <c:v>0.23776061117586486</c:v>
                </c:pt>
                <c:pt idx="19">
                  <c:v>0.23627152330190196</c:v>
                </c:pt>
                <c:pt idx="20">
                  <c:v>0.23894050287749427</c:v>
                </c:pt>
                <c:pt idx="21">
                  <c:v>0.24125539235561294</c:v>
                </c:pt>
                <c:pt idx="22">
                  <c:v>0.24030331691913268</c:v>
                </c:pt>
                <c:pt idx="23">
                  <c:v>0.23886363292464</c:v>
                </c:pt>
                <c:pt idx="24">
                  <c:v>0.23886363292464</c:v>
                </c:pt>
                <c:pt idx="25">
                  <c:v>0.23886363292464</c:v>
                </c:pt>
                <c:pt idx="26">
                  <c:v>0.23886363292464</c:v>
                </c:pt>
                <c:pt idx="27">
                  <c:v>0.23886363292464</c:v>
                </c:pt>
                <c:pt idx="28">
                  <c:v>0.23886363292464</c:v>
                </c:pt>
                <c:pt idx="29">
                  <c:v>0.23886363292464</c:v>
                </c:pt>
                <c:pt idx="30">
                  <c:v>0.22888795765287609</c:v>
                </c:pt>
                <c:pt idx="31">
                  <c:v>0.22888795765287609</c:v>
                </c:pt>
                <c:pt idx="32">
                  <c:v>0.22888795765287609</c:v>
                </c:pt>
                <c:pt idx="33">
                  <c:v>0.22741821925072578</c:v>
                </c:pt>
                <c:pt idx="34">
                  <c:v>0.23010931136847299</c:v>
                </c:pt>
                <c:pt idx="35">
                  <c:v>0.23036469081095393</c:v>
                </c:pt>
                <c:pt idx="36">
                  <c:v>0.23281717137002886</c:v>
                </c:pt>
                <c:pt idx="37">
                  <c:v>0.23312393124877359</c:v>
                </c:pt>
                <c:pt idx="38">
                  <c:v>0.23312393124877359</c:v>
                </c:pt>
                <c:pt idx="39">
                  <c:v>0.23312393124877359</c:v>
                </c:pt>
                <c:pt idx="40">
                  <c:v>0.23705686212982197</c:v>
                </c:pt>
                <c:pt idx="41">
                  <c:v>0.23626751528961662</c:v>
                </c:pt>
                <c:pt idx="42">
                  <c:v>0.23540773590165701</c:v>
                </c:pt>
                <c:pt idx="43">
                  <c:v>0.23563402034675526</c:v>
                </c:pt>
                <c:pt idx="44">
                  <c:v>0.2360262657410572</c:v>
                </c:pt>
                <c:pt idx="45">
                  <c:v>0.2360262657410572</c:v>
                </c:pt>
                <c:pt idx="46">
                  <c:v>0.2360262657410572</c:v>
                </c:pt>
                <c:pt idx="47">
                  <c:v>0.23497464425091341</c:v>
                </c:pt>
                <c:pt idx="48">
                  <c:v>0.23537952936225304</c:v>
                </c:pt>
                <c:pt idx="49">
                  <c:v>0.23939533313662151</c:v>
                </c:pt>
                <c:pt idx="50">
                  <c:v>0.23784225391804784</c:v>
                </c:pt>
                <c:pt idx="51">
                  <c:v>0.23648378928927108</c:v>
                </c:pt>
                <c:pt idx="52">
                  <c:v>0.23648378928927108</c:v>
                </c:pt>
                <c:pt idx="53">
                  <c:v>0.23648378928927108</c:v>
                </c:pt>
                <c:pt idx="54">
                  <c:v>0.23323693588329433</c:v>
                </c:pt>
                <c:pt idx="55">
                  <c:v>0.23271545517680928</c:v>
                </c:pt>
                <c:pt idx="56">
                  <c:v>0.23090901566852107</c:v>
                </c:pt>
                <c:pt idx="57">
                  <c:v>0.23042901805536667</c:v>
                </c:pt>
                <c:pt idx="58">
                  <c:v>0.2299557088834237</c:v>
                </c:pt>
                <c:pt idx="59">
                  <c:v>0.2299557088834237</c:v>
                </c:pt>
                <c:pt idx="60">
                  <c:v>0.2299557088834237</c:v>
                </c:pt>
                <c:pt idx="61">
                  <c:v>0.2299557088834237</c:v>
                </c:pt>
                <c:pt idx="62">
                  <c:v>0.22882324090674871</c:v>
                </c:pt>
                <c:pt idx="63">
                  <c:v>0.22724682018392067</c:v>
                </c:pt>
                <c:pt idx="64">
                  <c:v>0.22529288529086877</c:v>
                </c:pt>
                <c:pt idx="65">
                  <c:v>0.22466403874546206</c:v>
                </c:pt>
                <c:pt idx="66">
                  <c:v>0.22466403874546206</c:v>
                </c:pt>
                <c:pt idx="67">
                  <c:v>0.22466403874546206</c:v>
                </c:pt>
                <c:pt idx="68">
                  <c:v>0.22245626718502848</c:v>
                </c:pt>
                <c:pt idx="69">
                  <c:v>0.22500495518812041</c:v>
                </c:pt>
                <c:pt idx="70">
                  <c:v>0.2294608113974477</c:v>
                </c:pt>
                <c:pt idx="71">
                  <c:v>0.22927573057244691</c:v>
                </c:pt>
                <c:pt idx="72">
                  <c:v>0.23140433022351772</c:v>
                </c:pt>
                <c:pt idx="73">
                  <c:v>0.23140433022351772</c:v>
                </c:pt>
                <c:pt idx="74">
                  <c:v>0.23140433022351772</c:v>
                </c:pt>
                <c:pt idx="75">
                  <c:v>0.23623673490925562</c:v>
                </c:pt>
                <c:pt idx="76">
                  <c:v>0.23506152377877396</c:v>
                </c:pt>
                <c:pt idx="77">
                  <c:v>0.2369801528702456</c:v>
                </c:pt>
                <c:pt idx="78">
                  <c:v>0.24257106820898511</c:v>
                </c:pt>
                <c:pt idx="79">
                  <c:v>0.24814315080505059</c:v>
                </c:pt>
                <c:pt idx="80">
                  <c:v>0.24814315080505059</c:v>
                </c:pt>
                <c:pt idx="81">
                  <c:v>0.24814315080505059</c:v>
                </c:pt>
                <c:pt idx="82">
                  <c:v>0.2444219317244721</c:v>
                </c:pt>
                <c:pt idx="83">
                  <c:v>0.24273021412237902</c:v>
                </c:pt>
                <c:pt idx="84">
                  <c:v>0.24674175637889142</c:v>
                </c:pt>
                <c:pt idx="85">
                  <c:v>0.24890456931068947</c:v>
                </c:pt>
                <c:pt idx="86">
                  <c:v>0.24628396872145461</c:v>
                </c:pt>
                <c:pt idx="87">
                  <c:v>0.24628396872145461</c:v>
                </c:pt>
                <c:pt idx="88">
                  <c:v>0.24628396872145461</c:v>
                </c:pt>
                <c:pt idx="89">
                  <c:v>0.24354086973869307</c:v>
                </c:pt>
                <c:pt idx="90">
                  <c:v>0.24489089384249141</c:v>
                </c:pt>
                <c:pt idx="91">
                  <c:v>0.24673076944480121</c:v>
                </c:pt>
                <c:pt idx="92">
                  <c:v>0.24384811488344915</c:v>
                </c:pt>
                <c:pt idx="93">
                  <c:v>0.23682638731476843</c:v>
                </c:pt>
                <c:pt idx="94">
                  <c:v>0.23682638731476843</c:v>
                </c:pt>
                <c:pt idx="95">
                  <c:v>0.23682638731476843</c:v>
                </c:pt>
                <c:pt idx="96">
                  <c:v>0.23470021939016622</c:v>
                </c:pt>
                <c:pt idx="97">
                  <c:v>0.23689245704243075</c:v>
                </c:pt>
                <c:pt idx="98">
                  <c:v>0.23765123925335124</c:v>
                </c:pt>
                <c:pt idx="99">
                  <c:v>0.24018577717460174</c:v>
                </c:pt>
                <c:pt idx="100">
                  <c:v>0.23683664170570676</c:v>
                </c:pt>
                <c:pt idx="101">
                  <c:v>0.23683664170570676</c:v>
                </c:pt>
                <c:pt idx="102">
                  <c:v>0.23683664170570676</c:v>
                </c:pt>
                <c:pt idx="103">
                  <c:v>0.23741213865195784</c:v>
                </c:pt>
                <c:pt idx="104">
                  <c:v>0.23677919495536381</c:v>
                </c:pt>
                <c:pt idx="105">
                  <c:v>0.23123299813415304</c:v>
                </c:pt>
                <c:pt idx="106">
                  <c:v>0.23066245723484177</c:v>
                </c:pt>
                <c:pt idx="107">
                  <c:v>0.23005463218648703</c:v>
                </c:pt>
                <c:pt idx="108">
                  <c:v>0.23005463218648703</c:v>
                </c:pt>
                <c:pt idx="109">
                  <c:v>0.23005463218648703</c:v>
                </c:pt>
                <c:pt idx="110">
                  <c:v>0.23043684786643009</c:v>
                </c:pt>
                <c:pt idx="111">
                  <c:v>0.22837239814009003</c:v>
                </c:pt>
                <c:pt idx="112">
                  <c:v>0.22953192219880289</c:v>
                </c:pt>
                <c:pt idx="113">
                  <c:v>0.22883775067080556</c:v>
                </c:pt>
                <c:pt idx="114">
                  <c:v>0.22885799931114834</c:v>
                </c:pt>
                <c:pt idx="115">
                  <c:v>0.22885799931114834</c:v>
                </c:pt>
                <c:pt idx="116">
                  <c:v>0.22885799931114834</c:v>
                </c:pt>
                <c:pt idx="117">
                  <c:v>0.22812801129150581</c:v>
                </c:pt>
                <c:pt idx="118">
                  <c:v>0.226226103548129</c:v>
                </c:pt>
                <c:pt idx="119">
                  <c:v>0.22494945618841145</c:v>
                </c:pt>
                <c:pt idx="120">
                  <c:v>0.22494945618841145</c:v>
                </c:pt>
                <c:pt idx="121">
                  <c:v>0.22418037936572416</c:v>
                </c:pt>
                <c:pt idx="122">
                  <c:v>0.22418037936572416</c:v>
                </c:pt>
                <c:pt idx="123">
                  <c:v>0.22418037936572416</c:v>
                </c:pt>
                <c:pt idx="124">
                  <c:v>0.22418037936572416</c:v>
                </c:pt>
                <c:pt idx="125">
                  <c:v>0.22418037936572416</c:v>
                </c:pt>
                <c:pt idx="126">
                  <c:v>0.22553045499067306</c:v>
                </c:pt>
                <c:pt idx="127">
                  <c:v>0.22485653200708008</c:v>
                </c:pt>
                <c:pt idx="128">
                  <c:v>0.22554822766429175</c:v>
                </c:pt>
                <c:pt idx="129">
                  <c:v>0.22554822766429175</c:v>
                </c:pt>
                <c:pt idx="130">
                  <c:v>0.22554822766429175</c:v>
                </c:pt>
                <c:pt idx="131">
                  <c:v>0.23265487376502381</c:v>
                </c:pt>
                <c:pt idx="132">
                  <c:v>0.23147466186707447</c:v>
                </c:pt>
                <c:pt idx="133">
                  <c:v>0.23265849253999632</c:v>
                </c:pt>
                <c:pt idx="134">
                  <c:v>0.23204934471228417</c:v>
                </c:pt>
                <c:pt idx="135">
                  <c:v>0.23159172863451188</c:v>
                </c:pt>
                <c:pt idx="136">
                  <c:v>0.23159172863451188</c:v>
                </c:pt>
                <c:pt idx="137">
                  <c:v>0.23159172863451188</c:v>
                </c:pt>
                <c:pt idx="138">
                  <c:v>0.2290537631952286</c:v>
                </c:pt>
                <c:pt idx="139">
                  <c:v>0.23038512400505703</c:v>
                </c:pt>
                <c:pt idx="140">
                  <c:v>0.22730892678494224</c:v>
                </c:pt>
                <c:pt idx="141">
                  <c:v>0.2259058561671933</c:v>
                </c:pt>
                <c:pt idx="142">
                  <c:v>0.22570328482930946</c:v>
                </c:pt>
                <c:pt idx="143">
                  <c:v>0.22570328482930946</c:v>
                </c:pt>
                <c:pt idx="144">
                  <c:v>0.22570328482930946</c:v>
                </c:pt>
                <c:pt idx="145">
                  <c:v>0.22367126095122658</c:v>
                </c:pt>
                <c:pt idx="146">
                  <c:v>0.22187253100028564</c:v>
                </c:pt>
                <c:pt idx="147">
                  <c:v>0.22656378436912022</c:v>
                </c:pt>
                <c:pt idx="148">
                  <c:v>0.22424955666716981</c:v>
                </c:pt>
                <c:pt idx="149">
                  <c:v>0.22388636450629015</c:v>
                </c:pt>
                <c:pt idx="150">
                  <c:v>0.22388636450629015</c:v>
                </c:pt>
                <c:pt idx="151">
                  <c:v>0.22388636450629015</c:v>
                </c:pt>
                <c:pt idx="152">
                  <c:v>0.22645821338123648</c:v>
                </c:pt>
                <c:pt idx="153">
                  <c:v>0.22645821338123648</c:v>
                </c:pt>
                <c:pt idx="154">
                  <c:v>0.22656830904715394</c:v>
                </c:pt>
                <c:pt idx="155">
                  <c:v>0.22910846127689385</c:v>
                </c:pt>
                <c:pt idx="156">
                  <c:v>0.22910846127689385</c:v>
                </c:pt>
                <c:pt idx="157">
                  <c:v>0.22910846127689385</c:v>
                </c:pt>
                <c:pt idx="158">
                  <c:v>0.22910846127689385</c:v>
                </c:pt>
                <c:pt idx="159">
                  <c:v>0.22897592389815208</c:v>
                </c:pt>
                <c:pt idx="160">
                  <c:v>0.2266608235301707</c:v>
                </c:pt>
                <c:pt idx="161">
                  <c:v>0.22868108445079652</c:v>
                </c:pt>
                <c:pt idx="162">
                  <c:v>0.22524930626315059</c:v>
                </c:pt>
                <c:pt idx="163">
                  <c:v>0.22394194320617142</c:v>
                </c:pt>
                <c:pt idx="164">
                  <c:v>0.22394194320617142</c:v>
                </c:pt>
                <c:pt idx="165">
                  <c:v>0.22394194320617142</c:v>
                </c:pt>
                <c:pt idx="166">
                  <c:v>0.22111403194269408</c:v>
                </c:pt>
                <c:pt idx="167">
                  <c:v>0.22344356505899599</c:v>
                </c:pt>
                <c:pt idx="168">
                  <c:v>0.22527681187451484</c:v>
                </c:pt>
                <c:pt idx="169">
                  <c:v>0.22321020475758549</c:v>
                </c:pt>
                <c:pt idx="170">
                  <c:v>0.22401288467166985</c:v>
                </c:pt>
                <c:pt idx="171">
                  <c:v>0.22401288467166985</c:v>
                </c:pt>
                <c:pt idx="172">
                  <c:v>0.22401288467166985</c:v>
                </c:pt>
                <c:pt idx="173">
                  <c:v>0.22160568495007615</c:v>
                </c:pt>
                <c:pt idx="174">
                  <c:v>0.22679787832992609</c:v>
                </c:pt>
                <c:pt idx="175">
                  <c:v>0.23056186841152326</c:v>
                </c:pt>
                <c:pt idx="176">
                  <c:v>0.23214358745469271</c:v>
                </c:pt>
                <c:pt idx="177">
                  <c:v>0.23270653608084635</c:v>
                </c:pt>
                <c:pt idx="178">
                  <c:v>0.23270653608084635</c:v>
                </c:pt>
                <c:pt idx="179">
                  <c:v>0.23270653608084635</c:v>
                </c:pt>
                <c:pt idx="180">
                  <c:v>0.23150393895933441</c:v>
                </c:pt>
                <c:pt idx="181">
                  <c:v>0.22919155925972048</c:v>
                </c:pt>
                <c:pt idx="182">
                  <c:v>0.22980043560508637</c:v>
                </c:pt>
                <c:pt idx="183">
                  <c:v>0.23376559082855825</c:v>
                </c:pt>
                <c:pt idx="184">
                  <c:v>0.23489619824345151</c:v>
                </c:pt>
                <c:pt idx="185">
                  <c:v>0.23489619824345151</c:v>
                </c:pt>
                <c:pt idx="186">
                  <c:v>0.23489619824345151</c:v>
                </c:pt>
                <c:pt idx="187">
                  <c:v>0.23076602057261181</c:v>
                </c:pt>
                <c:pt idx="188">
                  <c:v>0.22915786048218903</c:v>
                </c:pt>
                <c:pt idx="189">
                  <c:v>0.22513178654149613</c:v>
                </c:pt>
                <c:pt idx="190">
                  <c:v>0.2276021587508576</c:v>
                </c:pt>
                <c:pt idx="191">
                  <c:v>0.23113927538805401</c:v>
                </c:pt>
                <c:pt idx="192">
                  <c:v>0.23113927538805401</c:v>
                </c:pt>
                <c:pt idx="193">
                  <c:v>0.23113927538805401</c:v>
                </c:pt>
                <c:pt idx="194">
                  <c:v>0.23063500446979762</c:v>
                </c:pt>
                <c:pt idx="195">
                  <c:v>0.23204082624868422</c:v>
                </c:pt>
                <c:pt idx="196">
                  <c:v>0.23575840191337308</c:v>
                </c:pt>
                <c:pt idx="197">
                  <c:v>0.23240855943504157</c:v>
                </c:pt>
                <c:pt idx="198">
                  <c:v>0.23352462266750126</c:v>
                </c:pt>
                <c:pt idx="199">
                  <c:v>0.23352462266750126</c:v>
                </c:pt>
                <c:pt idx="200">
                  <c:v>0.23352462266750126</c:v>
                </c:pt>
                <c:pt idx="201">
                  <c:v>0.23413182941267374</c:v>
                </c:pt>
                <c:pt idx="202">
                  <c:v>0.23177786885397261</c:v>
                </c:pt>
                <c:pt idx="203">
                  <c:v>0.23184622914989986</c:v>
                </c:pt>
                <c:pt idx="204">
                  <c:v>0.23055860988055843</c:v>
                </c:pt>
                <c:pt idx="205">
                  <c:v>0.22878521689319609</c:v>
                </c:pt>
                <c:pt idx="206">
                  <c:v>0.22878521689319609</c:v>
                </c:pt>
                <c:pt idx="207">
                  <c:v>0.22878521689319609</c:v>
                </c:pt>
                <c:pt idx="208">
                  <c:v>0.23707662436122143</c:v>
                </c:pt>
                <c:pt idx="209">
                  <c:v>0.23612815053701902</c:v>
                </c:pt>
                <c:pt idx="210">
                  <c:v>0.23923190754960247</c:v>
                </c:pt>
                <c:pt idx="211">
                  <c:v>0.24002079886772806</c:v>
                </c:pt>
                <c:pt idx="212">
                  <c:v>0.23889747410076353</c:v>
                </c:pt>
                <c:pt idx="213">
                  <c:v>0.23889747410076353</c:v>
                </c:pt>
                <c:pt idx="214">
                  <c:v>0.23889747410076353</c:v>
                </c:pt>
                <c:pt idx="215">
                  <c:v>0.2386272888251359</c:v>
                </c:pt>
                <c:pt idx="216">
                  <c:v>0.2369180814658515</c:v>
                </c:pt>
                <c:pt idx="217">
                  <c:v>0.23293594679152888</c:v>
                </c:pt>
                <c:pt idx="218">
                  <c:v>0.23569886784897073</c:v>
                </c:pt>
                <c:pt idx="219">
                  <c:v>0.23827291711630377</c:v>
                </c:pt>
                <c:pt idx="220">
                  <c:v>0.23827291711630377</c:v>
                </c:pt>
                <c:pt idx="221">
                  <c:v>0.23827291711630377</c:v>
                </c:pt>
                <c:pt idx="222">
                  <c:v>0.23964699773644318</c:v>
                </c:pt>
                <c:pt idx="223">
                  <c:v>0.24171452630270621</c:v>
                </c:pt>
                <c:pt idx="224">
                  <c:v>0.24350924525629708</c:v>
                </c:pt>
                <c:pt idx="225">
                  <c:v>0.24229983013357489</c:v>
                </c:pt>
                <c:pt idx="226">
                  <c:v>0.24229983013357489</c:v>
                </c:pt>
                <c:pt idx="227">
                  <c:v>0.24229983013357489</c:v>
                </c:pt>
                <c:pt idx="228">
                  <c:v>0.24229983013357489</c:v>
                </c:pt>
                <c:pt idx="229">
                  <c:v>0.23968784367200971</c:v>
                </c:pt>
                <c:pt idx="230">
                  <c:v>0.24036019238598344</c:v>
                </c:pt>
                <c:pt idx="231">
                  <c:v>0.24100856491689387</c:v>
                </c:pt>
                <c:pt idx="232">
                  <c:v>0.23730899354201432</c:v>
                </c:pt>
                <c:pt idx="233">
                  <c:v>0.23888960299058051</c:v>
                </c:pt>
                <c:pt idx="234">
                  <c:v>0.23888960299058051</c:v>
                </c:pt>
                <c:pt idx="235">
                  <c:v>0.23888960299058051</c:v>
                </c:pt>
                <c:pt idx="236">
                  <c:v>0.23845087486559816</c:v>
                </c:pt>
                <c:pt idx="237">
                  <c:v>0.2385168221257826</c:v>
                </c:pt>
                <c:pt idx="238">
                  <c:v>0.2382017216888733</c:v>
                </c:pt>
                <c:pt idx="239">
                  <c:v>0.23759887411988886</c:v>
                </c:pt>
                <c:pt idx="240">
                  <c:v>0.23877789357489348</c:v>
                </c:pt>
                <c:pt idx="241">
                  <c:v>0.23877789357489348</c:v>
                </c:pt>
                <c:pt idx="242">
                  <c:v>0.23877789357489348</c:v>
                </c:pt>
                <c:pt idx="243">
                  <c:v>0.23334815092331052</c:v>
                </c:pt>
                <c:pt idx="244">
                  <c:v>0.23597594999645577</c:v>
                </c:pt>
                <c:pt idx="245">
                  <c:v>0.2372810668472819</c:v>
                </c:pt>
                <c:pt idx="246">
                  <c:v>0.23761225368698552</c:v>
                </c:pt>
                <c:pt idx="247">
                  <c:v>0.23800438000092577</c:v>
                </c:pt>
                <c:pt idx="248">
                  <c:v>0.23800438000092577</c:v>
                </c:pt>
                <c:pt idx="249">
                  <c:v>0.23800438000092577</c:v>
                </c:pt>
                <c:pt idx="250">
                  <c:v>0.23930193193466051</c:v>
                </c:pt>
                <c:pt idx="251">
                  <c:v>0.24257741192870302</c:v>
                </c:pt>
                <c:pt idx="252">
                  <c:v>0.24544586239227834</c:v>
                </c:pt>
                <c:pt idx="253">
                  <c:v>0.24585339986578458</c:v>
                </c:pt>
                <c:pt idx="254">
                  <c:v>0.25231060618246071</c:v>
                </c:pt>
                <c:pt idx="255">
                  <c:v>0.25231060618246071</c:v>
                </c:pt>
                <c:pt idx="256">
                  <c:v>0.25231060618246071</c:v>
                </c:pt>
                <c:pt idx="257">
                  <c:v>0.2544845654995494</c:v>
                </c:pt>
                <c:pt idx="258">
                  <c:v>0.26206724644081403</c:v>
                </c:pt>
                <c:pt idx="259">
                  <c:v>0.25838109051110131</c:v>
                </c:pt>
                <c:pt idx="260">
                  <c:v>0.26484782241648164</c:v>
                </c:pt>
                <c:pt idx="261">
                  <c:v>0.26438596187321223</c:v>
                </c:pt>
                <c:pt idx="262">
                  <c:v>0.26438596187321223</c:v>
                </c:pt>
                <c:pt idx="263">
                  <c:v>0.26438596187321223</c:v>
                </c:pt>
                <c:pt idx="264">
                  <c:v>0.27017946411286697</c:v>
                </c:pt>
                <c:pt idx="265">
                  <c:v>0.27397147192173088</c:v>
                </c:pt>
                <c:pt idx="266">
                  <c:v>0.27565342429628165</c:v>
                </c:pt>
                <c:pt idx="267">
                  <c:v>0.27696890316689665</c:v>
                </c:pt>
                <c:pt idx="268">
                  <c:v>0.27242686870899396</c:v>
                </c:pt>
                <c:pt idx="269">
                  <c:v>0.27242686870899396</c:v>
                </c:pt>
                <c:pt idx="270">
                  <c:v>0.27242686870899396</c:v>
                </c:pt>
                <c:pt idx="271">
                  <c:v>0.27409827708192008</c:v>
                </c:pt>
                <c:pt idx="272">
                  <c:v>0.27376009406171581</c:v>
                </c:pt>
                <c:pt idx="273">
                  <c:v>0.27892854044290116</c:v>
                </c:pt>
                <c:pt idx="274">
                  <c:v>0.28694425804593299</c:v>
                </c:pt>
                <c:pt idx="275">
                  <c:v>0.28694425804593299</c:v>
                </c:pt>
                <c:pt idx="276">
                  <c:v>0.28694425804593299</c:v>
                </c:pt>
                <c:pt idx="277">
                  <c:v>0.28694425804593299</c:v>
                </c:pt>
                <c:pt idx="278">
                  <c:v>0.28694425804593299</c:v>
                </c:pt>
                <c:pt idx="279">
                  <c:v>0.28694425804593299</c:v>
                </c:pt>
                <c:pt idx="280">
                  <c:v>0.28694425804593299</c:v>
                </c:pt>
                <c:pt idx="281">
                  <c:v>0.28694425804593299</c:v>
                </c:pt>
                <c:pt idx="282">
                  <c:v>0.30134767542465751</c:v>
                </c:pt>
                <c:pt idx="283">
                  <c:v>0.30134767542465751</c:v>
                </c:pt>
                <c:pt idx="284">
                  <c:v>0.30134767542465751</c:v>
                </c:pt>
                <c:pt idx="285">
                  <c:v>0.29796526253896033</c:v>
                </c:pt>
                <c:pt idx="286">
                  <c:v>0.29544140443392441</c:v>
                </c:pt>
                <c:pt idx="287">
                  <c:v>0.29734744974576888</c:v>
                </c:pt>
                <c:pt idx="288">
                  <c:v>0.3027403061238238</c:v>
                </c:pt>
                <c:pt idx="289">
                  <c:v>0.30624871283145244</c:v>
                </c:pt>
                <c:pt idx="290">
                  <c:v>0.30624871283145244</c:v>
                </c:pt>
                <c:pt idx="291">
                  <c:v>0.30624871283145244</c:v>
                </c:pt>
                <c:pt idx="292">
                  <c:v>0.30612666911304975</c:v>
                </c:pt>
                <c:pt idx="293">
                  <c:v>0.30268616126860148</c:v>
                </c:pt>
                <c:pt idx="294">
                  <c:v>0.30087847769267256</c:v>
                </c:pt>
                <c:pt idx="295">
                  <c:v>0.29910560840772832</c:v>
                </c:pt>
                <c:pt idx="296">
                  <c:v>0.30341784708552433</c:v>
                </c:pt>
                <c:pt idx="297">
                  <c:v>0.30341784708552433</c:v>
                </c:pt>
                <c:pt idx="298">
                  <c:v>0.30341784708552433</c:v>
                </c:pt>
                <c:pt idx="299">
                  <c:v>0.30731476929801499</c:v>
                </c:pt>
                <c:pt idx="300">
                  <c:v>0.30198311769348068</c:v>
                </c:pt>
                <c:pt idx="301">
                  <c:v>0.30681880617442625</c:v>
                </c:pt>
                <c:pt idx="302">
                  <c:v>0.3151243595126737</c:v>
                </c:pt>
                <c:pt idx="303">
                  <c:v>0.31767691682831006</c:v>
                </c:pt>
                <c:pt idx="304">
                  <c:v>0.31767691682831006</c:v>
                </c:pt>
                <c:pt idx="305">
                  <c:v>0.31767691682831006</c:v>
                </c:pt>
                <c:pt idx="306">
                  <c:v>0.32854087243525987</c:v>
                </c:pt>
                <c:pt idx="307">
                  <c:v>0.31787264870812326</c:v>
                </c:pt>
                <c:pt idx="308">
                  <c:v>0.31764317618758647</c:v>
                </c:pt>
                <c:pt idx="309">
                  <c:v>0.31649718181861242</c:v>
                </c:pt>
                <c:pt idx="310">
                  <c:v>0.31685202249257527</c:v>
                </c:pt>
                <c:pt idx="311">
                  <c:v>0.31685202249257527</c:v>
                </c:pt>
                <c:pt idx="312">
                  <c:v>0.31685202249257527</c:v>
                </c:pt>
                <c:pt idx="313">
                  <c:v>0.3182777754199031</c:v>
                </c:pt>
                <c:pt idx="314">
                  <c:v>0.32381908406780785</c:v>
                </c:pt>
                <c:pt idx="315">
                  <c:v>0.31923492736988385</c:v>
                </c:pt>
                <c:pt idx="316">
                  <c:v>0.31607279953121936</c:v>
                </c:pt>
                <c:pt idx="317">
                  <c:v>0.30645986937267872</c:v>
                </c:pt>
                <c:pt idx="318">
                  <c:v>0.30645986937267872</c:v>
                </c:pt>
                <c:pt idx="319">
                  <c:v>0.30645986937267872</c:v>
                </c:pt>
                <c:pt idx="320">
                  <c:v>0.31705690548539411</c:v>
                </c:pt>
                <c:pt idx="321">
                  <c:v>0.31439428374294121</c:v>
                </c:pt>
                <c:pt idx="322">
                  <c:v>0.31205506109929176</c:v>
                </c:pt>
                <c:pt idx="323">
                  <c:v>0.31580445380926681</c:v>
                </c:pt>
                <c:pt idx="324">
                  <c:v>0.30528758216929036</c:v>
                </c:pt>
                <c:pt idx="325">
                  <c:v>0.30528758216929036</c:v>
                </c:pt>
                <c:pt idx="326">
                  <c:v>0.30528758216929036</c:v>
                </c:pt>
                <c:pt idx="327">
                  <c:v>0.30861532388521545</c:v>
                </c:pt>
                <c:pt idx="328">
                  <c:v>0.31241956452959785</c:v>
                </c:pt>
                <c:pt idx="329">
                  <c:v>0.31196640841959761</c:v>
                </c:pt>
                <c:pt idx="330">
                  <c:v>0.31578287894703944</c:v>
                </c:pt>
                <c:pt idx="331">
                  <c:v>0.31178906652883709</c:v>
                </c:pt>
                <c:pt idx="332">
                  <c:v>0.31178906652883709</c:v>
                </c:pt>
                <c:pt idx="333">
                  <c:v>0.31178906652883709</c:v>
                </c:pt>
                <c:pt idx="334">
                  <c:v>0.3146655702093003</c:v>
                </c:pt>
                <c:pt idx="335">
                  <c:v>0.31816098308517249</c:v>
                </c:pt>
                <c:pt idx="336">
                  <c:v>0.3155872653547962</c:v>
                </c:pt>
                <c:pt idx="337">
                  <c:v>0.31502843413777626</c:v>
                </c:pt>
                <c:pt idx="338">
                  <c:v>0.31593767375327697</c:v>
                </c:pt>
                <c:pt idx="339">
                  <c:v>0.31593767375327697</c:v>
                </c:pt>
                <c:pt idx="340">
                  <c:v>0.31593767375327697</c:v>
                </c:pt>
                <c:pt idx="341">
                  <c:v>0.32095858751334899</c:v>
                </c:pt>
                <c:pt idx="342">
                  <c:v>0.31751210461725521</c:v>
                </c:pt>
                <c:pt idx="343">
                  <c:v>0.32205786701891537</c:v>
                </c:pt>
                <c:pt idx="344">
                  <c:v>0.3178092864384065</c:v>
                </c:pt>
                <c:pt idx="345">
                  <c:v>0.31766198879605517</c:v>
                </c:pt>
                <c:pt idx="346">
                  <c:v>0.31766198879605517</c:v>
                </c:pt>
                <c:pt idx="347">
                  <c:v>0.31766198879605517</c:v>
                </c:pt>
                <c:pt idx="348">
                  <c:v>0.31235112717555946</c:v>
                </c:pt>
                <c:pt idx="349">
                  <c:v>0.31033707815093714</c:v>
                </c:pt>
                <c:pt idx="350">
                  <c:v>0.31995427857699626</c:v>
                </c:pt>
                <c:pt idx="351">
                  <c:v>0.32457820267367166</c:v>
                </c:pt>
                <c:pt idx="352">
                  <c:v>0.31896533266567206</c:v>
                </c:pt>
                <c:pt idx="353">
                  <c:v>0.31896533266567206</c:v>
                </c:pt>
                <c:pt idx="354">
                  <c:v>0.31896533266567206</c:v>
                </c:pt>
                <c:pt idx="355">
                  <c:v>0.32719319660795354</c:v>
                </c:pt>
                <c:pt idx="356">
                  <c:v>0.32896165177595832</c:v>
                </c:pt>
                <c:pt idx="357">
                  <c:v>0.32982759589964306</c:v>
                </c:pt>
                <c:pt idx="358">
                  <c:v>0.32982759589964306</c:v>
                </c:pt>
                <c:pt idx="359">
                  <c:v>0.34120805301036855</c:v>
                </c:pt>
                <c:pt idx="360">
                  <c:v>0.34120805301036855</c:v>
                </c:pt>
                <c:pt idx="361">
                  <c:v>0.34120805301036855</c:v>
                </c:pt>
                <c:pt idx="362">
                  <c:v>0.3471088096159875</c:v>
                </c:pt>
                <c:pt idx="363">
                  <c:v>0.35068900866255326</c:v>
                </c:pt>
                <c:pt idx="364">
                  <c:v>0.35068900866255326</c:v>
                </c:pt>
                <c:pt idx="365">
                  <c:v>0.35068900866255326</c:v>
                </c:pt>
                <c:pt idx="366">
                  <c:v>0.36314789606304881</c:v>
                </c:pt>
                <c:pt idx="367">
                  <c:v>0.36314789606304881</c:v>
                </c:pt>
                <c:pt idx="368">
                  <c:v>0.36314789606304881</c:v>
                </c:pt>
                <c:pt idx="369">
                  <c:v>0.37091946138983745</c:v>
                </c:pt>
                <c:pt idx="370">
                  <c:v>0.37272336737578943</c:v>
                </c:pt>
                <c:pt idx="371">
                  <c:v>0.37727072049257038</c:v>
                </c:pt>
                <c:pt idx="372">
                  <c:v>0.37636797580834985</c:v>
                </c:pt>
                <c:pt idx="373">
                  <c:v>0.37127280479499342</c:v>
                </c:pt>
                <c:pt idx="374">
                  <c:v>0.37127280479499342</c:v>
                </c:pt>
                <c:pt idx="375">
                  <c:v>0.37127280479499342</c:v>
                </c:pt>
                <c:pt idx="376">
                  <c:v>0.36879605310055319</c:v>
                </c:pt>
                <c:pt idx="377">
                  <c:v>0.35943573111721</c:v>
                </c:pt>
                <c:pt idx="378">
                  <c:v>0.36210267740499874</c:v>
                </c:pt>
                <c:pt idx="379">
                  <c:v>0.36335366584406592</c:v>
                </c:pt>
                <c:pt idx="380">
                  <c:v>0.369048942445798</c:v>
                </c:pt>
                <c:pt idx="381">
                  <c:v>0.369048942445798</c:v>
                </c:pt>
                <c:pt idx="382">
                  <c:v>0.369048942445798</c:v>
                </c:pt>
                <c:pt idx="383">
                  <c:v>0.36635080002511849</c:v>
                </c:pt>
                <c:pt idx="384">
                  <c:v>0.35764757217901338</c:v>
                </c:pt>
                <c:pt idx="385">
                  <c:v>0.36178624947757343</c:v>
                </c:pt>
                <c:pt idx="386">
                  <c:v>0.36560480105341958</c:v>
                </c:pt>
                <c:pt idx="387">
                  <c:v>0.36477252431698903</c:v>
                </c:pt>
                <c:pt idx="388">
                  <c:v>0.36477252431698903</c:v>
                </c:pt>
                <c:pt idx="389">
                  <c:v>0.36477252431698903</c:v>
                </c:pt>
                <c:pt idx="390">
                  <c:v>0.36196175089323684</c:v>
                </c:pt>
                <c:pt idx="391">
                  <c:v>0.37451178768104154</c:v>
                </c:pt>
                <c:pt idx="392">
                  <c:v>0.37963177358811129</c:v>
                </c:pt>
                <c:pt idx="393">
                  <c:v>0.37704053447510649</c:v>
                </c:pt>
                <c:pt idx="394">
                  <c:v>0.38487661328474193</c:v>
                </c:pt>
                <c:pt idx="395">
                  <c:v>0.38487661328474193</c:v>
                </c:pt>
                <c:pt idx="396">
                  <c:v>0.38487661328474193</c:v>
                </c:pt>
                <c:pt idx="397">
                  <c:v>0.37666877318636893</c:v>
                </c:pt>
                <c:pt idx="398">
                  <c:v>0.38967008481288956</c:v>
                </c:pt>
                <c:pt idx="399">
                  <c:v>0.38466505430508763</c:v>
                </c:pt>
                <c:pt idx="400">
                  <c:v>0.37601618168226297</c:v>
                </c:pt>
                <c:pt idx="401">
                  <c:v>0.37995638538444493</c:v>
                </c:pt>
                <c:pt idx="402">
                  <c:v>0.37995638538444493</c:v>
                </c:pt>
                <c:pt idx="403">
                  <c:v>0.37995638538444493</c:v>
                </c:pt>
                <c:pt idx="404">
                  <c:v>0.3840799724004923</c:v>
                </c:pt>
                <c:pt idx="405">
                  <c:v>0.38109552839515792</c:v>
                </c:pt>
                <c:pt idx="406">
                  <c:v>0.37738162428037475</c:v>
                </c:pt>
                <c:pt idx="407">
                  <c:v>0.38497374557145847</c:v>
                </c:pt>
                <c:pt idx="408">
                  <c:v>0.38820307665763121</c:v>
                </c:pt>
                <c:pt idx="409">
                  <c:v>0.38820307665763121</c:v>
                </c:pt>
                <c:pt idx="410">
                  <c:v>0.38820307665763121</c:v>
                </c:pt>
                <c:pt idx="411">
                  <c:v>0.38820307665763121</c:v>
                </c:pt>
                <c:pt idx="412">
                  <c:v>0.38820307665763121</c:v>
                </c:pt>
                <c:pt idx="413">
                  <c:v>0.38820307665763121</c:v>
                </c:pt>
                <c:pt idx="414">
                  <c:v>0.39025367725171167</c:v>
                </c:pt>
                <c:pt idx="415">
                  <c:v>0.39016185731556013</c:v>
                </c:pt>
                <c:pt idx="416">
                  <c:v>0.39016185731556013</c:v>
                </c:pt>
                <c:pt idx="417">
                  <c:v>0.39016185731556013</c:v>
                </c:pt>
                <c:pt idx="418">
                  <c:v>0.38974048419569179</c:v>
                </c:pt>
                <c:pt idx="419">
                  <c:v>0.39843382300386876</c:v>
                </c:pt>
                <c:pt idx="420">
                  <c:v>0.39712272094977896</c:v>
                </c:pt>
                <c:pt idx="421">
                  <c:v>0.4116434335027469</c:v>
                </c:pt>
                <c:pt idx="422">
                  <c:v>0.40860501018191592</c:v>
                </c:pt>
                <c:pt idx="423">
                  <c:v>0.40860501018191592</c:v>
                </c:pt>
                <c:pt idx="424">
                  <c:v>0.40860501018191592</c:v>
                </c:pt>
                <c:pt idx="425">
                  <c:v>0.40860501018191592</c:v>
                </c:pt>
                <c:pt idx="426">
                  <c:v>0.39432308775190955</c:v>
                </c:pt>
                <c:pt idx="427">
                  <c:v>0.39930834593169107</c:v>
                </c:pt>
                <c:pt idx="428">
                  <c:v>0.40439341910032345</c:v>
                </c:pt>
                <c:pt idx="429">
                  <c:v>0.39710006728855096</c:v>
                </c:pt>
                <c:pt idx="430">
                  <c:v>0.39710006728855096</c:v>
                </c:pt>
                <c:pt idx="431">
                  <c:v>0.39710006728855096</c:v>
                </c:pt>
                <c:pt idx="432">
                  <c:v>0.38660176052082618</c:v>
                </c:pt>
                <c:pt idx="433">
                  <c:v>0.40270657319377778</c:v>
                </c:pt>
                <c:pt idx="434">
                  <c:v>0.40264278353644845</c:v>
                </c:pt>
                <c:pt idx="435">
                  <c:v>0.39779612452908669</c:v>
                </c:pt>
                <c:pt idx="436">
                  <c:v>0.39561169009475855</c:v>
                </c:pt>
                <c:pt idx="437">
                  <c:v>0.39561169009475855</c:v>
                </c:pt>
                <c:pt idx="438">
                  <c:v>0.39561169009475855</c:v>
                </c:pt>
                <c:pt idx="439">
                  <c:v>0.40839503528518395</c:v>
                </c:pt>
                <c:pt idx="440">
                  <c:v>0.40810532001012617</c:v>
                </c:pt>
                <c:pt idx="441">
                  <c:v>0.41971044946687319</c:v>
                </c:pt>
                <c:pt idx="442">
                  <c:v>0.4146237761711839</c:v>
                </c:pt>
                <c:pt idx="443">
                  <c:v>0.41099917748502562</c:v>
                </c:pt>
                <c:pt idx="444">
                  <c:v>0.41099917748502562</c:v>
                </c:pt>
                <c:pt idx="445">
                  <c:v>0.41099917748502562</c:v>
                </c:pt>
                <c:pt idx="446">
                  <c:v>0.40936974380382379</c:v>
                </c:pt>
                <c:pt idx="447">
                  <c:v>0.41153492498249961</c:v>
                </c:pt>
                <c:pt idx="448">
                  <c:v>0.40560697443866961</c:v>
                </c:pt>
                <c:pt idx="449">
                  <c:v>0.39689287117391181</c:v>
                </c:pt>
                <c:pt idx="450">
                  <c:v>0.39611572379089199</c:v>
                </c:pt>
                <c:pt idx="451">
                  <c:v>0.39611572379089199</c:v>
                </c:pt>
                <c:pt idx="452">
                  <c:v>0.39611572379089199</c:v>
                </c:pt>
                <c:pt idx="453">
                  <c:v>0.39519496007379218</c:v>
                </c:pt>
                <c:pt idx="454">
                  <c:v>0.38796634857831575</c:v>
                </c:pt>
                <c:pt idx="455">
                  <c:v>0.4021192317805487</c:v>
                </c:pt>
                <c:pt idx="456">
                  <c:v>0.39429194356289288</c:v>
                </c:pt>
                <c:pt idx="457">
                  <c:v>0.40218224237283534</c:v>
                </c:pt>
                <c:pt idx="458">
                  <c:v>0.40218224237283534</c:v>
                </c:pt>
                <c:pt idx="459">
                  <c:v>0.40218224237283534</c:v>
                </c:pt>
                <c:pt idx="460">
                  <c:v>0.40783404151130853</c:v>
                </c:pt>
                <c:pt idx="461">
                  <c:v>0.4139969451280085</c:v>
                </c:pt>
                <c:pt idx="462">
                  <c:v>0.42284801213642004</c:v>
                </c:pt>
                <c:pt idx="463">
                  <c:v>0.41599708427896143</c:v>
                </c:pt>
                <c:pt idx="464">
                  <c:v>0.41727561846563838</c:v>
                </c:pt>
                <c:pt idx="465">
                  <c:v>0.41727561846563838</c:v>
                </c:pt>
                <c:pt idx="466">
                  <c:v>0.41727561846563838</c:v>
                </c:pt>
                <c:pt idx="467">
                  <c:v>0.41667698905781081</c:v>
                </c:pt>
                <c:pt idx="468">
                  <c:v>0.42000750935368553</c:v>
                </c:pt>
                <c:pt idx="469">
                  <c:v>0.42178793095406908</c:v>
                </c:pt>
                <c:pt idx="470">
                  <c:v>0.42314197750066784</c:v>
                </c:pt>
                <c:pt idx="471">
                  <c:v>0.41983875006501814</c:v>
                </c:pt>
                <c:pt idx="472">
                  <c:v>0.41983875006501814</c:v>
                </c:pt>
                <c:pt idx="473">
                  <c:v>0.41983875006501814</c:v>
                </c:pt>
                <c:pt idx="474">
                  <c:v>0.42172314423774149</c:v>
                </c:pt>
                <c:pt idx="475">
                  <c:v>0.42386342611013689</c:v>
                </c:pt>
                <c:pt idx="476">
                  <c:v>0.42008921710895891</c:v>
                </c:pt>
                <c:pt idx="477">
                  <c:v>0.42467368939970151</c:v>
                </c:pt>
                <c:pt idx="478">
                  <c:v>0.4186386580156527</c:v>
                </c:pt>
                <c:pt idx="479">
                  <c:v>0.4186386580156527</c:v>
                </c:pt>
                <c:pt idx="480">
                  <c:v>0.4186386580156527</c:v>
                </c:pt>
                <c:pt idx="481">
                  <c:v>0.42488597201842615</c:v>
                </c:pt>
                <c:pt idx="482">
                  <c:v>0.42153283410355147</c:v>
                </c:pt>
                <c:pt idx="483">
                  <c:v>0.42183808030886932</c:v>
                </c:pt>
                <c:pt idx="484">
                  <c:v>0.42063388153176895</c:v>
                </c:pt>
                <c:pt idx="485">
                  <c:v>0.42063388153176895</c:v>
                </c:pt>
                <c:pt idx="486">
                  <c:v>0.42063388153176895</c:v>
                </c:pt>
                <c:pt idx="487">
                  <c:v>0.42063388153176895</c:v>
                </c:pt>
                <c:pt idx="488">
                  <c:v>0.43367834175213965</c:v>
                </c:pt>
                <c:pt idx="489">
                  <c:v>0.43367834175213965</c:v>
                </c:pt>
                <c:pt idx="490">
                  <c:v>0.45951664109363816</c:v>
                </c:pt>
                <c:pt idx="491">
                  <c:v>0.46479787208953466</c:v>
                </c:pt>
                <c:pt idx="492">
                  <c:v>0.46518662872765448</c:v>
                </c:pt>
                <c:pt idx="493">
                  <c:v>0.46518662872765448</c:v>
                </c:pt>
                <c:pt idx="494">
                  <c:v>0.46518662872765448</c:v>
                </c:pt>
                <c:pt idx="495">
                  <c:v>0.48413326203734436</c:v>
                </c:pt>
                <c:pt idx="496">
                  <c:v>0.48393096327960061</c:v>
                </c:pt>
                <c:pt idx="497">
                  <c:v>0.49234963626371164</c:v>
                </c:pt>
                <c:pt idx="498">
                  <c:v>0.4942630171556528</c:v>
                </c:pt>
                <c:pt idx="499">
                  <c:v>0.48350204392243307</c:v>
                </c:pt>
                <c:pt idx="500">
                  <c:v>0.48350204392243307</c:v>
                </c:pt>
                <c:pt idx="501">
                  <c:v>0.48350204392243307</c:v>
                </c:pt>
                <c:pt idx="502">
                  <c:v>0.49480891895187917</c:v>
                </c:pt>
                <c:pt idx="503">
                  <c:v>0.49415036408460761</c:v>
                </c:pt>
                <c:pt idx="504">
                  <c:v>0.49895235388844827</c:v>
                </c:pt>
                <c:pt idx="505">
                  <c:v>0.50474800116376706</c:v>
                </c:pt>
                <c:pt idx="506">
                  <c:v>0.49624282114167839</c:v>
                </c:pt>
                <c:pt idx="507">
                  <c:v>0.49624282114167839</c:v>
                </c:pt>
                <c:pt idx="508">
                  <c:v>0.49624282114167839</c:v>
                </c:pt>
                <c:pt idx="509">
                  <c:v>0.49624282114167839</c:v>
                </c:pt>
                <c:pt idx="510">
                  <c:v>0.50225191008142622</c:v>
                </c:pt>
                <c:pt idx="511">
                  <c:v>0.51916664043472371</c:v>
                </c:pt>
                <c:pt idx="512">
                  <c:v>0.52021821326620576</c:v>
                </c:pt>
                <c:pt idx="513">
                  <c:v>0.52224600425256784</c:v>
                </c:pt>
                <c:pt idx="514">
                  <c:v>0.52224600425256784</c:v>
                </c:pt>
                <c:pt idx="515">
                  <c:v>0.52224600425256784</c:v>
                </c:pt>
                <c:pt idx="516">
                  <c:v>0.53356812315697721</c:v>
                </c:pt>
                <c:pt idx="517">
                  <c:v>0.5420697476343127</c:v>
                </c:pt>
                <c:pt idx="518">
                  <c:v>0.5420697476343127</c:v>
                </c:pt>
                <c:pt idx="519">
                  <c:v>0.53830625420731593</c:v>
                </c:pt>
                <c:pt idx="520">
                  <c:v>0.52449690219362832</c:v>
                </c:pt>
                <c:pt idx="521">
                  <c:v>0.52449690219362832</c:v>
                </c:pt>
                <c:pt idx="522">
                  <c:v>0.52449690219362832</c:v>
                </c:pt>
                <c:pt idx="523">
                  <c:v>0.51973222371831784</c:v>
                </c:pt>
                <c:pt idx="524">
                  <c:v>0.53844829827886576</c:v>
                </c:pt>
                <c:pt idx="525">
                  <c:v>0.52598183964701073</c:v>
                </c:pt>
                <c:pt idx="526">
                  <c:v>0.52654569923656813</c:v>
                </c:pt>
                <c:pt idx="527">
                  <c:v>0.52998269746759341</c:v>
                </c:pt>
                <c:pt idx="528">
                  <c:v>0.52998269746759341</c:v>
                </c:pt>
                <c:pt idx="529">
                  <c:v>0.52998269746759341</c:v>
                </c:pt>
                <c:pt idx="530">
                  <c:v>0.5308230360722096</c:v>
                </c:pt>
                <c:pt idx="531">
                  <c:v>0.53457696186038184</c:v>
                </c:pt>
                <c:pt idx="532">
                  <c:v>0.54326707370040572</c:v>
                </c:pt>
                <c:pt idx="533">
                  <c:v>0.56053034985425254</c:v>
                </c:pt>
                <c:pt idx="534">
                  <c:v>0.56215973021088883</c:v>
                </c:pt>
                <c:pt idx="535">
                  <c:v>0.56215973021088883</c:v>
                </c:pt>
                <c:pt idx="536">
                  <c:v>0.56215973021088883</c:v>
                </c:pt>
                <c:pt idx="537">
                  <c:v>0.57319245967320842</c:v>
                </c:pt>
                <c:pt idx="538">
                  <c:v>0.55792920875335716</c:v>
                </c:pt>
                <c:pt idx="539">
                  <c:v>0.56949822575342135</c:v>
                </c:pt>
                <c:pt idx="540">
                  <c:v>0.58892021102488235</c:v>
                </c:pt>
                <c:pt idx="541">
                  <c:v>0.58261138437947835</c:v>
                </c:pt>
                <c:pt idx="542">
                  <c:v>0.58261138437947835</c:v>
                </c:pt>
                <c:pt idx="543">
                  <c:v>0.58261138437947835</c:v>
                </c:pt>
                <c:pt idx="544">
                  <c:v>0.56451291814456916</c:v>
                </c:pt>
                <c:pt idx="545">
                  <c:v>0.57105172572493146</c:v>
                </c:pt>
                <c:pt idx="546">
                  <c:v>0.55601587627812532</c:v>
                </c:pt>
                <c:pt idx="547">
                  <c:v>0.53239723292950425</c:v>
                </c:pt>
                <c:pt idx="548">
                  <c:v>0.55121336263819265</c:v>
                </c:pt>
                <c:pt idx="549">
                  <c:v>0.55121336263819265</c:v>
                </c:pt>
                <c:pt idx="550">
                  <c:v>0.55121336263819265</c:v>
                </c:pt>
                <c:pt idx="551">
                  <c:v>0.55239788776772292</c:v>
                </c:pt>
                <c:pt idx="552">
                  <c:v>0.54305201340693843</c:v>
                </c:pt>
                <c:pt idx="553">
                  <c:v>0.53940983625053052</c:v>
                </c:pt>
                <c:pt idx="554">
                  <c:v>0.55012229518360733</c:v>
                </c:pt>
                <c:pt idx="555">
                  <c:v>0.54278934234117449</c:v>
                </c:pt>
                <c:pt idx="556">
                  <c:v>0.54278934234117449</c:v>
                </c:pt>
                <c:pt idx="557">
                  <c:v>0.54278934234117449</c:v>
                </c:pt>
                <c:pt idx="558">
                  <c:v>0.51893882449328566</c:v>
                </c:pt>
                <c:pt idx="559">
                  <c:v>0.53310795326798988</c:v>
                </c:pt>
                <c:pt idx="560">
                  <c:v>0.5396776718920494</c:v>
                </c:pt>
                <c:pt idx="561">
                  <c:v>0.5182530766825294</c:v>
                </c:pt>
                <c:pt idx="562">
                  <c:v>0.5182530766825294</c:v>
                </c:pt>
                <c:pt idx="563">
                  <c:v>0.5182530766825294</c:v>
                </c:pt>
                <c:pt idx="564">
                  <c:v>0.5182530766825294</c:v>
                </c:pt>
                <c:pt idx="565">
                  <c:v>0.51929856403528885</c:v>
                </c:pt>
                <c:pt idx="566">
                  <c:v>0.52743594548771633</c:v>
                </c:pt>
                <c:pt idx="567">
                  <c:v>0.52444578043196299</c:v>
                </c:pt>
                <c:pt idx="568">
                  <c:v>0.5232165459980217</c:v>
                </c:pt>
                <c:pt idx="569">
                  <c:v>0.51093923670097696</c:v>
                </c:pt>
                <c:pt idx="570">
                  <c:v>0.51093923670097696</c:v>
                </c:pt>
                <c:pt idx="571">
                  <c:v>0.51093923670097696</c:v>
                </c:pt>
                <c:pt idx="572">
                  <c:v>0.51847582923175695</c:v>
                </c:pt>
                <c:pt idx="573">
                  <c:v>0.50022880697458061</c:v>
                </c:pt>
                <c:pt idx="574">
                  <c:v>0.49612319501017749</c:v>
                </c:pt>
                <c:pt idx="575">
                  <c:v>0.48741173931787496</c:v>
                </c:pt>
                <c:pt idx="576">
                  <c:v>0.53003464371432851</c:v>
                </c:pt>
                <c:pt idx="577">
                  <c:v>0.53003464371432851</c:v>
                </c:pt>
                <c:pt idx="578">
                  <c:v>0.53003464371432851</c:v>
                </c:pt>
                <c:pt idx="579">
                  <c:v>0.50964193457631857</c:v>
                </c:pt>
                <c:pt idx="580">
                  <c:v>0.50352356665329567</c:v>
                </c:pt>
                <c:pt idx="581">
                  <c:v>0.50456369960451386</c:v>
                </c:pt>
                <c:pt idx="582">
                  <c:v>0.48557101025283594</c:v>
                </c:pt>
                <c:pt idx="583">
                  <c:v>0.47841546843665594</c:v>
                </c:pt>
                <c:pt idx="584">
                  <c:v>0.47841546843665594</c:v>
                </c:pt>
                <c:pt idx="585">
                  <c:v>0.47841546843665594</c:v>
                </c:pt>
                <c:pt idx="586">
                  <c:v>0.47386199122198092</c:v>
                </c:pt>
                <c:pt idx="587">
                  <c:v>0.48196323006088149</c:v>
                </c:pt>
                <c:pt idx="588">
                  <c:v>0.49366371531311154</c:v>
                </c:pt>
                <c:pt idx="589">
                  <c:v>0.50208434979607397</c:v>
                </c:pt>
                <c:pt idx="590">
                  <c:v>0.50388604261332093</c:v>
                </c:pt>
                <c:pt idx="591">
                  <c:v>0.50388604261332093</c:v>
                </c:pt>
                <c:pt idx="592">
                  <c:v>0.50388604261332093</c:v>
                </c:pt>
                <c:pt idx="593">
                  <c:v>0.50388604261332093</c:v>
                </c:pt>
                <c:pt idx="594">
                  <c:v>0.50768043328992785</c:v>
                </c:pt>
                <c:pt idx="595">
                  <c:v>0.49226971547808857</c:v>
                </c:pt>
                <c:pt idx="596">
                  <c:v>0.51550561147045637</c:v>
                </c:pt>
                <c:pt idx="597">
                  <c:v>0.52729310439827948</c:v>
                </c:pt>
                <c:pt idx="598">
                  <c:v>0.52729310439827948</c:v>
                </c:pt>
                <c:pt idx="599">
                  <c:v>0.52729310439827948</c:v>
                </c:pt>
                <c:pt idx="600">
                  <c:v>0.50953637484617387</c:v>
                </c:pt>
                <c:pt idx="601">
                  <c:v>0.50696218759279221</c:v>
                </c:pt>
                <c:pt idx="602">
                  <c:v>0.50831714390544347</c:v>
                </c:pt>
                <c:pt idx="603">
                  <c:v>0.5109898268669687</c:v>
                </c:pt>
                <c:pt idx="604">
                  <c:v>0.50026633299794232</c:v>
                </c:pt>
                <c:pt idx="605">
                  <c:v>0.50026633299794232</c:v>
                </c:pt>
                <c:pt idx="606">
                  <c:v>0.50026633299794232</c:v>
                </c:pt>
                <c:pt idx="607">
                  <c:v>0.50412138962599162</c:v>
                </c:pt>
                <c:pt idx="608">
                  <c:v>0.50656616734251492</c:v>
                </c:pt>
                <c:pt idx="609">
                  <c:v>0.5047576169205058</c:v>
                </c:pt>
                <c:pt idx="610">
                  <c:v>0.50054974952904019</c:v>
                </c:pt>
                <c:pt idx="611">
                  <c:v>0.50549707628778107</c:v>
                </c:pt>
                <c:pt idx="612">
                  <c:v>0.50549707628778107</c:v>
                </c:pt>
                <c:pt idx="613">
                  <c:v>0.50549707628778107</c:v>
                </c:pt>
                <c:pt idx="614">
                  <c:v>0.51622097170196823</c:v>
                </c:pt>
                <c:pt idx="615">
                  <c:v>0.52009936650871069</c:v>
                </c:pt>
                <c:pt idx="616">
                  <c:v>0.52111743084106488</c:v>
                </c:pt>
                <c:pt idx="617">
                  <c:v>0.52152034176958939</c:v>
                </c:pt>
                <c:pt idx="618">
                  <c:v>0.51536886989459774</c:v>
                </c:pt>
                <c:pt idx="619">
                  <c:v>0.51536886989459774</c:v>
                </c:pt>
                <c:pt idx="620">
                  <c:v>0.51536886989459774</c:v>
                </c:pt>
                <c:pt idx="621">
                  <c:v>0.50553196749063734</c:v>
                </c:pt>
                <c:pt idx="622">
                  <c:v>0.50837252884156492</c:v>
                </c:pt>
                <c:pt idx="623">
                  <c:v>0.51636971860726077</c:v>
                </c:pt>
                <c:pt idx="624">
                  <c:v>0.5135690298571377</c:v>
                </c:pt>
                <c:pt idx="625">
                  <c:v>0.52417219224571721</c:v>
                </c:pt>
                <c:pt idx="626">
                  <c:v>0.52417219224571721</c:v>
                </c:pt>
                <c:pt idx="627">
                  <c:v>0.52417219224571721</c:v>
                </c:pt>
                <c:pt idx="628">
                  <c:v>0.5307134372508111</c:v>
                </c:pt>
                <c:pt idx="629">
                  <c:v>0.52894397966938389</c:v>
                </c:pt>
                <c:pt idx="630">
                  <c:v>0.53639748663929876</c:v>
                </c:pt>
                <c:pt idx="631">
                  <c:v>0.53639748663929876</c:v>
                </c:pt>
                <c:pt idx="632">
                  <c:v>0.53639748663929876</c:v>
                </c:pt>
                <c:pt idx="633">
                  <c:v>0.53639748663929876</c:v>
                </c:pt>
                <c:pt idx="634">
                  <c:v>0.53639748663929876</c:v>
                </c:pt>
                <c:pt idx="635">
                  <c:v>0.52229810840708391</c:v>
                </c:pt>
                <c:pt idx="636">
                  <c:v>0.52600223448260486</c:v>
                </c:pt>
                <c:pt idx="637">
                  <c:v>0.52571011932739264</c:v>
                </c:pt>
                <c:pt idx="638">
                  <c:v>0.53103611235170167</c:v>
                </c:pt>
                <c:pt idx="639">
                  <c:v>0.52966311493017193</c:v>
                </c:pt>
                <c:pt idx="640">
                  <c:v>0.52966311493017193</c:v>
                </c:pt>
                <c:pt idx="641">
                  <c:v>0.52966311493017193</c:v>
                </c:pt>
                <c:pt idx="642">
                  <c:v>0.52966311493017193</c:v>
                </c:pt>
                <c:pt idx="643">
                  <c:v>0.52121621874740465</c:v>
                </c:pt>
                <c:pt idx="644">
                  <c:v>0.52124344313685067</c:v>
                </c:pt>
                <c:pt idx="645">
                  <c:v>0.52224026961172842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FAF-4D15-A5EF-2493676BA3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63242591"/>
        <c:axId val="293075791"/>
      </c:lineChart>
      <c:dateAx>
        <c:axId val="156771775"/>
        <c:scaling>
          <c:orientation val="minMax"/>
        </c:scaling>
        <c:delete val="0"/>
        <c:axPos val="b"/>
        <c:numFmt formatCode="yy\.m" sourceLinked="0"/>
        <c:majorTickMark val="out"/>
        <c:minorTickMark val="none"/>
        <c:tickLblPos val="nextTo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293024911"/>
        <c:crosses val="autoZero"/>
        <c:auto val="1"/>
        <c:lblOffset val="100"/>
        <c:baseTimeUnit val="days"/>
        <c:majorUnit val="3"/>
        <c:majorTimeUnit val="months"/>
      </c:dateAx>
      <c:valAx>
        <c:axId val="293024911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156771775"/>
        <c:crosses val="autoZero"/>
        <c:crossBetween val="between"/>
      </c:valAx>
      <c:valAx>
        <c:axId val="293075791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1063242591"/>
        <c:crosses val="max"/>
        <c:crossBetween val="between"/>
      </c:valAx>
      <c:dateAx>
        <c:axId val="1063242591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93075791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327044025157233"/>
          <c:y val="7.7380952380952384E-2"/>
          <c:w val="0.6030817610062893"/>
          <c:h val="0.17092800899887514"/>
        </c:manualLayout>
      </c:layout>
      <c:overlay val="0"/>
      <c:spPr>
        <a:noFill/>
        <a:ln w="25400"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rgbClr val="000000"/>
              </a:solidFill>
              <a:latin typeface="나눔고딕"/>
              <a:ea typeface="나눔고딕"/>
              <a:cs typeface="나눔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25400" cap="flat" cmpd="sng" algn="ctr">
      <a:noFill/>
      <a:round/>
    </a:ln>
    <a:effectLst/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1.5855038506520289E-2"/>
          <c:y val="0.1174911333877373"/>
          <c:w val="0.96956731475072877"/>
          <c:h val="0.8825088666122626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3399"/>
            </a:solidFill>
            <a:ln w="12700">
              <a:solidFill>
                <a:srgbClr val="003399"/>
              </a:solidFill>
              <a:prstDash val="solid"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F0000"/>
              </a:solidFill>
              <a:ln w="12700">
                <a:noFill/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4-DF7A-4E80-BAC4-96E2432AD32A}"/>
              </c:ext>
            </c:extLst>
          </c:dPt>
          <c:dPt>
            <c:idx val="7"/>
            <c:invertIfNegative val="0"/>
            <c:bubble3D val="0"/>
            <c:spPr>
              <a:solidFill>
                <a:srgbClr val="003399"/>
              </a:solidFill>
              <a:ln w="12700">
                <a:solidFill>
                  <a:srgbClr val="003399"/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1-DF7A-4E80-BAC4-96E2432AD32A}"/>
              </c:ext>
            </c:extLst>
          </c:dPt>
          <c:dLbls>
            <c:dLbl>
              <c:idx val="0"/>
              <c:layout>
                <c:manualLayout>
                  <c:x val="8.1986932936745166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F7A-4E80-BAC4-96E2432AD32A}"/>
                </c:ext>
              </c:extLst>
            </c:dLbl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나눔고딕"/>
                    <a:ea typeface="나눔고딕"/>
                    <a:cs typeface="나눔고딕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'업종별분기 영업이익'!$AK$15:$AK$40</c:f>
              <c:strCache>
                <c:ptCount val="26"/>
                <c:pt idx="0">
                  <c:v>반도체</c:v>
                </c:pt>
                <c:pt idx="1">
                  <c:v>IT가전</c:v>
                </c:pt>
                <c:pt idx="2">
                  <c:v>KOSPI</c:v>
                </c:pt>
                <c:pt idx="3">
                  <c:v>조선</c:v>
                </c:pt>
                <c:pt idx="4">
                  <c:v>에너지</c:v>
                </c:pt>
                <c:pt idx="5">
                  <c:v>통신서비스</c:v>
                </c:pt>
                <c:pt idx="6">
                  <c:v>미디어교육</c:v>
                </c:pt>
                <c:pt idx="7">
                  <c:v>운송</c:v>
                </c:pt>
                <c:pt idx="8">
                  <c:v>IT하드웨어</c:v>
                </c:pt>
                <c:pt idx="9">
                  <c:v>비철목재</c:v>
                </c:pt>
                <c:pt idx="10">
                  <c:v>소매(유통)</c:v>
                </c:pt>
                <c:pt idx="11">
                  <c:v>기계</c:v>
                </c:pt>
                <c:pt idx="12">
                  <c:v>철강</c:v>
                </c:pt>
                <c:pt idx="13">
                  <c:v>호텔레저</c:v>
                </c:pt>
                <c:pt idx="14">
                  <c:v>건설건축관련</c:v>
                </c:pt>
                <c:pt idx="15">
                  <c:v>자동차</c:v>
                </c:pt>
                <c:pt idx="16">
                  <c:v>은행</c:v>
                </c:pt>
                <c:pt idx="17">
                  <c:v>소프트웨어</c:v>
                </c:pt>
                <c:pt idx="18">
                  <c:v>건강관리</c:v>
                </c:pt>
                <c:pt idx="19">
                  <c:v>상사자본재</c:v>
                </c:pt>
                <c:pt idx="20">
                  <c:v>화장품</c:v>
                </c:pt>
                <c:pt idx="21">
                  <c:v>보험</c:v>
                </c:pt>
                <c:pt idx="22">
                  <c:v>증권</c:v>
                </c:pt>
                <c:pt idx="23">
                  <c:v>필수소비재</c:v>
                </c:pt>
                <c:pt idx="24">
                  <c:v>디스플레이</c:v>
                </c:pt>
                <c:pt idx="25">
                  <c:v>유틸리티</c:v>
                </c:pt>
              </c:strCache>
            </c:strRef>
          </c:cat>
          <c:val>
            <c:numRef>
              <c:f>'업종별분기 영업이익'!$AL$15:$AL$40</c:f>
              <c:numCache>
                <c:formatCode>_(* #,##0_);_(* \(#,##0\);_(* "-"_);_(@_)</c:formatCode>
                <c:ptCount val="26"/>
                <c:pt idx="0">
                  <c:v>726.04243788750557</c:v>
                </c:pt>
                <c:pt idx="1">
                  <c:v>480.84999225166587</c:v>
                </c:pt>
                <c:pt idx="2">
                  <c:v>265.72002071853996</c:v>
                </c:pt>
                <c:pt idx="3">
                  <c:v>169.62488457987078</c:v>
                </c:pt>
                <c:pt idx="4">
                  <c:v>155.23595185174855</c:v>
                </c:pt>
                <c:pt idx="5">
                  <c:v>82.903023927777241</c:v>
                </c:pt>
                <c:pt idx="6" formatCode="General">
                  <c:v>80.114986220659489</c:v>
                </c:pt>
                <c:pt idx="7">
                  <c:v>79.093536783160999</c:v>
                </c:pt>
                <c:pt idx="8">
                  <c:v>62.272059392158411</c:v>
                </c:pt>
                <c:pt idx="9" formatCode="General">
                  <c:v>45.059368082109089</c:v>
                </c:pt>
                <c:pt idx="10">
                  <c:v>29.415970083589983</c:v>
                </c:pt>
                <c:pt idx="11">
                  <c:v>25.544423004438642</c:v>
                </c:pt>
                <c:pt idx="12">
                  <c:v>20.697188153418857</c:v>
                </c:pt>
                <c:pt idx="13">
                  <c:v>19.996012759170668</c:v>
                </c:pt>
                <c:pt idx="14">
                  <c:v>19.281004400579249</c:v>
                </c:pt>
                <c:pt idx="15">
                  <c:v>13.339282025133947</c:v>
                </c:pt>
                <c:pt idx="16">
                  <c:v>10.722728978033103</c:v>
                </c:pt>
                <c:pt idx="17">
                  <c:v>1.8602159573127164</c:v>
                </c:pt>
                <c:pt idx="18">
                  <c:v>-6.73350137488542</c:v>
                </c:pt>
                <c:pt idx="19">
                  <c:v>-12.213274523299877</c:v>
                </c:pt>
                <c:pt idx="20">
                  <c:v>-12.505168099227514</c:v>
                </c:pt>
                <c:pt idx="21">
                  <c:v>-14.582177402286888</c:v>
                </c:pt>
                <c:pt idx="22">
                  <c:v>-16.179453313279847</c:v>
                </c:pt>
                <c:pt idx="23">
                  <c:v>-18.825455119523394</c:v>
                </c:pt>
                <c:pt idx="24">
                  <c:v>-21.330764467074935</c:v>
                </c:pt>
                <c:pt idx="25">
                  <c:v>-51.04934990057486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F7A-4E80-BAC4-96E2432AD3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17658936"/>
        <c:axId val="1017662856"/>
      </c:barChart>
      <c:catAx>
        <c:axId val="1017658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1017662856"/>
        <c:crosses val="autoZero"/>
        <c:auto val="1"/>
        <c:lblAlgn val="ctr"/>
        <c:lblOffset val="100"/>
        <c:noMultiLvlLbl val="0"/>
      </c:catAx>
      <c:valAx>
        <c:axId val="1017662856"/>
        <c:scaling>
          <c:orientation val="minMax"/>
        </c:scaling>
        <c:delete val="0"/>
        <c:axPos val="l"/>
        <c:numFmt formatCode="#,##0_ " sourceLinked="0"/>
        <c:majorTickMark val="out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1017658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25400" cap="flat" cmpd="sng" algn="ctr">
      <a:noFill/>
      <a:round/>
    </a:ln>
    <a:effectLst/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1.5855038506520289E-2"/>
          <c:y val="0.1174911333877373"/>
          <c:w val="0.96956731475072877"/>
          <c:h val="0.8825088666122626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3399"/>
            </a:solidFill>
            <a:ln w="12700">
              <a:solidFill>
                <a:srgbClr val="003399"/>
              </a:solidFill>
              <a:prstDash val="solid"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F0000"/>
              </a:solidFill>
              <a:ln w="12700">
                <a:noFill/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4-B7AD-4C6B-A53B-8126BB819B0F}"/>
              </c:ext>
            </c:extLst>
          </c:dPt>
          <c:dPt>
            <c:idx val="7"/>
            <c:invertIfNegative val="0"/>
            <c:bubble3D val="0"/>
            <c:spPr>
              <a:solidFill>
                <a:srgbClr val="003399"/>
              </a:solidFill>
              <a:ln w="12700">
                <a:solidFill>
                  <a:srgbClr val="003399"/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1-B7AD-4C6B-A53B-8126BB819B0F}"/>
              </c:ext>
            </c:extLst>
          </c:dPt>
          <c:dLbls>
            <c:dLbl>
              <c:idx val="0"/>
              <c:layout>
                <c:manualLayout>
                  <c:x val="7.2234030736918628E-2"/>
                  <c:y val="1.276775849432940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7AD-4C6B-A53B-8126BB819B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나눔고딕"/>
                    <a:ea typeface="나눔고딕"/>
                    <a:cs typeface="나눔고딕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'업종별분기 영업이익'!$AM$15:$AM$40</c:f>
              <c:strCache>
                <c:ptCount val="26"/>
                <c:pt idx="0">
                  <c:v>화학</c:v>
                </c:pt>
                <c:pt idx="1">
                  <c:v>반도체</c:v>
                </c:pt>
                <c:pt idx="2">
                  <c:v>에너지</c:v>
                </c:pt>
                <c:pt idx="3">
                  <c:v>KOSPI</c:v>
                </c:pt>
                <c:pt idx="4">
                  <c:v>IT 하드웨어</c:v>
                </c:pt>
                <c:pt idx="5">
                  <c:v>조선</c:v>
                </c:pt>
                <c:pt idx="6">
                  <c:v>건설건축</c:v>
                </c:pt>
                <c:pt idx="7">
                  <c:v>철강</c:v>
                </c:pt>
                <c:pt idx="8">
                  <c:v>기계</c:v>
                </c:pt>
                <c:pt idx="9">
                  <c:v>비철목재</c:v>
                </c:pt>
                <c:pt idx="10">
                  <c:v>증권</c:v>
                </c:pt>
                <c:pt idx="11">
                  <c:v>디스플레이</c:v>
                </c:pt>
                <c:pt idx="12">
                  <c:v>소매(유통)</c:v>
                </c:pt>
                <c:pt idx="13">
                  <c:v>건강관리</c:v>
                </c:pt>
                <c:pt idx="14">
                  <c:v>호텔레저</c:v>
                </c:pt>
                <c:pt idx="15">
                  <c:v>통신서비스</c:v>
                </c:pt>
                <c:pt idx="16">
                  <c:v>운송</c:v>
                </c:pt>
                <c:pt idx="17">
                  <c:v>미디어교육</c:v>
                </c:pt>
                <c:pt idx="18">
                  <c:v>은행</c:v>
                </c:pt>
                <c:pt idx="19">
                  <c:v>소프트웨어</c:v>
                </c:pt>
                <c:pt idx="20">
                  <c:v>보험</c:v>
                </c:pt>
                <c:pt idx="21">
                  <c:v>자동차</c:v>
                </c:pt>
                <c:pt idx="22">
                  <c:v>상사자본재</c:v>
                </c:pt>
                <c:pt idx="23">
                  <c:v>필수소비재</c:v>
                </c:pt>
                <c:pt idx="24">
                  <c:v>화장품</c:v>
                </c:pt>
                <c:pt idx="25">
                  <c:v>유틸리티</c:v>
                </c:pt>
              </c:strCache>
            </c:strRef>
          </c:cat>
          <c:val>
            <c:numRef>
              <c:f>'업종별분기 영업이익'!$AN$15:$AN$40</c:f>
              <c:numCache>
                <c:formatCode>_(* #,##0_);_(* \(#,##0\);_(* "-"_);_(@_)</c:formatCode>
                <c:ptCount val="26"/>
                <c:pt idx="0">
                  <c:v>3009.6127383526632</c:v>
                </c:pt>
                <c:pt idx="1">
                  <c:v>648.20430650936157</c:v>
                </c:pt>
                <c:pt idx="2">
                  <c:v>607.62730245770967</c:v>
                </c:pt>
                <c:pt idx="3" formatCode="General">
                  <c:v>215.69919239807734</c:v>
                </c:pt>
                <c:pt idx="4">
                  <c:v>116.35839234112018</c:v>
                </c:pt>
                <c:pt idx="5" formatCode="General">
                  <c:v>88.359799149681905</c:v>
                </c:pt>
                <c:pt idx="6">
                  <c:v>64.771483789520886</c:v>
                </c:pt>
                <c:pt idx="7">
                  <c:v>55.498993262328099</c:v>
                </c:pt>
                <c:pt idx="8">
                  <c:v>46.982135398258507</c:v>
                </c:pt>
                <c:pt idx="9">
                  <c:v>37.91527748757688</c:v>
                </c:pt>
                <c:pt idx="10">
                  <c:v>33.589121013561865</c:v>
                </c:pt>
                <c:pt idx="11">
                  <c:v>33.122631647719849</c:v>
                </c:pt>
                <c:pt idx="12">
                  <c:v>32.690239557166208</c:v>
                </c:pt>
                <c:pt idx="13">
                  <c:v>22.167101206938923</c:v>
                </c:pt>
                <c:pt idx="14">
                  <c:v>18.285780293404198</c:v>
                </c:pt>
                <c:pt idx="15">
                  <c:v>17.946811578529974</c:v>
                </c:pt>
                <c:pt idx="16">
                  <c:v>17.106537326022764</c:v>
                </c:pt>
                <c:pt idx="17">
                  <c:v>15.7791784394697</c:v>
                </c:pt>
                <c:pt idx="18">
                  <c:v>11.216073592453114</c:v>
                </c:pt>
                <c:pt idx="19">
                  <c:v>9.2948709156198674</c:v>
                </c:pt>
                <c:pt idx="20">
                  <c:v>7.3108224038881842</c:v>
                </c:pt>
                <c:pt idx="21">
                  <c:v>-1.4467515197688741</c:v>
                </c:pt>
                <c:pt idx="22">
                  <c:v>-4.1994709726292605</c:v>
                </c:pt>
                <c:pt idx="23">
                  <c:v>-9.6845848662676097</c:v>
                </c:pt>
                <c:pt idx="24">
                  <c:v>-12.867935439175071</c:v>
                </c:pt>
                <c:pt idx="25">
                  <c:v>-32.425923318571492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7AD-4C6B-A53B-8126BB819B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17658936"/>
        <c:axId val="1017662856"/>
      </c:barChart>
      <c:catAx>
        <c:axId val="10176589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1017662856"/>
        <c:crosses val="autoZero"/>
        <c:auto val="1"/>
        <c:lblAlgn val="ctr"/>
        <c:lblOffset val="100"/>
        <c:noMultiLvlLbl val="0"/>
      </c:catAx>
      <c:valAx>
        <c:axId val="1017662856"/>
        <c:scaling>
          <c:orientation val="minMax"/>
          <c:max val="1000"/>
        </c:scaling>
        <c:delete val="0"/>
        <c:axPos val="l"/>
        <c:numFmt formatCode="#,##0_ " sourceLinked="0"/>
        <c:majorTickMark val="out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1017658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25400" cap="flat" cmpd="sng" algn="ctr">
      <a:noFill/>
      <a:round/>
    </a:ln>
    <a:effectLst/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1.5712820127058564E-2"/>
          <c:y val="0.11222170134238175"/>
          <c:w val="0.96087037640988526"/>
          <c:h val="0.88777829865761826"/>
        </c:manualLayout>
      </c:layout>
      <c:lineChart>
        <c:grouping val="standard"/>
        <c:varyColors val="0"/>
        <c:ser>
          <c:idx val="0"/>
          <c:order val="0"/>
          <c:tx>
            <c:strRef>
              <c:f>data!$B$9</c:f>
              <c:strCache>
                <c:ptCount val="1"/>
                <c:pt idx="0">
                  <c:v>코스피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</c:spPr>
          <c:marker>
            <c:symbol val="none"/>
          </c:marker>
          <c:cat>
            <c:numRef>
              <c:f>data!$A$15:$A$910</c:f>
              <c:numCache>
                <c:formatCode>m/d/yyyy</c:formatCode>
                <c:ptCount val="896"/>
                <c:pt idx="0">
                  <c:v>46303</c:v>
                </c:pt>
                <c:pt idx="1">
                  <c:v>46297</c:v>
                </c:pt>
                <c:pt idx="2">
                  <c:v>46288</c:v>
                </c:pt>
                <c:pt idx="3">
                  <c:v>46283</c:v>
                </c:pt>
                <c:pt idx="4">
                  <c:v>46276</c:v>
                </c:pt>
                <c:pt idx="5">
                  <c:v>46269</c:v>
                </c:pt>
                <c:pt idx="6">
                  <c:v>46262</c:v>
                </c:pt>
                <c:pt idx="7">
                  <c:v>46255</c:v>
                </c:pt>
                <c:pt idx="8">
                  <c:v>46248</c:v>
                </c:pt>
                <c:pt idx="9">
                  <c:v>46241</c:v>
                </c:pt>
                <c:pt idx="10">
                  <c:v>46234</c:v>
                </c:pt>
                <c:pt idx="11">
                  <c:v>46227</c:v>
                </c:pt>
                <c:pt idx="12">
                  <c:v>46219</c:v>
                </c:pt>
                <c:pt idx="13">
                  <c:v>46213</c:v>
                </c:pt>
                <c:pt idx="14">
                  <c:v>46206</c:v>
                </c:pt>
                <c:pt idx="15">
                  <c:v>46199</c:v>
                </c:pt>
                <c:pt idx="16">
                  <c:v>46192</c:v>
                </c:pt>
                <c:pt idx="17">
                  <c:v>46185</c:v>
                </c:pt>
                <c:pt idx="18">
                  <c:v>46178</c:v>
                </c:pt>
                <c:pt idx="19">
                  <c:v>46171</c:v>
                </c:pt>
                <c:pt idx="20">
                  <c:v>46164</c:v>
                </c:pt>
                <c:pt idx="21">
                  <c:v>46157</c:v>
                </c:pt>
                <c:pt idx="22">
                  <c:v>46150</c:v>
                </c:pt>
                <c:pt idx="23">
                  <c:v>46142</c:v>
                </c:pt>
                <c:pt idx="24">
                  <c:v>46136</c:v>
                </c:pt>
                <c:pt idx="25">
                  <c:v>46129</c:v>
                </c:pt>
                <c:pt idx="26">
                  <c:v>46122</c:v>
                </c:pt>
                <c:pt idx="27">
                  <c:v>46115</c:v>
                </c:pt>
                <c:pt idx="28">
                  <c:v>46108</c:v>
                </c:pt>
                <c:pt idx="29">
                  <c:v>46101</c:v>
                </c:pt>
                <c:pt idx="30">
                  <c:v>46094</c:v>
                </c:pt>
                <c:pt idx="31">
                  <c:v>46087</c:v>
                </c:pt>
                <c:pt idx="32">
                  <c:v>46080</c:v>
                </c:pt>
                <c:pt idx="33">
                  <c:v>46073</c:v>
                </c:pt>
                <c:pt idx="34">
                  <c:v>46066</c:v>
                </c:pt>
                <c:pt idx="35">
                  <c:v>46059</c:v>
                </c:pt>
                <c:pt idx="36">
                  <c:v>46052</c:v>
                </c:pt>
                <c:pt idx="37">
                  <c:v>46045</c:v>
                </c:pt>
                <c:pt idx="38">
                  <c:v>46038</c:v>
                </c:pt>
                <c:pt idx="39">
                  <c:v>46031</c:v>
                </c:pt>
                <c:pt idx="40">
                  <c:v>46024</c:v>
                </c:pt>
                <c:pt idx="41">
                  <c:v>46017</c:v>
                </c:pt>
                <c:pt idx="42">
                  <c:v>46010</c:v>
                </c:pt>
                <c:pt idx="43">
                  <c:v>46003</c:v>
                </c:pt>
                <c:pt idx="44">
                  <c:v>45996</c:v>
                </c:pt>
                <c:pt idx="45">
                  <c:v>45989</c:v>
                </c:pt>
                <c:pt idx="46">
                  <c:v>45982</c:v>
                </c:pt>
                <c:pt idx="47">
                  <c:v>45975</c:v>
                </c:pt>
                <c:pt idx="48">
                  <c:v>45968</c:v>
                </c:pt>
                <c:pt idx="49">
                  <c:v>45961</c:v>
                </c:pt>
                <c:pt idx="50">
                  <c:v>45954</c:v>
                </c:pt>
                <c:pt idx="51">
                  <c:v>45947</c:v>
                </c:pt>
                <c:pt idx="52">
                  <c:v>45940</c:v>
                </c:pt>
                <c:pt idx="53">
                  <c:v>45932</c:v>
                </c:pt>
                <c:pt idx="54">
                  <c:v>45926</c:v>
                </c:pt>
                <c:pt idx="55">
                  <c:v>45919</c:v>
                </c:pt>
                <c:pt idx="56">
                  <c:v>45912</c:v>
                </c:pt>
                <c:pt idx="57">
                  <c:v>45905</c:v>
                </c:pt>
                <c:pt idx="58">
                  <c:v>45898</c:v>
                </c:pt>
                <c:pt idx="59">
                  <c:v>45891</c:v>
                </c:pt>
                <c:pt idx="60">
                  <c:v>45883</c:v>
                </c:pt>
                <c:pt idx="61">
                  <c:v>45877</c:v>
                </c:pt>
                <c:pt idx="62">
                  <c:v>45870</c:v>
                </c:pt>
                <c:pt idx="63">
                  <c:v>45863</c:v>
                </c:pt>
                <c:pt idx="64">
                  <c:v>45856</c:v>
                </c:pt>
                <c:pt idx="65">
                  <c:v>45849</c:v>
                </c:pt>
                <c:pt idx="66">
                  <c:v>45842</c:v>
                </c:pt>
                <c:pt idx="67">
                  <c:v>45835</c:v>
                </c:pt>
                <c:pt idx="68">
                  <c:v>45828</c:v>
                </c:pt>
                <c:pt idx="69">
                  <c:v>45821</c:v>
                </c:pt>
                <c:pt idx="70">
                  <c:v>45813</c:v>
                </c:pt>
                <c:pt idx="71">
                  <c:v>45807</c:v>
                </c:pt>
                <c:pt idx="72">
                  <c:v>45800</c:v>
                </c:pt>
                <c:pt idx="73">
                  <c:v>45793</c:v>
                </c:pt>
                <c:pt idx="74">
                  <c:v>45786</c:v>
                </c:pt>
                <c:pt idx="75">
                  <c:v>45779</c:v>
                </c:pt>
                <c:pt idx="76">
                  <c:v>45772</c:v>
                </c:pt>
                <c:pt idx="77">
                  <c:v>45765</c:v>
                </c:pt>
                <c:pt idx="78">
                  <c:v>45758</c:v>
                </c:pt>
                <c:pt idx="79">
                  <c:v>45751</c:v>
                </c:pt>
                <c:pt idx="80">
                  <c:v>45744</c:v>
                </c:pt>
                <c:pt idx="81">
                  <c:v>45737</c:v>
                </c:pt>
                <c:pt idx="82">
                  <c:v>45730</c:v>
                </c:pt>
                <c:pt idx="83">
                  <c:v>45723</c:v>
                </c:pt>
                <c:pt idx="84">
                  <c:v>45716</c:v>
                </c:pt>
                <c:pt idx="85">
                  <c:v>45709</c:v>
                </c:pt>
                <c:pt idx="86">
                  <c:v>45702</c:v>
                </c:pt>
                <c:pt idx="87">
                  <c:v>45695</c:v>
                </c:pt>
                <c:pt idx="88">
                  <c:v>45688</c:v>
                </c:pt>
                <c:pt idx="89">
                  <c:v>45681</c:v>
                </c:pt>
                <c:pt idx="90">
                  <c:v>45674</c:v>
                </c:pt>
                <c:pt idx="91">
                  <c:v>45667</c:v>
                </c:pt>
                <c:pt idx="92">
                  <c:v>45660</c:v>
                </c:pt>
                <c:pt idx="93">
                  <c:v>45653</c:v>
                </c:pt>
                <c:pt idx="94">
                  <c:v>45646</c:v>
                </c:pt>
                <c:pt idx="95">
                  <c:v>45639</c:v>
                </c:pt>
                <c:pt idx="96">
                  <c:v>45632</c:v>
                </c:pt>
                <c:pt idx="97">
                  <c:v>45625</c:v>
                </c:pt>
                <c:pt idx="98">
                  <c:v>45618</c:v>
                </c:pt>
                <c:pt idx="99">
                  <c:v>45611</c:v>
                </c:pt>
                <c:pt idx="100">
                  <c:v>45604</c:v>
                </c:pt>
                <c:pt idx="101">
                  <c:v>45597</c:v>
                </c:pt>
                <c:pt idx="102">
                  <c:v>45590</c:v>
                </c:pt>
                <c:pt idx="103">
                  <c:v>45583</c:v>
                </c:pt>
                <c:pt idx="104">
                  <c:v>45576</c:v>
                </c:pt>
                <c:pt idx="105">
                  <c:v>45569</c:v>
                </c:pt>
                <c:pt idx="106">
                  <c:v>45562</c:v>
                </c:pt>
                <c:pt idx="107">
                  <c:v>45555</c:v>
                </c:pt>
                <c:pt idx="108">
                  <c:v>45548</c:v>
                </c:pt>
                <c:pt idx="109">
                  <c:v>45541</c:v>
                </c:pt>
                <c:pt idx="110">
                  <c:v>45534</c:v>
                </c:pt>
                <c:pt idx="111">
                  <c:v>45527</c:v>
                </c:pt>
                <c:pt idx="112">
                  <c:v>45520</c:v>
                </c:pt>
                <c:pt idx="113">
                  <c:v>45513</c:v>
                </c:pt>
                <c:pt idx="114">
                  <c:v>45506</c:v>
                </c:pt>
                <c:pt idx="115">
                  <c:v>45499</c:v>
                </c:pt>
                <c:pt idx="116">
                  <c:v>45492</c:v>
                </c:pt>
                <c:pt idx="117">
                  <c:v>45485</c:v>
                </c:pt>
                <c:pt idx="118">
                  <c:v>45478</c:v>
                </c:pt>
                <c:pt idx="119">
                  <c:v>45471</c:v>
                </c:pt>
                <c:pt idx="120">
                  <c:v>45464</c:v>
                </c:pt>
                <c:pt idx="121">
                  <c:v>45457</c:v>
                </c:pt>
                <c:pt idx="122">
                  <c:v>45450</c:v>
                </c:pt>
                <c:pt idx="123">
                  <c:v>45443</c:v>
                </c:pt>
                <c:pt idx="124">
                  <c:v>45436</c:v>
                </c:pt>
                <c:pt idx="125">
                  <c:v>45429</c:v>
                </c:pt>
                <c:pt idx="126">
                  <c:v>45422</c:v>
                </c:pt>
                <c:pt idx="127">
                  <c:v>45415</c:v>
                </c:pt>
                <c:pt idx="128">
                  <c:v>45408</c:v>
                </c:pt>
                <c:pt idx="129">
                  <c:v>45401</c:v>
                </c:pt>
                <c:pt idx="130">
                  <c:v>45394</c:v>
                </c:pt>
                <c:pt idx="131">
                  <c:v>45387</c:v>
                </c:pt>
                <c:pt idx="132">
                  <c:v>45380</c:v>
                </c:pt>
                <c:pt idx="133">
                  <c:v>45373</c:v>
                </c:pt>
                <c:pt idx="134">
                  <c:v>45366</c:v>
                </c:pt>
                <c:pt idx="135">
                  <c:v>45359</c:v>
                </c:pt>
                <c:pt idx="136">
                  <c:v>45351</c:v>
                </c:pt>
                <c:pt idx="137">
                  <c:v>45345</c:v>
                </c:pt>
                <c:pt idx="138">
                  <c:v>45338</c:v>
                </c:pt>
                <c:pt idx="139">
                  <c:v>45330</c:v>
                </c:pt>
                <c:pt idx="140">
                  <c:v>45324</c:v>
                </c:pt>
                <c:pt idx="141">
                  <c:v>45317</c:v>
                </c:pt>
                <c:pt idx="142">
                  <c:v>45310</c:v>
                </c:pt>
                <c:pt idx="143">
                  <c:v>45303</c:v>
                </c:pt>
                <c:pt idx="144">
                  <c:v>45296</c:v>
                </c:pt>
                <c:pt idx="145">
                  <c:v>45288</c:v>
                </c:pt>
                <c:pt idx="146">
                  <c:v>45282</c:v>
                </c:pt>
                <c:pt idx="147">
                  <c:v>45275</c:v>
                </c:pt>
                <c:pt idx="148">
                  <c:v>45268</c:v>
                </c:pt>
                <c:pt idx="149">
                  <c:v>45261</c:v>
                </c:pt>
                <c:pt idx="150">
                  <c:v>45254</c:v>
                </c:pt>
                <c:pt idx="151">
                  <c:v>45247</c:v>
                </c:pt>
                <c:pt idx="152">
                  <c:v>45240</c:v>
                </c:pt>
                <c:pt idx="153">
                  <c:v>45233</c:v>
                </c:pt>
                <c:pt idx="154">
                  <c:v>45226</c:v>
                </c:pt>
                <c:pt idx="155">
                  <c:v>45219</c:v>
                </c:pt>
                <c:pt idx="156">
                  <c:v>45212</c:v>
                </c:pt>
                <c:pt idx="157">
                  <c:v>45205</c:v>
                </c:pt>
                <c:pt idx="158">
                  <c:v>45196</c:v>
                </c:pt>
                <c:pt idx="159">
                  <c:v>45191</c:v>
                </c:pt>
                <c:pt idx="160">
                  <c:v>45184</c:v>
                </c:pt>
                <c:pt idx="161">
                  <c:v>45177</c:v>
                </c:pt>
                <c:pt idx="162">
                  <c:v>45170</c:v>
                </c:pt>
                <c:pt idx="163">
                  <c:v>45163</c:v>
                </c:pt>
                <c:pt idx="164">
                  <c:v>45156</c:v>
                </c:pt>
                <c:pt idx="165">
                  <c:v>45149</c:v>
                </c:pt>
                <c:pt idx="166">
                  <c:v>45142</c:v>
                </c:pt>
                <c:pt idx="167">
                  <c:v>45135</c:v>
                </c:pt>
                <c:pt idx="168">
                  <c:v>45128</c:v>
                </c:pt>
                <c:pt idx="169">
                  <c:v>45121</c:v>
                </c:pt>
                <c:pt idx="170">
                  <c:v>45114</c:v>
                </c:pt>
                <c:pt idx="171">
                  <c:v>45107</c:v>
                </c:pt>
                <c:pt idx="172">
                  <c:v>45100</c:v>
                </c:pt>
                <c:pt idx="173">
                  <c:v>45093</c:v>
                </c:pt>
                <c:pt idx="174">
                  <c:v>45086</c:v>
                </c:pt>
                <c:pt idx="175">
                  <c:v>45079</c:v>
                </c:pt>
                <c:pt idx="176">
                  <c:v>45072</c:v>
                </c:pt>
                <c:pt idx="177">
                  <c:v>45065</c:v>
                </c:pt>
                <c:pt idx="178">
                  <c:v>45058</c:v>
                </c:pt>
                <c:pt idx="179">
                  <c:v>45050</c:v>
                </c:pt>
                <c:pt idx="180">
                  <c:v>45044</c:v>
                </c:pt>
                <c:pt idx="181">
                  <c:v>45037</c:v>
                </c:pt>
                <c:pt idx="182">
                  <c:v>45030</c:v>
                </c:pt>
                <c:pt idx="183">
                  <c:v>45023</c:v>
                </c:pt>
                <c:pt idx="184">
                  <c:v>45016</c:v>
                </c:pt>
                <c:pt idx="185">
                  <c:v>45009</c:v>
                </c:pt>
                <c:pt idx="186">
                  <c:v>45002</c:v>
                </c:pt>
                <c:pt idx="187">
                  <c:v>44995</c:v>
                </c:pt>
                <c:pt idx="188">
                  <c:v>44988</c:v>
                </c:pt>
                <c:pt idx="189">
                  <c:v>44981</c:v>
                </c:pt>
                <c:pt idx="190">
                  <c:v>44974</c:v>
                </c:pt>
                <c:pt idx="191">
                  <c:v>44967</c:v>
                </c:pt>
                <c:pt idx="192">
                  <c:v>44960</c:v>
                </c:pt>
                <c:pt idx="193">
                  <c:v>44953</c:v>
                </c:pt>
                <c:pt idx="194">
                  <c:v>44946</c:v>
                </c:pt>
                <c:pt idx="195">
                  <c:v>44939</c:v>
                </c:pt>
                <c:pt idx="196">
                  <c:v>44932</c:v>
                </c:pt>
                <c:pt idx="197">
                  <c:v>44924</c:v>
                </c:pt>
                <c:pt idx="198">
                  <c:v>44918</c:v>
                </c:pt>
                <c:pt idx="199">
                  <c:v>44911</c:v>
                </c:pt>
                <c:pt idx="200">
                  <c:v>44904</c:v>
                </c:pt>
                <c:pt idx="201">
                  <c:v>44897</c:v>
                </c:pt>
                <c:pt idx="202">
                  <c:v>44890</c:v>
                </c:pt>
                <c:pt idx="203">
                  <c:v>44883</c:v>
                </c:pt>
                <c:pt idx="204">
                  <c:v>44876</c:v>
                </c:pt>
                <c:pt idx="205">
                  <c:v>44869</c:v>
                </c:pt>
                <c:pt idx="206">
                  <c:v>44862</c:v>
                </c:pt>
                <c:pt idx="207">
                  <c:v>44855</c:v>
                </c:pt>
                <c:pt idx="208">
                  <c:v>44848</c:v>
                </c:pt>
                <c:pt idx="209">
                  <c:v>44841</c:v>
                </c:pt>
                <c:pt idx="210">
                  <c:v>44834</c:v>
                </c:pt>
                <c:pt idx="211">
                  <c:v>44827</c:v>
                </c:pt>
                <c:pt idx="212">
                  <c:v>44820</c:v>
                </c:pt>
                <c:pt idx="213">
                  <c:v>44812</c:v>
                </c:pt>
                <c:pt idx="214">
                  <c:v>44806</c:v>
                </c:pt>
                <c:pt idx="215">
                  <c:v>44799</c:v>
                </c:pt>
                <c:pt idx="216">
                  <c:v>44792</c:v>
                </c:pt>
                <c:pt idx="217">
                  <c:v>44785</c:v>
                </c:pt>
                <c:pt idx="218">
                  <c:v>44778</c:v>
                </c:pt>
                <c:pt idx="219">
                  <c:v>44771</c:v>
                </c:pt>
                <c:pt idx="220">
                  <c:v>44764</c:v>
                </c:pt>
                <c:pt idx="221">
                  <c:v>44757</c:v>
                </c:pt>
                <c:pt idx="222">
                  <c:v>44750</c:v>
                </c:pt>
                <c:pt idx="223">
                  <c:v>44743</c:v>
                </c:pt>
                <c:pt idx="224">
                  <c:v>44736</c:v>
                </c:pt>
                <c:pt idx="225">
                  <c:v>44729</c:v>
                </c:pt>
                <c:pt idx="226">
                  <c:v>44722</c:v>
                </c:pt>
                <c:pt idx="227">
                  <c:v>44715</c:v>
                </c:pt>
                <c:pt idx="228">
                  <c:v>44708</c:v>
                </c:pt>
                <c:pt idx="229">
                  <c:v>44701</c:v>
                </c:pt>
                <c:pt idx="230">
                  <c:v>44694</c:v>
                </c:pt>
                <c:pt idx="231">
                  <c:v>44687</c:v>
                </c:pt>
                <c:pt idx="232">
                  <c:v>44680</c:v>
                </c:pt>
                <c:pt idx="233">
                  <c:v>44673</c:v>
                </c:pt>
                <c:pt idx="234">
                  <c:v>44666</c:v>
                </c:pt>
                <c:pt idx="235">
                  <c:v>44659</c:v>
                </c:pt>
                <c:pt idx="236">
                  <c:v>44652</c:v>
                </c:pt>
                <c:pt idx="237">
                  <c:v>44645</c:v>
                </c:pt>
                <c:pt idx="238">
                  <c:v>44638</c:v>
                </c:pt>
                <c:pt idx="239">
                  <c:v>44631</c:v>
                </c:pt>
                <c:pt idx="240">
                  <c:v>44624</c:v>
                </c:pt>
                <c:pt idx="241">
                  <c:v>44617</c:v>
                </c:pt>
                <c:pt idx="242">
                  <c:v>44610</c:v>
                </c:pt>
                <c:pt idx="243">
                  <c:v>44603</c:v>
                </c:pt>
                <c:pt idx="244">
                  <c:v>44596</c:v>
                </c:pt>
                <c:pt idx="245">
                  <c:v>44589</c:v>
                </c:pt>
                <c:pt idx="246">
                  <c:v>44582</c:v>
                </c:pt>
                <c:pt idx="247">
                  <c:v>44575</c:v>
                </c:pt>
                <c:pt idx="248">
                  <c:v>44568</c:v>
                </c:pt>
                <c:pt idx="249">
                  <c:v>44560</c:v>
                </c:pt>
                <c:pt idx="250">
                  <c:v>44554</c:v>
                </c:pt>
                <c:pt idx="251">
                  <c:v>44547</c:v>
                </c:pt>
                <c:pt idx="252">
                  <c:v>44540</c:v>
                </c:pt>
                <c:pt idx="253">
                  <c:v>44533</c:v>
                </c:pt>
                <c:pt idx="254">
                  <c:v>44526</c:v>
                </c:pt>
                <c:pt idx="255">
                  <c:v>44519</c:v>
                </c:pt>
                <c:pt idx="256">
                  <c:v>44512</c:v>
                </c:pt>
                <c:pt idx="257">
                  <c:v>44505</c:v>
                </c:pt>
                <c:pt idx="258">
                  <c:v>44498</c:v>
                </c:pt>
                <c:pt idx="259">
                  <c:v>44491</c:v>
                </c:pt>
                <c:pt idx="260">
                  <c:v>44484</c:v>
                </c:pt>
                <c:pt idx="261">
                  <c:v>44477</c:v>
                </c:pt>
                <c:pt idx="262">
                  <c:v>44470</c:v>
                </c:pt>
                <c:pt idx="263">
                  <c:v>44463</c:v>
                </c:pt>
                <c:pt idx="264">
                  <c:v>44456</c:v>
                </c:pt>
                <c:pt idx="265">
                  <c:v>44449</c:v>
                </c:pt>
                <c:pt idx="266">
                  <c:v>44442</c:v>
                </c:pt>
                <c:pt idx="267">
                  <c:v>44435</c:v>
                </c:pt>
                <c:pt idx="268">
                  <c:v>44428</c:v>
                </c:pt>
                <c:pt idx="269">
                  <c:v>44421</c:v>
                </c:pt>
                <c:pt idx="270">
                  <c:v>44414</c:v>
                </c:pt>
                <c:pt idx="271">
                  <c:v>44407</c:v>
                </c:pt>
                <c:pt idx="272">
                  <c:v>44400</c:v>
                </c:pt>
                <c:pt idx="273">
                  <c:v>44393</c:v>
                </c:pt>
                <c:pt idx="274">
                  <c:v>44386</c:v>
                </c:pt>
                <c:pt idx="275">
                  <c:v>44379</c:v>
                </c:pt>
                <c:pt idx="276">
                  <c:v>44372</c:v>
                </c:pt>
                <c:pt idx="277">
                  <c:v>44365</c:v>
                </c:pt>
                <c:pt idx="278">
                  <c:v>44358</c:v>
                </c:pt>
                <c:pt idx="279">
                  <c:v>44351</c:v>
                </c:pt>
                <c:pt idx="280">
                  <c:v>44344</c:v>
                </c:pt>
                <c:pt idx="281">
                  <c:v>44337</c:v>
                </c:pt>
                <c:pt idx="282">
                  <c:v>44330</c:v>
                </c:pt>
                <c:pt idx="283">
                  <c:v>44323</c:v>
                </c:pt>
                <c:pt idx="284">
                  <c:v>44316</c:v>
                </c:pt>
                <c:pt idx="285">
                  <c:v>44309</c:v>
                </c:pt>
                <c:pt idx="286">
                  <c:v>44302</c:v>
                </c:pt>
                <c:pt idx="287">
                  <c:v>44295</c:v>
                </c:pt>
                <c:pt idx="288">
                  <c:v>44288</c:v>
                </c:pt>
                <c:pt idx="289">
                  <c:v>44281</c:v>
                </c:pt>
                <c:pt idx="290">
                  <c:v>44274</c:v>
                </c:pt>
                <c:pt idx="291">
                  <c:v>44267</c:v>
                </c:pt>
                <c:pt idx="292">
                  <c:v>44260</c:v>
                </c:pt>
                <c:pt idx="293">
                  <c:v>44253</c:v>
                </c:pt>
                <c:pt idx="294">
                  <c:v>44246</c:v>
                </c:pt>
                <c:pt idx="295">
                  <c:v>44237</c:v>
                </c:pt>
                <c:pt idx="296">
                  <c:v>44232</c:v>
                </c:pt>
                <c:pt idx="297">
                  <c:v>44225</c:v>
                </c:pt>
                <c:pt idx="298">
                  <c:v>44218</c:v>
                </c:pt>
                <c:pt idx="299">
                  <c:v>44211</c:v>
                </c:pt>
                <c:pt idx="300">
                  <c:v>44204</c:v>
                </c:pt>
                <c:pt idx="301">
                  <c:v>44195</c:v>
                </c:pt>
                <c:pt idx="302">
                  <c:v>44189</c:v>
                </c:pt>
                <c:pt idx="303">
                  <c:v>44183</c:v>
                </c:pt>
                <c:pt idx="304">
                  <c:v>44176</c:v>
                </c:pt>
                <c:pt idx="305">
                  <c:v>44169</c:v>
                </c:pt>
                <c:pt idx="306">
                  <c:v>44162</c:v>
                </c:pt>
                <c:pt idx="307">
                  <c:v>44155</c:v>
                </c:pt>
                <c:pt idx="308">
                  <c:v>44148</c:v>
                </c:pt>
                <c:pt idx="309">
                  <c:v>44141</c:v>
                </c:pt>
                <c:pt idx="310">
                  <c:v>44134</c:v>
                </c:pt>
                <c:pt idx="311">
                  <c:v>44127</c:v>
                </c:pt>
                <c:pt idx="312">
                  <c:v>44120</c:v>
                </c:pt>
                <c:pt idx="313">
                  <c:v>44112</c:v>
                </c:pt>
                <c:pt idx="314">
                  <c:v>44103</c:v>
                </c:pt>
                <c:pt idx="315">
                  <c:v>44099</c:v>
                </c:pt>
                <c:pt idx="316">
                  <c:v>44092</c:v>
                </c:pt>
                <c:pt idx="317">
                  <c:v>44085</c:v>
                </c:pt>
                <c:pt idx="318">
                  <c:v>44078</c:v>
                </c:pt>
                <c:pt idx="319">
                  <c:v>44071</c:v>
                </c:pt>
                <c:pt idx="320">
                  <c:v>44064</c:v>
                </c:pt>
                <c:pt idx="321">
                  <c:v>44057</c:v>
                </c:pt>
                <c:pt idx="322">
                  <c:v>44050</c:v>
                </c:pt>
                <c:pt idx="323">
                  <c:v>44043</c:v>
                </c:pt>
                <c:pt idx="324">
                  <c:v>44036</c:v>
                </c:pt>
                <c:pt idx="325">
                  <c:v>44029</c:v>
                </c:pt>
                <c:pt idx="326">
                  <c:v>44022</c:v>
                </c:pt>
                <c:pt idx="327">
                  <c:v>44015</c:v>
                </c:pt>
                <c:pt idx="328">
                  <c:v>44008</c:v>
                </c:pt>
                <c:pt idx="329">
                  <c:v>44001</c:v>
                </c:pt>
                <c:pt idx="330">
                  <c:v>43994</c:v>
                </c:pt>
                <c:pt idx="331">
                  <c:v>43987</c:v>
                </c:pt>
                <c:pt idx="332">
                  <c:v>43980</c:v>
                </c:pt>
                <c:pt idx="333">
                  <c:v>43973</c:v>
                </c:pt>
                <c:pt idx="334">
                  <c:v>43966</c:v>
                </c:pt>
                <c:pt idx="335">
                  <c:v>43959</c:v>
                </c:pt>
                <c:pt idx="336">
                  <c:v>43950</c:v>
                </c:pt>
                <c:pt idx="337">
                  <c:v>43945</c:v>
                </c:pt>
                <c:pt idx="338">
                  <c:v>43938</c:v>
                </c:pt>
                <c:pt idx="339">
                  <c:v>43931</c:v>
                </c:pt>
                <c:pt idx="340">
                  <c:v>43924</c:v>
                </c:pt>
                <c:pt idx="341">
                  <c:v>43917</c:v>
                </c:pt>
                <c:pt idx="342">
                  <c:v>43910</c:v>
                </c:pt>
                <c:pt idx="343">
                  <c:v>43903</c:v>
                </c:pt>
                <c:pt idx="344">
                  <c:v>43896</c:v>
                </c:pt>
                <c:pt idx="345">
                  <c:v>43889</c:v>
                </c:pt>
                <c:pt idx="346">
                  <c:v>43882</c:v>
                </c:pt>
                <c:pt idx="347">
                  <c:v>43875</c:v>
                </c:pt>
                <c:pt idx="348">
                  <c:v>43868</c:v>
                </c:pt>
                <c:pt idx="349">
                  <c:v>43861</c:v>
                </c:pt>
                <c:pt idx="350">
                  <c:v>43853</c:v>
                </c:pt>
                <c:pt idx="351">
                  <c:v>43847</c:v>
                </c:pt>
                <c:pt idx="352">
                  <c:v>43840</c:v>
                </c:pt>
                <c:pt idx="353">
                  <c:v>43833</c:v>
                </c:pt>
                <c:pt idx="354">
                  <c:v>43826</c:v>
                </c:pt>
                <c:pt idx="355">
                  <c:v>43819</c:v>
                </c:pt>
                <c:pt idx="356">
                  <c:v>43812</c:v>
                </c:pt>
                <c:pt idx="357">
                  <c:v>43805</c:v>
                </c:pt>
                <c:pt idx="358">
                  <c:v>43798</c:v>
                </c:pt>
                <c:pt idx="359">
                  <c:v>43791</c:v>
                </c:pt>
                <c:pt idx="360">
                  <c:v>43784</c:v>
                </c:pt>
                <c:pt idx="361">
                  <c:v>43777</c:v>
                </c:pt>
                <c:pt idx="362">
                  <c:v>43770</c:v>
                </c:pt>
                <c:pt idx="363">
                  <c:v>43763</c:v>
                </c:pt>
                <c:pt idx="364">
                  <c:v>43756</c:v>
                </c:pt>
                <c:pt idx="365">
                  <c:v>43749</c:v>
                </c:pt>
                <c:pt idx="366">
                  <c:v>43742</c:v>
                </c:pt>
                <c:pt idx="367">
                  <c:v>43735</c:v>
                </c:pt>
                <c:pt idx="368">
                  <c:v>43728</c:v>
                </c:pt>
                <c:pt idx="369">
                  <c:v>43719</c:v>
                </c:pt>
                <c:pt idx="370">
                  <c:v>43714</c:v>
                </c:pt>
                <c:pt idx="371">
                  <c:v>43707</c:v>
                </c:pt>
                <c:pt idx="372">
                  <c:v>43700</c:v>
                </c:pt>
                <c:pt idx="373">
                  <c:v>43693</c:v>
                </c:pt>
                <c:pt idx="374">
                  <c:v>43686</c:v>
                </c:pt>
                <c:pt idx="375">
                  <c:v>43679</c:v>
                </c:pt>
                <c:pt idx="376">
                  <c:v>43672</c:v>
                </c:pt>
                <c:pt idx="377">
                  <c:v>43665</c:v>
                </c:pt>
                <c:pt idx="378">
                  <c:v>43658</c:v>
                </c:pt>
                <c:pt idx="379">
                  <c:v>43651</c:v>
                </c:pt>
                <c:pt idx="380">
                  <c:v>43644</c:v>
                </c:pt>
                <c:pt idx="381">
                  <c:v>43637</c:v>
                </c:pt>
                <c:pt idx="382">
                  <c:v>43630</c:v>
                </c:pt>
                <c:pt idx="383">
                  <c:v>43623</c:v>
                </c:pt>
                <c:pt idx="384">
                  <c:v>43616</c:v>
                </c:pt>
                <c:pt idx="385">
                  <c:v>43609</c:v>
                </c:pt>
                <c:pt idx="386">
                  <c:v>43602</c:v>
                </c:pt>
                <c:pt idx="387">
                  <c:v>43595</c:v>
                </c:pt>
                <c:pt idx="388">
                  <c:v>43588</c:v>
                </c:pt>
                <c:pt idx="389">
                  <c:v>43581</c:v>
                </c:pt>
                <c:pt idx="390">
                  <c:v>43574</c:v>
                </c:pt>
                <c:pt idx="391">
                  <c:v>43567</c:v>
                </c:pt>
                <c:pt idx="392">
                  <c:v>43560</c:v>
                </c:pt>
                <c:pt idx="393">
                  <c:v>43553</c:v>
                </c:pt>
                <c:pt idx="394">
                  <c:v>43546</c:v>
                </c:pt>
                <c:pt idx="395">
                  <c:v>43539</c:v>
                </c:pt>
                <c:pt idx="396">
                  <c:v>43532</c:v>
                </c:pt>
                <c:pt idx="397">
                  <c:v>43524</c:v>
                </c:pt>
                <c:pt idx="398">
                  <c:v>43518</c:v>
                </c:pt>
                <c:pt idx="399">
                  <c:v>43511</c:v>
                </c:pt>
                <c:pt idx="400">
                  <c:v>43504</c:v>
                </c:pt>
                <c:pt idx="401">
                  <c:v>43497</c:v>
                </c:pt>
                <c:pt idx="402">
                  <c:v>43490</c:v>
                </c:pt>
                <c:pt idx="403">
                  <c:v>43483</c:v>
                </c:pt>
                <c:pt idx="404">
                  <c:v>43476</c:v>
                </c:pt>
                <c:pt idx="405">
                  <c:v>43469</c:v>
                </c:pt>
                <c:pt idx="406">
                  <c:v>43462</c:v>
                </c:pt>
                <c:pt idx="407">
                  <c:v>43455</c:v>
                </c:pt>
                <c:pt idx="408">
                  <c:v>43448</c:v>
                </c:pt>
                <c:pt idx="409">
                  <c:v>43441</c:v>
                </c:pt>
                <c:pt idx="410">
                  <c:v>43434</c:v>
                </c:pt>
                <c:pt idx="411">
                  <c:v>43427</c:v>
                </c:pt>
                <c:pt idx="412">
                  <c:v>43420</c:v>
                </c:pt>
                <c:pt idx="413">
                  <c:v>43413</c:v>
                </c:pt>
                <c:pt idx="414">
                  <c:v>43406</c:v>
                </c:pt>
                <c:pt idx="415">
                  <c:v>43399</c:v>
                </c:pt>
                <c:pt idx="416">
                  <c:v>43392</c:v>
                </c:pt>
                <c:pt idx="417">
                  <c:v>43385</c:v>
                </c:pt>
                <c:pt idx="418">
                  <c:v>43378</c:v>
                </c:pt>
                <c:pt idx="419">
                  <c:v>43371</c:v>
                </c:pt>
                <c:pt idx="420">
                  <c:v>43364</c:v>
                </c:pt>
                <c:pt idx="421">
                  <c:v>43357</c:v>
                </c:pt>
                <c:pt idx="422">
                  <c:v>43350</c:v>
                </c:pt>
                <c:pt idx="423">
                  <c:v>43343</c:v>
                </c:pt>
                <c:pt idx="424">
                  <c:v>43336</c:v>
                </c:pt>
                <c:pt idx="425">
                  <c:v>43329</c:v>
                </c:pt>
                <c:pt idx="426">
                  <c:v>43322</c:v>
                </c:pt>
                <c:pt idx="427">
                  <c:v>43315</c:v>
                </c:pt>
                <c:pt idx="428">
                  <c:v>43308</c:v>
                </c:pt>
                <c:pt idx="429">
                  <c:v>43301</c:v>
                </c:pt>
                <c:pt idx="430">
                  <c:v>43294</c:v>
                </c:pt>
                <c:pt idx="431">
                  <c:v>43287</c:v>
                </c:pt>
                <c:pt idx="432">
                  <c:v>43280</c:v>
                </c:pt>
                <c:pt idx="433">
                  <c:v>43273</c:v>
                </c:pt>
                <c:pt idx="434">
                  <c:v>43266</c:v>
                </c:pt>
                <c:pt idx="435">
                  <c:v>43259</c:v>
                </c:pt>
                <c:pt idx="436">
                  <c:v>43252</c:v>
                </c:pt>
                <c:pt idx="437">
                  <c:v>43245</c:v>
                </c:pt>
                <c:pt idx="438">
                  <c:v>43238</c:v>
                </c:pt>
                <c:pt idx="439">
                  <c:v>43231</c:v>
                </c:pt>
                <c:pt idx="440">
                  <c:v>43224</c:v>
                </c:pt>
                <c:pt idx="441">
                  <c:v>43217</c:v>
                </c:pt>
                <c:pt idx="442">
                  <c:v>43210</c:v>
                </c:pt>
                <c:pt idx="443">
                  <c:v>43203</c:v>
                </c:pt>
                <c:pt idx="444">
                  <c:v>43196</c:v>
                </c:pt>
                <c:pt idx="445">
                  <c:v>43189</c:v>
                </c:pt>
                <c:pt idx="446">
                  <c:v>43182</c:v>
                </c:pt>
                <c:pt idx="447">
                  <c:v>43175</c:v>
                </c:pt>
                <c:pt idx="448">
                  <c:v>43168</c:v>
                </c:pt>
                <c:pt idx="449">
                  <c:v>43161</c:v>
                </c:pt>
                <c:pt idx="450">
                  <c:v>43154</c:v>
                </c:pt>
                <c:pt idx="451">
                  <c:v>43145</c:v>
                </c:pt>
                <c:pt idx="452">
                  <c:v>43140</c:v>
                </c:pt>
                <c:pt idx="453">
                  <c:v>43133</c:v>
                </c:pt>
                <c:pt idx="454">
                  <c:v>43126</c:v>
                </c:pt>
                <c:pt idx="455">
                  <c:v>43119</c:v>
                </c:pt>
                <c:pt idx="456">
                  <c:v>43112</c:v>
                </c:pt>
                <c:pt idx="457">
                  <c:v>43105</c:v>
                </c:pt>
                <c:pt idx="458">
                  <c:v>43097</c:v>
                </c:pt>
                <c:pt idx="459">
                  <c:v>43091</c:v>
                </c:pt>
                <c:pt idx="460">
                  <c:v>43084</c:v>
                </c:pt>
                <c:pt idx="461">
                  <c:v>43077</c:v>
                </c:pt>
                <c:pt idx="462">
                  <c:v>43070</c:v>
                </c:pt>
                <c:pt idx="463">
                  <c:v>43063</c:v>
                </c:pt>
                <c:pt idx="464">
                  <c:v>43056</c:v>
                </c:pt>
                <c:pt idx="465">
                  <c:v>43049</c:v>
                </c:pt>
                <c:pt idx="466">
                  <c:v>43042</c:v>
                </c:pt>
                <c:pt idx="467">
                  <c:v>43035</c:v>
                </c:pt>
                <c:pt idx="468">
                  <c:v>43028</c:v>
                </c:pt>
                <c:pt idx="469">
                  <c:v>43021</c:v>
                </c:pt>
                <c:pt idx="470">
                  <c:v>43007</c:v>
                </c:pt>
                <c:pt idx="471">
                  <c:v>43000</c:v>
                </c:pt>
                <c:pt idx="472">
                  <c:v>42993</c:v>
                </c:pt>
                <c:pt idx="473">
                  <c:v>42986</c:v>
                </c:pt>
                <c:pt idx="474">
                  <c:v>42979</c:v>
                </c:pt>
                <c:pt idx="475">
                  <c:v>42972</c:v>
                </c:pt>
                <c:pt idx="476">
                  <c:v>42965</c:v>
                </c:pt>
                <c:pt idx="477">
                  <c:v>42958</c:v>
                </c:pt>
                <c:pt idx="478">
                  <c:v>42951</c:v>
                </c:pt>
                <c:pt idx="479">
                  <c:v>42944</c:v>
                </c:pt>
                <c:pt idx="480">
                  <c:v>42937</c:v>
                </c:pt>
                <c:pt idx="481">
                  <c:v>42930</c:v>
                </c:pt>
                <c:pt idx="482">
                  <c:v>42923</c:v>
                </c:pt>
                <c:pt idx="483">
                  <c:v>42916</c:v>
                </c:pt>
                <c:pt idx="484">
                  <c:v>42909</c:v>
                </c:pt>
                <c:pt idx="485">
                  <c:v>42902</c:v>
                </c:pt>
                <c:pt idx="486">
                  <c:v>42895</c:v>
                </c:pt>
                <c:pt idx="487">
                  <c:v>42888</c:v>
                </c:pt>
                <c:pt idx="488">
                  <c:v>42881</c:v>
                </c:pt>
                <c:pt idx="489">
                  <c:v>42874</c:v>
                </c:pt>
                <c:pt idx="490">
                  <c:v>42867</c:v>
                </c:pt>
                <c:pt idx="491">
                  <c:v>42859</c:v>
                </c:pt>
                <c:pt idx="492">
                  <c:v>42853</c:v>
                </c:pt>
                <c:pt idx="493">
                  <c:v>42846</c:v>
                </c:pt>
                <c:pt idx="494">
                  <c:v>42839</c:v>
                </c:pt>
                <c:pt idx="495">
                  <c:v>42832</c:v>
                </c:pt>
                <c:pt idx="496">
                  <c:v>42825</c:v>
                </c:pt>
                <c:pt idx="497">
                  <c:v>42818</c:v>
                </c:pt>
                <c:pt idx="498">
                  <c:v>42811</c:v>
                </c:pt>
                <c:pt idx="499">
                  <c:v>42804</c:v>
                </c:pt>
                <c:pt idx="500">
                  <c:v>42797</c:v>
                </c:pt>
                <c:pt idx="501">
                  <c:v>42790</c:v>
                </c:pt>
                <c:pt idx="502">
                  <c:v>42783</c:v>
                </c:pt>
                <c:pt idx="503">
                  <c:v>42776</c:v>
                </c:pt>
                <c:pt idx="504">
                  <c:v>42769</c:v>
                </c:pt>
                <c:pt idx="505">
                  <c:v>42761</c:v>
                </c:pt>
                <c:pt idx="506">
                  <c:v>42755</c:v>
                </c:pt>
                <c:pt idx="507">
                  <c:v>42748</c:v>
                </c:pt>
                <c:pt idx="508">
                  <c:v>42741</c:v>
                </c:pt>
                <c:pt idx="509">
                  <c:v>42733</c:v>
                </c:pt>
                <c:pt idx="510">
                  <c:v>42727</c:v>
                </c:pt>
                <c:pt idx="511">
                  <c:v>42720</c:v>
                </c:pt>
                <c:pt idx="512">
                  <c:v>42713</c:v>
                </c:pt>
                <c:pt idx="513">
                  <c:v>42706</c:v>
                </c:pt>
                <c:pt idx="514">
                  <c:v>42699</c:v>
                </c:pt>
                <c:pt idx="515">
                  <c:v>42692</c:v>
                </c:pt>
                <c:pt idx="516">
                  <c:v>42685</c:v>
                </c:pt>
                <c:pt idx="517">
                  <c:v>42678</c:v>
                </c:pt>
                <c:pt idx="518">
                  <c:v>42671</c:v>
                </c:pt>
                <c:pt idx="519">
                  <c:v>42664</c:v>
                </c:pt>
                <c:pt idx="520">
                  <c:v>42657</c:v>
                </c:pt>
                <c:pt idx="521">
                  <c:v>42650</c:v>
                </c:pt>
                <c:pt idx="522">
                  <c:v>42643</c:v>
                </c:pt>
                <c:pt idx="523">
                  <c:v>42636</c:v>
                </c:pt>
                <c:pt idx="524">
                  <c:v>42626</c:v>
                </c:pt>
                <c:pt idx="525">
                  <c:v>42622</c:v>
                </c:pt>
                <c:pt idx="526">
                  <c:v>42615</c:v>
                </c:pt>
                <c:pt idx="527">
                  <c:v>42608</c:v>
                </c:pt>
                <c:pt idx="528">
                  <c:v>42601</c:v>
                </c:pt>
                <c:pt idx="529">
                  <c:v>42594</c:v>
                </c:pt>
                <c:pt idx="530">
                  <c:v>42587</c:v>
                </c:pt>
                <c:pt idx="531">
                  <c:v>42580</c:v>
                </c:pt>
                <c:pt idx="532">
                  <c:v>42573</c:v>
                </c:pt>
                <c:pt idx="533">
                  <c:v>42566</c:v>
                </c:pt>
                <c:pt idx="534">
                  <c:v>42559</c:v>
                </c:pt>
                <c:pt idx="535">
                  <c:v>42552</c:v>
                </c:pt>
                <c:pt idx="536">
                  <c:v>42545</c:v>
                </c:pt>
                <c:pt idx="537">
                  <c:v>42538</c:v>
                </c:pt>
                <c:pt idx="538">
                  <c:v>42531</c:v>
                </c:pt>
                <c:pt idx="539">
                  <c:v>42524</c:v>
                </c:pt>
                <c:pt idx="540">
                  <c:v>42517</c:v>
                </c:pt>
                <c:pt idx="541">
                  <c:v>42510</c:v>
                </c:pt>
                <c:pt idx="542">
                  <c:v>42503</c:v>
                </c:pt>
                <c:pt idx="543">
                  <c:v>42494</c:v>
                </c:pt>
                <c:pt idx="544">
                  <c:v>42489</c:v>
                </c:pt>
                <c:pt idx="545">
                  <c:v>42482</c:v>
                </c:pt>
                <c:pt idx="546">
                  <c:v>42475</c:v>
                </c:pt>
                <c:pt idx="547">
                  <c:v>42468</c:v>
                </c:pt>
                <c:pt idx="548">
                  <c:v>42461</c:v>
                </c:pt>
                <c:pt idx="549">
                  <c:v>42454</c:v>
                </c:pt>
                <c:pt idx="550">
                  <c:v>42447</c:v>
                </c:pt>
                <c:pt idx="551">
                  <c:v>42440</c:v>
                </c:pt>
                <c:pt idx="552">
                  <c:v>42433</c:v>
                </c:pt>
                <c:pt idx="553">
                  <c:v>42426</c:v>
                </c:pt>
                <c:pt idx="554">
                  <c:v>42419</c:v>
                </c:pt>
                <c:pt idx="555">
                  <c:v>42412</c:v>
                </c:pt>
                <c:pt idx="556">
                  <c:v>42405</c:v>
                </c:pt>
                <c:pt idx="557">
                  <c:v>42398</c:v>
                </c:pt>
                <c:pt idx="558">
                  <c:v>42391</c:v>
                </c:pt>
                <c:pt idx="559">
                  <c:v>42384</c:v>
                </c:pt>
                <c:pt idx="560">
                  <c:v>42377</c:v>
                </c:pt>
                <c:pt idx="561">
                  <c:v>42368</c:v>
                </c:pt>
                <c:pt idx="562">
                  <c:v>42362</c:v>
                </c:pt>
                <c:pt idx="563">
                  <c:v>42356</c:v>
                </c:pt>
                <c:pt idx="564">
                  <c:v>42349</c:v>
                </c:pt>
                <c:pt idx="565">
                  <c:v>42342</c:v>
                </c:pt>
                <c:pt idx="566">
                  <c:v>42335</c:v>
                </c:pt>
                <c:pt idx="567">
                  <c:v>42328</c:v>
                </c:pt>
                <c:pt idx="568">
                  <c:v>42321</c:v>
                </c:pt>
                <c:pt idx="569">
                  <c:v>42314</c:v>
                </c:pt>
                <c:pt idx="570">
                  <c:v>42307</c:v>
                </c:pt>
                <c:pt idx="571">
                  <c:v>42300</c:v>
                </c:pt>
                <c:pt idx="572">
                  <c:v>42293</c:v>
                </c:pt>
                <c:pt idx="573">
                  <c:v>42285</c:v>
                </c:pt>
                <c:pt idx="574">
                  <c:v>42279</c:v>
                </c:pt>
                <c:pt idx="575">
                  <c:v>42272</c:v>
                </c:pt>
                <c:pt idx="576">
                  <c:v>42265</c:v>
                </c:pt>
                <c:pt idx="577">
                  <c:v>42258</c:v>
                </c:pt>
                <c:pt idx="578">
                  <c:v>42251</c:v>
                </c:pt>
                <c:pt idx="579">
                  <c:v>42244</c:v>
                </c:pt>
                <c:pt idx="580">
                  <c:v>42237</c:v>
                </c:pt>
                <c:pt idx="581">
                  <c:v>42229</c:v>
                </c:pt>
                <c:pt idx="582">
                  <c:v>42223</c:v>
                </c:pt>
                <c:pt idx="583">
                  <c:v>42216</c:v>
                </c:pt>
                <c:pt idx="584">
                  <c:v>42209</c:v>
                </c:pt>
                <c:pt idx="585">
                  <c:v>42202</c:v>
                </c:pt>
                <c:pt idx="586">
                  <c:v>42195</c:v>
                </c:pt>
                <c:pt idx="587">
                  <c:v>42188</c:v>
                </c:pt>
                <c:pt idx="588">
                  <c:v>42181</c:v>
                </c:pt>
                <c:pt idx="589">
                  <c:v>42174</c:v>
                </c:pt>
                <c:pt idx="590">
                  <c:v>42167</c:v>
                </c:pt>
                <c:pt idx="591">
                  <c:v>42160</c:v>
                </c:pt>
                <c:pt idx="592">
                  <c:v>42153</c:v>
                </c:pt>
                <c:pt idx="593">
                  <c:v>42146</c:v>
                </c:pt>
                <c:pt idx="594">
                  <c:v>42139</c:v>
                </c:pt>
                <c:pt idx="595">
                  <c:v>42132</c:v>
                </c:pt>
                <c:pt idx="596">
                  <c:v>42124</c:v>
                </c:pt>
                <c:pt idx="597">
                  <c:v>42118</c:v>
                </c:pt>
                <c:pt idx="598">
                  <c:v>42111</c:v>
                </c:pt>
                <c:pt idx="599">
                  <c:v>42104</c:v>
                </c:pt>
                <c:pt idx="600">
                  <c:v>42097</c:v>
                </c:pt>
                <c:pt idx="601">
                  <c:v>42090</c:v>
                </c:pt>
                <c:pt idx="602">
                  <c:v>42083</c:v>
                </c:pt>
                <c:pt idx="603">
                  <c:v>42076</c:v>
                </c:pt>
                <c:pt idx="604">
                  <c:v>42069</c:v>
                </c:pt>
                <c:pt idx="605">
                  <c:v>42062</c:v>
                </c:pt>
                <c:pt idx="606">
                  <c:v>42052</c:v>
                </c:pt>
                <c:pt idx="607">
                  <c:v>42048</c:v>
                </c:pt>
                <c:pt idx="608">
                  <c:v>42041</c:v>
                </c:pt>
                <c:pt idx="609">
                  <c:v>42034</c:v>
                </c:pt>
                <c:pt idx="610">
                  <c:v>42027</c:v>
                </c:pt>
                <c:pt idx="611">
                  <c:v>42020</c:v>
                </c:pt>
                <c:pt idx="612">
                  <c:v>42013</c:v>
                </c:pt>
                <c:pt idx="613">
                  <c:v>42006</c:v>
                </c:pt>
                <c:pt idx="614">
                  <c:v>41999</c:v>
                </c:pt>
                <c:pt idx="615">
                  <c:v>41992</c:v>
                </c:pt>
                <c:pt idx="616">
                  <c:v>41985</c:v>
                </c:pt>
                <c:pt idx="617">
                  <c:v>41978</c:v>
                </c:pt>
                <c:pt idx="618">
                  <c:v>41971</c:v>
                </c:pt>
                <c:pt idx="619">
                  <c:v>41964</c:v>
                </c:pt>
                <c:pt idx="620">
                  <c:v>41957</c:v>
                </c:pt>
                <c:pt idx="621">
                  <c:v>41950</c:v>
                </c:pt>
                <c:pt idx="622">
                  <c:v>41943</c:v>
                </c:pt>
                <c:pt idx="623">
                  <c:v>41936</c:v>
                </c:pt>
                <c:pt idx="624">
                  <c:v>41929</c:v>
                </c:pt>
                <c:pt idx="625">
                  <c:v>41922</c:v>
                </c:pt>
                <c:pt idx="626">
                  <c:v>41914</c:v>
                </c:pt>
                <c:pt idx="627">
                  <c:v>41908</c:v>
                </c:pt>
                <c:pt idx="628">
                  <c:v>41901</c:v>
                </c:pt>
                <c:pt idx="629">
                  <c:v>41894</c:v>
                </c:pt>
                <c:pt idx="630">
                  <c:v>41887</c:v>
                </c:pt>
                <c:pt idx="631">
                  <c:v>41880</c:v>
                </c:pt>
                <c:pt idx="632">
                  <c:v>41873</c:v>
                </c:pt>
                <c:pt idx="633">
                  <c:v>41865</c:v>
                </c:pt>
                <c:pt idx="634">
                  <c:v>41859</c:v>
                </c:pt>
                <c:pt idx="635">
                  <c:v>41852</c:v>
                </c:pt>
                <c:pt idx="636">
                  <c:v>41845</c:v>
                </c:pt>
                <c:pt idx="637">
                  <c:v>41838</c:v>
                </c:pt>
                <c:pt idx="638">
                  <c:v>41831</c:v>
                </c:pt>
                <c:pt idx="639">
                  <c:v>41824</c:v>
                </c:pt>
                <c:pt idx="640">
                  <c:v>41817</c:v>
                </c:pt>
                <c:pt idx="641">
                  <c:v>41810</c:v>
                </c:pt>
                <c:pt idx="642">
                  <c:v>41803</c:v>
                </c:pt>
                <c:pt idx="643">
                  <c:v>41795</c:v>
                </c:pt>
                <c:pt idx="644">
                  <c:v>41789</c:v>
                </c:pt>
                <c:pt idx="645">
                  <c:v>41782</c:v>
                </c:pt>
                <c:pt idx="646">
                  <c:v>41775</c:v>
                </c:pt>
                <c:pt idx="647">
                  <c:v>41768</c:v>
                </c:pt>
                <c:pt idx="648">
                  <c:v>41761</c:v>
                </c:pt>
                <c:pt idx="649">
                  <c:v>41754</c:v>
                </c:pt>
                <c:pt idx="650">
                  <c:v>41747</c:v>
                </c:pt>
                <c:pt idx="651">
                  <c:v>41740</c:v>
                </c:pt>
                <c:pt idx="652">
                  <c:v>41733</c:v>
                </c:pt>
                <c:pt idx="653">
                  <c:v>41726</c:v>
                </c:pt>
                <c:pt idx="654">
                  <c:v>41719</c:v>
                </c:pt>
                <c:pt idx="655">
                  <c:v>41712</c:v>
                </c:pt>
                <c:pt idx="656">
                  <c:v>41705</c:v>
                </c:pt>
                <c:pt idx="657">
                  <c:v>41698</c:v>
                </c:pt>
                <c:pt idx="658">
                  <c:v>41691</c:v>
                </c:pt>
                <c:pt idx="659">
                  <c:v>41684</c:v>
                </c:pt>
                <c:pt idx="660">
                  <c:v>41677</c:v>
                </c:pt>
                <c:pt idx="661">
                  <c:v>41668</c:v>
                </c:pt>
                <c:pt idx="662">
                  <c:v>41663</c:v>
                </c:pt>
                <c:pt idx="663">
                  <c:v>41656</c:v>
                </c:pt>
                <c:pt idx="664">
                  <c:v>41649</c:v>
                </c:pt>
                <c:pt idx="665">
                  <c:v>41642</c:v>
                </c:pt>
                <c:pt idx="666">
                  <c:v>41635</c:v>
                </c:pt>
                <c:pt idx="667">
                  <c:v>41628</c:v>
                </c:pt>
                <c:pt idx="668">
                  <c:v>41621</c:v>
                </c:pt>
                <c:pt idx="669">
                  <c:v>41614</c:v>
                </c:pt>
                <c:pt idx="670">
                  <c:v>41607</c:v>
                </c:pt>
                <c:pt idx="671">
                  <c:v>41600</c:v>
                </c:pt>
                <c:pt idx="672">
                  <c:v>41593</c:v>
                </c:pt>
                <c:pt idx="673">
                  <c:v>41586</c:v>
                </c:pt>
                <c:pt idx="674">
                  <c:v>41579</c:v>
                </c:pt>
                <c:pt idx="675">
                  <c:v>41572</c:v>
                </c:pt>
                <c:pt idx="676">
                  <c:v>41565</c:v>
                </c:pt>
                <c:pt idx="677">
                  <c:v>41558</c:v>
                </c:pt>
                <c:pt idx="678">
                  <c:v>41551</c:v>
                </c:pt>
                <c:pt idx="679">
                  <c:v>41544</c:v>
                </c:pt>
                <c:pt idx="680">
                  <c:v>41534</c:v>
                </c:pt>
                <c:pt idx="681">
                  <c:v>41530</c:v>
                </c:pt>
                <c:pt idx="682">
                  <c:v>41523</c:v>
                </c:pt>
                <c:pt idx="683">
                  <c:v>41516</c:v>
                </c:pt>
                <c:pt idx="684">
                  <c:v>41509</c:v>
                </c:pt>
                <c:pt idx="685">
                  <c:v>41502</c:v>
                </c:pt>
                <c:pt idx="686">
                  <c:v>41495</c:v>
                </c:pt>
                <c:pt idx="687">
                  <c:v>41488</c:v>
                </c:pt>
                <c:pt idx="688">
                  <c:v>41481</c:v>
                </c:pt>
                <c:pt idx="689">
                  <c:v>41474</c:v>
                </c:pt>
                <c:pt idx="690">
                  <c:v>41467</c:v>
                </c:pt>
                <c:pt idx="691">
                  <c:v>41460</c:v>
                </c:pt>
                <c:pt idx="692">
                  <c:v>41453</c:v>
                </c:pt>
                <c:pt idx="693">
                  <c:v>41446</c:v>
                </c:pt>
                <c:pt idx="694">
                  <c:v>41439</c:v>
                </c:pt>
                <c:pt idx="695">
                  <c:v>41432</c:v>
                </c:pt>
                <c:pt idx="696">
                  <c:v>41425</c:v>
                </c:pt>
                <c:pt idx="697">
                  <c:v>41418</c:v>
                </c:pt>
                <c:pt idx="698">
                  <c:v>41410</c:v>
                </c:pt>
                <c:pt idx="699">
                  <c:v>41404</c:v>
                </c:pt>
                <c:pt idx="700">
                  <c:v>41397</c:v>
                </c:pt>
                <c:pt idx="701">
                  <c:v>41390</c:v>
                </c:pt>
                <c:pt idx="702">
                  <c:v>41383</c:v>
                </c:pt>
                <c:pt idx="703">
                  <c:v>41376</c:v>
                </c:pt>
                <c:pt idx="704">
                  <c:v>41369</c:v>
                </c:pt>
                <c:pt idx="705">
                  <c:v>41362</c:v>
                </c:pt>
                <c:pt idx="706">
                  <c:v>41355</c:v>
                </c:pt>
                <c:pt idx="707">
                  <c:v>41348</c:v>
                </c:pt>
                <c:pt idx="708">
                  <c:v>41341</c:v>
                </c:pt>
                <c:pt idx="709">
                  <c:v>41333</c:v>
                </c:pt>
                <c:pt idx="710">
                  <c:v>41327</c:v>
                </c:pt>
                <c:pt idx="711">
                  <c:v>41320</c:v>
                </c:pt>
                <c:pt idx="712">
                  <c:v>41313</c:v>
                </c:pt>
                <c:pt idx="713">
                  <c:v>41306</c:v>
                </c:pt>
                <c:pt idx="714">
                  <c:v>41299</c:v>
                </c:pt>
                <c:pt idx="715">
                  <c:v>41292</c:v>
                </c:pt>
                <c:pt idx="716">
                  <c:v>41285</c:v>
                </c:pt>
                <c:pt idx="717">
                  <c:v>41278</c:v>
                </c:pt>
                <c:pt idx="718">
                  <c:v>41271</c:v>
                </c:pt>
                <c:pt idx="719">
                  <c:v>41264</c:v>
                </c:pt>
                <c:pt idx="720">
                  <c:v>41257</c:v>
                </c:pt>
                <c:pt idx="721">
                  <c:v>41250</c:v>
                </c:pt>
                <c:pt idx="722">
                  <c:v>41243</c:v>
                </c:pt>
                <c:pt idx="723">
                  <c:v>41236</c:v>
                </c:pt>
                <c:pt idx="724">
                  <c:v>41229</c:v>
                </c:pt>
                <c:pt idx="725">
                  <c:v>41222</c:v>
                </c:pt>
                <c:pt idx="726">
                  <c:v>41215</c:v>
                </c:pt>
                <c:pt idx="727">
                  <c:v>41208</c:v>
                </c:pt>
                <c:pt idx="728">
                  <c:v>41201</c:v>
                </c:pt>
                <c:pt idx="729">
                  <c:v>41194</c:v>
                </c:pt>
                <c:pt idx="730">
                  <c:v>41187</c:v>
                </c:pt>
                <c:pt idx="731">
                  <c:v>41180</c:v>
                </c:pt>
                <c:pt idx="732">
                  <c:v>41173</c:v>
                </c:pt>
                <c:pt idx="733">
                  <c:v>41166</c:v>
                </c:pt>
                <c:pt idx="734">
                  <c:v>41159</c:v>
                </c:pt>
                <c:pt idx="735">
                  <c:v>41152</c:v>
                </c:pt>
                <c:pt idx="736">
                  <c:v>41145</c:v>
                </c:pt>
                <c:pt idx="737">
                  <c:v>41138</c:v>
                </c:pt>
                <c:pt idx="738">
                  <c:v>41131</c:v>
                </c:pt>
                <c:pt idx="739">
                  <c:v>41124</c:v>
                </c:pt>
                <c:pt idx="740">
                  <c:v>41117</c:v>
                </c:pt>
                <c:pt idx="741">
                  <c:v>41110</c:v>
                </c:pt>
                <c:pt idx="742">
                  <c:v>41103</c:v>
                </c:pt>
                <c:pt idx="743">
                  <c:v>41096</c:v>
                </c:pt>
                <c:pt idx="744">
                  <c:v>41089</c:v>
                </c:pt>
                <c:pt idx="745">
                  <c:v>41082</c:v>
                </c:pt>
                <c:pt idx="746">
                  <c:v>41075</c:v>
                </c:pt>
                <c:pt idx="747">
                  <c:v>41068</c:v>
                </c:pt>
                <c:pt idx="748">
                  <c:v>41061</c:v>
                </c:pt>
                <c:pt idx="749">
                  <c:v>41054</c:v>
                </c:pt>
                <c:pt idx="750">
                  <c:v>41047</c:v>
                </c:pt>
                <c:pt idx="751">
                  <c:v>41040</c:v>
                </c:pt>
                <c:pt idx="752">
                  <c:v>41033</c:v>
                </c:pt>
                <c:pt idx="753">
                  <c:v>41026</c:v>
                </c:pt>
                <c:pt idx="754">
                  <c:v>41019</c:v>
                </c:pt>
                <c:pt idx="755">
                  <c:v>41012</c:v>
                </c:pt>
                <c:pt idx="756">
                  <c:v>41005</c:v>
                </c:pt>
                <c:pt idx="757">
                  <c:v>40998</c:v>
                </c:pt>
                <c:pt idx="758">
                  <c:v>40991</c:v>
                </c:pt>
                <c:pt idx="759">
                  <c:v>40984</c:v>
                </c:pt>
                <c:pt idx="760">
                  <c:v>40977</c:v>
                </c:pt>
                <c:pt idx="761">
                  <c:v>40970</c:v>
                </c:pt>
                <c:pt idx="762">
                  <c:v>40963</c:v>
                </c:pt>
                <c:pt idx="763">
                  <c:v>40956</c:v>
                </c:pt>
                <c:pt idx="764">
                  <c:v>40949</c:v>
                </c:pt>
                <c:pt idx="765">
                  <c:v>40942</c:v>
                </c:pt>
                <c:pt idx="766">
                  <c:v>40935</c:v>
                </c:pt>
                <c:pt idx="767">
                  <c:v>40928</c:v>
                </c:pt>
                <c:pt idx="768">
                  <c:v>40921</c:v>
                </c:pt>
                <c:pt idx="769">
                  <c:v>40914</c:v>
                </c:pt>
                <c:pt idx="770">
                  <c:v>40906</c:v>
                </c:pt>
                <c:pt idx="771">
                  <c:v>40900</c:v>
                </c:pt>
                <c:pt idx="772">
                  <c:v>40893</c:v>
                </c:pt>
                <c:pt idx="773">
                  <c:v>40886</c:v>
                </c:pt>
                <c:pt idx="774">
                  <c:v>40879</c:v>
                </c:pt>
                <c:pt idx="775">
                  <c:v>40872</c:v>
                </c:pt>
                <c:pt idx="776">
                  <c:v>40865</c:v>
                </c:pt>
                <c:pt idx="777">
                  <c:v>40858</c:v>
                </c:pt>
                <c:pt idx="778">
                  <c:v>40851</c:v>
                </c:pt>
                <c:pt idx="779">
                  <c:v>40844</c:v>
                </c:pt>
                <c:pt idx="780">
                  <c:v>40837</c:v>
                </c:pt>
                <c:pt idx="781">
                  <c:v>40830</c:v>
                </c:pt>
                <c:pt idx="782">
                  <c:v>40823</c:v>
                </c:pt>
                <c:pt idx="783">
                  <c:v>40816</c:v>
                </c:pt>
                <c:pt idx="784">
                  <c:v>40809</c:v>
                </c:pt>
                <c:pt idx="785">
                  <c:v>40802</c:v>
                </c:pt>
                <c:pt idx="786">
                  <c:v>40795</c:v>
                </c:pt>
                <c:pt idx="787">
                  <c:v>40788</c:v>
                </c:pt>
                <c:pt idx="788">
                  <c:v>40781</c:v>
                </c:pt>
                <c:pt idx="789">
                  <c:v>40774</c:v>
                </c:pt>
                <c:pt idx="790">
                  <c:v>40767</c:v>
                </c:pt>
                <c:pt idx="791">
                  <c:v>40760</c:v>
                </c:pt>
                <c:pt idx="792">
                  <c:v>40753</c:v>
                </c:pt>
                <c:pt idx="793">
                  <c:v>40746</c:v>
                </c:pt>
                <c:pt idx="794">
                  <c:v>40739</c:v>
                </c:pt>
                <c:pt idx="795">
                  <c:v>40732</c:v>
                </c:pt>
                <c:pt idx="796">
                  <c:v>40725</c:v>
                </c:pt>
                <c:pt idx="797">
                  <c:v>40718</c:v>
                </c:pt>
                <c:pt idx="798">
                  <c:v>40711</c:v>
                </c:pt>
                <c:pt idx="799">
                  <c:v>40704</c:v>
                </c:pt>
                <c:pt idx="800">
                  <c:v>40697</c:v>
                </c:pt>
                <c:pt idx="801">
                  <c:v>40690</c:v>
                </c:pt>
                <c:pt idx="802">
                  <c:v>40683</c:v>
                </c:pt>
                <c:pt idx="803">
                  <c:v>40676</c:v>
                </c:pt>
                <c:pt idx="804">
                  <c:v>40669</c:v>
                </c:pt>
                <c:pt idx="805">
                  <c:v>40662</c:v>
                </c:pt>
                <c:pt idx="806">
                  <c:v>40655</c:v>
                </c:pt>
                <c:pt idx="807">
                  <c:v>40648</c:v>
                </c:pt>
                <c:pt idx="808">
                  <c:v>40641</c:v>
                </c:pt>
                <c:pt idx="809">
                  <c:v>40634</c:v>
                </c:pt>
                <c:pt idx="810">
                  <c:v>40627</c:v>
                </c:pt>
                <c:pt idx="811">
                  <c:v>40620</c:v>
                </c:pt>
                <c:pt idx="812">
                  <c:v>40613</c:v>
                </c:pt>
                <c:pt idx="813">
                  <c:v>40606</c:v>
                </c:pt>
                <c:pt idx="814">
                  <c:v>40599</c:v>
                </c:pt>
                <c:pt idx="815">
                  <c:v>40592</c:v>
                </c:pt>
                <c:pt idx="816">
                  <c:v>40585</c:v>
                </c:pt>
                <c:pt idx="817">
                  <c:v>40575</c:v>
                </c:pt>
                <c:pt idx="818">
                  <c:v>40571</c:v>
                </c:pt>
                <c:pt idx="819">
                  <c:v>40564</c:v>
                </c:pt>
                <c:pt idx="820">
                  <c:v>40557</c:v>
                </c:pt>
                <c:pt idx="821">
                  <c:v>40550</c:v>
                </c:pt>
                <c:pt idx="822">
                  <c:v>40542</c:v>
                </c:pt>
                <c:pt idx="823">
                  <c:v>40536</c:v>
                </c:pt>
                <c:pt idx="824">
                  <c:v>40529</c:v>
                </c:pt>
                <c:pt idx="825">
                  <c:v>40522</c:v>
                </c:pt>
                <c:pt idx="826">
                  <c:v>40515</c:v>
                </c:pt>
                <c:pt idx="827">
                  <c:v>40508</c:v>
                </c:pt>
                <c:pt idx="828">
                  <c:v>40501</c:v>
                </c:pt>
                <c:pt idx="829">
                  <c:v>40494</c:v>
                </c:pt>
                <c:pt idx="830">
                  <c:v>40487</c:v>
                </c:pt>
                <c:pt idx="831">
                  <c:v>40480</c:v>
                </c:pt>
                <c:pt idx="832">
                  <c:v>40473</c:v>
                </c:pt>
                <c:pt idx="833">
                  <c:v>40466</c:v>
                </c:pt>
                <c:pt idx="834">
                  <c:v>40459</c:v>
                </c:pt>
                <c:pt idx="835">
                  <c:v>40452</c:v>
                </c:pt>
                <c:pt idx="836">
                  <c:v>40445</c:v>
                </c:pt>
                <c:pt idx="837">
                  <c:v>40438</c:v>
                </c:pt>
                <c:pt idx="838">
                  <c:v>40431</c:v>
                </c:pt>
                <c:pt idx="839">
                  <c:v>40424</c:v>
                </c:pt>
                <c:pt idx="840">
                  <c:v>40417</c:v>
                </c:pt>
                <c:pt idx="841">
                  <c:v>40410</c:v>
                </c:pt>
                <c:pt idx="842">
                  <c:v>40403</c:v>
                </c:pt>
                <c:pt idx="843">
                  <c:v>40396</c:v>
                </c:pt>
                <c:pt idx="844">
                  <c:v>40389</c:v>
                </c:pt>
                <c:pt idx="845">
                  <c:v>40382</c:v>
                </c:pt>
                <c:pt idx="846">
                  <c:v>40375</c:v>
                </c:pt>
                <c:pt idx="847">
                  <c:v>40368</c:v>
                </c:pt>
                <c:pt idx="848">
                  <c:v>40361</c:v>
                </c:pt>
                <c:pt idx="849">
                  <c:v>40354</c:v>
                </c:pt>
                <c:pt idx="850">
                  <c:v>40347</c:v>
                </c:pt>
                <c:pt idx="851">
                  <c:v>40340</c:v>
                </c:pt>
                <c:pt idx="852">
                  <c:v>40333</c:v>
                </c:pt>
                <c:pt idx="853">
                  <c:v>40326</c:v>
                </c:pt>
                <c:pt idx="854">
                  <c:v>40318</c:v>
                </c:pt>
                <c:pt idx="855">
                  <c:v>40312</c:v>
                </c:pt>
                <c:pt idx="856">
                  <c:v>40305</c:v>
                </c:pt>
                <c:pt idx="857">
                  <c:v>40298</c:v>
                </c:pt>
                <c:pt idx="858">
                  <c:v>40291</c:v>
                </c:pt>
                <c:pt idx="859">
                  <c:v>40284</c:v>
                </c:pt>
                <c:pt idx="860">
                  <c:v>40277</c:v>
                </c:pt>
                <c:pt idx="861">
                  <c:v>40270</c:v>
                </c:pt>
                <c:pt idx="862">
                  <c:v>40263</c:v>
                </c:pt>
                <c:pt idx="863">
                  <c:v>40256</c:v>
                </c:pt>
                <c:pt idx="864">
                  <c:v>40249</c:v>
                </c:pt>
                <c:pt idx="865">
                  <c:v>40242</c:v>
                </c:pt>
                <c:pt idx="866">
                  <c:v>40235</c:v>
                </c:pt>
                <c:pt idx="867">
                  <c:v>40228</c:v>
                </c:pt>
                <c:pt idx="868">
                  <c:v>40221</c:v>
                </c:pt>
                <c:pt idx="869">
                  <c:v>40214</c:v>
                </c:pt>
                <c:pt idx="870">
                  <c:v>40207</c:v>
                </c:pt>
                <c:pt idx="871">
                  <c:v>40200</c:v>
                </c:pt>
                <c:pt idx="872">
                  <c:v>40193</c:v>
                </c:pt>
                <c:pt idx="873">
                  <c:v>40186</c:v>
                </c:pt>
                <c:pt idx="874">
                  <c:v>40177</c:v>
                </c:pt>
                <c:pt idx="875">
                  <c:v>40171</c:v>
                </c:pt>
                <c:pt idx="876">
                  <c:v>40165</c:v>
                </c:pt>
                <c:pt idx="877">
                  <c:v>40158</c:v>
                </c:pt>
                <c:pt idx="878">
                  <c:v>40151</c:v>
                </c:pt>
                <c:pt idx="879">
                  <c:v>40144</c:v>
                </c:pt>
                <c:pt idx="880">
                  <c:v>40137</c:v>
                </c:pt>
                <c:pt idx="881">
                  <c:v>40130</c:v>
                </c:pt>
                <c:pt idx="882">
                  <c:v>40123</c:v>
                </c:pt>
                <c:pt idx="883">
                  <c:v>40116</c:v>
                </c:pt>
                <c:pt idx="884">
                  <c:v>40109</c:v>
                </c:pt>
                <c:pt idx="885">
                  <c:v>40102</c:v>
                </c:pt>
                <c:pt idx="886">
                  <c:v>40095</c:v>
                </c:pt>
                <c:pt idx="887">
                  <c:v>40087</c:v>
                </c:pt>
                <c:pt idx="888">
                  <c:v>40081</c:v>
                </c:pt>
                <c:pt idx="889">
                  <c:v>40074</c:v>
                </c:pt>
                <c:pt idx="890">
                  <c:v>40067</c:v>
                </c:pt>
                <c:pt idx="891">
                  <c:v>40060</c:v>
                </c:pt>
                <c:pt idx="892">
                  <c:v>40053</c:v>
                </c:pt>
                <c:pt idx="893">
                  <c:v>40046</c:v>
                </c:pt>
                <c:pt idx="894">
                  <c:v>40039</c:v>
                </c:pt>
                <c:pt idx="895">
                  <c:v>40032</c:v>
                </c:pt>
              </c:numCache>
            </c:numRef>
          </c:cat>
          <c:val>
            <c:numRef>
              <c:f>data!$B$15:$B$910</c:f>
              <c:numCache>
                <c:formatCode>#,##0.00</c:formatCode>
                <c:ptCount val="896"/>
                <c:pt idx="0">
                  <c:v>6625.93</c:v>
                </c:pt>
                <c:pt idx="1">
                  <c:v>7003.74</c:v>
                </c:pt>
                <c:pt idx="2">
                  <c:v>7080.92</c:v>
                </c:pt>
                <c:pt idx="3">
                  <c:v>6894.23</c:v>
                </c:pt>
                <c:pt idx="4">
                  <c:v>6909.91</c:v>
                </c:pt>
                <c:pt idx="5">
                  <c:v>6687.21</c:v>
                </c:pt>
                <c:pt idx="6">
                  <c:v>6788.88</c:v>
                </c:pt>
                <c:pt idx="7">
                  <c:v>6912.95</c:v>
                </c:pt>
                <c:pt idx="8">
                  <c:v>6977.94</c:v>
                </c:pt>
                <c:pt idx="9">
                  <c:v>6258.77</c:v>
                </c:pt>
                <c:pt idx="10">
                  <c:v>6595.45</c:v>
                </c:pt>
                <c:pt idx="11">
                  <c:v>6690.62</c:v>
                </c:pt>
                <c:pt idx="12">
                  <c:v>6820.6</c:v>
                </c:pt>
                <c:pt idx="13">
                  <c:v>7475.94</c:v>
                </c:pt>
                <c:pt idx="14">
                  <c:v>8088.34</c:v>
                </c:pt>
                <c:pt idx="15">
                  <c:v>8411.2099999999991</c:v>
                </c:pt>
                <c:pt idx="16">
                  <c:v>9052.42</c:v>
                </c:pt>
                <c:pt idx="17">
                  <c:v>8123.62</c:v>
                </c:pt>
                <c:pt idx="18">
                  <c:v>8160.59</c:v>
                </c:pt>
                <c:pt idx="19">
                  <c:v>8476.15</c:v>
                </c:pt>
                <c:pt idx="20">
                  <c:v>7847.71</c:v>
                </c:pt>
                <c:pt idx="21">
                  <c:v>7493.18</c:v>
                </c:pt>
                <c:pt idx="22">
                  <c:v>7498</c:v>
                </c:pt>
                <c:pt idx="23">
                  <c:v>6598.87</c:v>
                </c:pt>
                <c:pt idx="24">
                  <c:v>6475.63</c:v>
                </c:pt>
                <c:pt idx="25">
                  <c:v>6191.92</c:v>
                </c:pt>
                <c:pt idx="26">
                  <c:v>5858.87</c:v>
                </c:pt>
                <c:pt idx="27">
                  <c:v>5377.3</c:v>
                </c:pt>
                <c:pt idx="28">
                  <c:v>5438.87</c:v>
                </c:pt>
                <c:pt idx="29">
                  <c:v>5781.2</c:v>
                </c:pt>
                <c:pt idx="30">
                  <c:v>5487.24</c:v>
                </c:pt>
                <c:pt idx="31">
                  <c:v>5584.87</c:v>
                </c:pt>
                <c:pt idx="32">
                  <c:v>6244.13</c:v>
                </c:pt>
                <c:pt idx="33">
                  <c:v>5808.53</c:v>
                </c:pt>
                <c:pt idx="34">
                  <c:v>5507.01</c:v>
                </c:pt>
                <c:pt idx="35">
                  <c:v>5089.1400000000003</c:v>
                </c:pt>
                <c:pt idx="36">
                  <c:v>5224.3599999999997</c:v>
                </c:pt>
                <c:pt idx="37">
                  <c:v>4990.07</c:v>
                </c:pt>
                <c:pt idx="38">
                  <c:v>4840.74</c:v>
                </c:pt>
                <c:pt idx="39">
                  <c:v>4586.32</c:v>
                </c:pt>
                <c:pt idx="40">
                  <c:v>4309.63</c:v>
                </c:pt>
                <c:pt idx="41">
                  <c:v>4129.68</c:v>
                </c:pt>
                <c:pt idx="42">
                  <c:v>4020.55</c:v>
                </c:pt>
                <c:pt idx="43">
                  <c:v>4167.16</c:v>
                </c:pt>
                <c:pt idx="44">
                  <c:v>4100.05</c:v>
                </c:pt>
                <c:pt idx="45">
                  <c:v>3926.59</c:v>
                </c:pt>
                <c:pt idx="46">
                  <c:v>3853.26</c:v>
                </c:pt>
                <c:pt idx="47">
                  <c:v>4011.57</c:v>
                </c:pt>
                <c:pt idx="48">
                  <c:v>3953.76</c:v>
                </c:pt>
                <c:pt idx="49">
                  <c:v>4107.5</c:v>
                </c:pt>
                <c:pt idx="50">
                  <c:v>3941.59</c:v>
                </c:pt>
                <c:pt idx="51">
                  <c:v>3748.89</c:v>
                </c:pt>
                <c:pt idx="52">
                  <c:v>3610.6</c:v>
                </c:pt>
                <c:pt idx="53">
                  <c:v>3549.21</c:v>
                </c:pt>
                <c:pt idx="54">
                  <c:v>3386.05</c:v>
                </c:pt>
                <c:pt idx="55">
                  <c:v>3445.24</c:v>
                </c:pt>
                <c:pt idx="56">
                  <c:v>3395.54</c:v>
                </c:pt>
                <c:pt idx="57">
                  <c:v>3205.12</c:v>
                </c:pt>
                <c:pt idx="58">
                  <c:v>3186.01</c:v>
                </c:pt>
                <c:pt idx="59">
                  <c:v>3168.73</c:v>
                </c:pt>
                <c:pt idx="60">
                  <c:v>3225.66</c:v>
                </c:pt>
                <c:pt idx="61">
                  <c:v>3210.01</c:v>
                </c:pt>
                <c:pt idx="62">
                  <c:v>3119.41</c:v>
                </c:pt>
                <c:pt idx="63">
                  <c:v>3196.05</c:v>
                </c:pt>
                <c:pt idx="64">
                  <c:v>3188.07</c:v>
                </c:pt>
                <c:pt idx="65">
                  <c:v>3175.77</c:v>
                </c:pt>
                <c:pt idx="66">
                  <c:v>3054.28</c:v>
                </c:pt>
                <c:pt idx="67">
                  <c:v>3055.94</c:v>
                </c:pt>
                <c:pt idx="68">
                  <c:v>3021.84</c:v>
                </c:pt>
                <c:pt idx="69">
                  <c:v>2894.62</c:v>
                </c:pt>
                <c:pt idx="70">
                  <c:v>2812.05</c:v>
                </c:pt>
                <c:pt idx="71">
                  <c:v>2697.67</c:v>
                </c:pt>
                <c:pt idx="72">
                  <c:v>2592.09</c:v>
                </c:pt>
                <c:pt idx="73">
                  <c:v>2626.87</c:v>
                </c:pt>
                <c:pt idx="74">
                  <c:v>2577.27</c:v>
                </c:pt>
                <c:pt idx="75">
                  <c:v>2559.79</c:v>
                </c:pt>
                <c:pt idx="76">
                  <c:v>2546.3000000000002</c:v>
                </c:pt>
                <c:pt idx="77">
                  <c:v>2483.42</c:v>
                </c:pt>
                <c:pt idx="78">
                  <c:v>2432.7199999999998</c:v>
                </c:pt>
                <c:pt idx="79">
                  <c:v>2465.42</c:v>
                </c:pt>
                <c:pt idx="80">
                  <c:v>2557.98</c:v>
                </c:pt>
                <c:pt idx="81">
                  <c:v>2643.13</c:v>
                </c:pt>
                <c:pt idx="82">
                  <c:v>2566.36</c:v>
                </c:pt>
                <c:pt idx="83">
                  <c:v>2563.48</c:v>
                </c:pt>
                <c:pt idx="84" formatCode="#,##0">
                  <c:v>2532.7800000000002</c:v>
                </c:pt>
                <c:pt idx="85">
                  <c:v>2654.58</c:v>
                </c:pt>
                <c:pt idx="86">
                  <c:v>2591.0500000000002</c:v>
                </c:pt>
                <c:pt idx="87">
                  <c:v>2521.92</c:v>
                </c:pt>
                <c:pt idx="88">
                  <c:v>2517.37</c:v>
                </c:pt>
                <c:pt idx="89">
                  <c:v>2536.8000000000002</c:v>
                </c:pt>
                <c:pt idx="90">
                  <c:v>2523.5500000000002</c:v>
                </c:pt>
                <c:pt idx="91">
                  <c:v>2515.7800000000002</c:v>
                </c:pt>
                <c:pt idx="92">
                  <c:v>2441.92</c:v>
                </c:pt>
                <c:pt idx="93">
                  <c:v>2404.77</c:v>
                </c:pt>
                <c:pt idx="94">
                  <c:v>2404.15</c:v>
                </c:pt>
                <c:pt idx="95">
                  <c:v>2494.46</c:v>
                </c:pt>
                <c:pt idx="96">
                  <c:v>2428.16</c:v>
                </c:pt>
                <c:pt idx="97">
                  <c:v>2455.91</c:v>
                </c:pt>
                <c:pt idx="98">
                  <c:v>2501.2399999999998</c:v>
                </c:pt>
                <c:pt idx="99">
                  <c:v>2416.86</c:v>
                </c:pt>
                <c:pt idx="100">
                  <c:v>2561.15</c:v>
                </c:pt>
                <c:pt idx="101">
                  <c:v>2542.36</c:v>
                </c:pt>
                <c:pt idx="102">
                  <c:v>2583.27</c:v>
                </c:pt>
                <c:pt idx="103">
                  <c:v>2593.8200000000002</c:v>
                </c:pt>
                <c:pt idx="104">
                  <c:v>2596.91</c:v>
                </c:pt>
                <c:pt idx="105">
                  <c:v>2569.71</c:v>
                </c:pt>
                <c:pt idx="106">
                  <c:v>2649.78</c:v>
                </c:pt>
                <c:pt idx="107">
                  <c:v>2593.37</c:v>
                </c:pt>
                <c:pt idx="108">
                  <c:v>2575.41</c:v>
                </c:pt>
                <c:pt idx="109">
                  <c:v>2544.2800000000002</c:v>
                </c:pt>
                <c:pt idx="110">
                  <c:v>2674.31</c:v>
                </c:pt>
                <c:pt idx="111">
                  <c:v>2701.69</c:v>
                </c:pt>
                <c:pt idx="112">
                  <c:v>2697.23</c:v>
                </c:pt>
                <c:pt idx="113">
                  <c:v>2588.4299999999998</c:v>
                </c:pt>
                <c:pt idx="114">
                  <c:v>2676.19</c:v>
                </c:pt>
                <c:pt idx="115">
                  <c:v>2731.9</c:v>
                </c:pt>
                <c:pt idx="116">
                  <c:v>2795.46</c:v>
                </c:pt>
                <c:pt idx="117">
                  <c:v>2857</c:v>
                </c:pt>
                <c:pt idx="118">
                  <c:v>2862.23</c:v>
                </c:pt>
                <c:pt idx="119">
                  <c:v>2797.82</c:v>
                </c:pt>
                <c:pt idx="120">
                  <c:v>2784.26</c:v>
                </c:pt>
                <c:pt idx="121">
                  <c:v>2758.42</c:v>
                </c:pt>
                <c:pt idx="122">
                  <c:v>2722.67</c:v>
                </c:pt>
                <c:pt idx="123">
                  <c:v>2636.52</c:v>
                </c:pt>
                <c:pt idx="124">
                  <c:v>2687.6</c:v>
                </c:pt>
                <c:pt idx="125">
                  <c:v>2724.62</c:v>
                </c:pt>
                <c:pt idx="126">
                  <c:v>2727.63</c:v>
                </c:pt>
                <c:pt idx="127">
                  <c:v>2676.63</c:v>
                </c:pt>
                <c:pt idx="128">
                  <c:v>2656.33</c:v>
                </c:pt>
                <c:pt idx="129">
                  <c:v>2591.86</c:v>
                </c:pt>
                <c:pt idx="130">
                  <c:v>2681.82</c:v>
                </c:pt>
                <c:pt idx="131">
                  <c:v>2714.21</c:v>
                </c:pt>
                <c:pt idx="132">
                  <c:v>2746.63</c:v>
                </c:pt>
                <c:pt idx="133">
                  <c:v>2748.56</c:v>
                </c:pt>
                <c:pt idx="134">
                  <c:v>2666.84</c:v>
                </c:pt>
                <c:pt idx="135">
                  <c:v>2680.35</c:v>
                </c:pt>
                <c:pt idx="136">
                  <c:v>2642.36</c:v>
                </c:pt>
                <c:pt idx="137">
                  <c:v>2667.7</c:v>
                </c:pt>
                <c:pt idx="138">
                  <c:v>2648.76</c:v>
                </c:pt>
                <c:pt idx="139">
                  <c:v>2620.3200000000002</c:v>
                </c:pt>
                <c:pt idx="140">
                  <c:v>2615.31</c:v>
                </c:pt>
                <c:pt idx="141">
                  <c:v>2478.56</c:v>
                </c:pt>
                <c:pt idx="142">
                  <c:v>2472.7399999999998</c:v>
                </c:pt>
                <c:pt idx="143">
                  <c:v>2525.0500000000002</c:v>
                </c:pt>
                <c:pt idx="144">
                  <c:v>2578.08</c:v>
                </c:pt>
                <c:pt idx="145">
                  <c:v>2655.28</c:v>
                </c:pt>
                <c:pt idx="146">
                  <c:v>2599.5100000000002</c:v>
                </c:pt>
                <c:pt idx="147">
                  <c:v>2563.56</c:v>
                </c:pt>
                <c:pt idx="148">
                  <c:v>2517.85</c:v>
                </c:pt>
                <c:pt idx="149">
                  <c:v>2505.0100000000002</c:v>
                </c:pt>
                <c:pt idx="150">
                  <c:v>2496.63</c:v>
                </c:pt>
                <c:pt idx="151">
                  <c:v>2469.85</c:v>
                </c:pt>
                <c:pt idx="152">
                  <c:v>2409.66</c:v>
                </c:pt>
                <c:pt idx="153">
                  <c:v>2368.34</c:v>
                </c:pt>
                <c:pt idx="154">
                  <c:v>2302.81</c:v>
                </c:pt>
                <c:pt idx="155">
                  <c:v>2375</c:v>
                </c:pt>
                <c:pt idx="156">
                  <c:v>2456.15</c:v>
                </c:pt>
                <c:pt idx="157">
                  <c:v>2408.73</c:v>
                </c:pt>
                <c:pt idx="158">
                  <c:v>2465.0700000000002</c:v>
                </c:pt>
                <c:pt idx="159">
                  <c:v>2508.13</c:v>
                </c:pt>
                <c:pt idx="160">
                  <c:v>2601.2800000000002</c:v>
                </c:pt>
                <c:pt idx="161">
                  <c:v>2547.6799999999998</c:v>
                </c:pt>
                <c:pt idx="162">
                  <c:v>2563.71</c:v>
                </c:pt>
                <c:pt idx="163">
                  <c:v>2519.14</c:v>
                </c:pt>
                <c:pt idx="164">
                  <c:v>2504.5</c:v>
                </c:pt>
                <c:pt idx="165">
                  <c:v>2591.2600000000002</c:v>
                </c:pt>
                <c:pt idx="166">
                  <c:v>2602.8000000000002</c:v>
                </c:pt>
                <c:pt idx="167">
                  <c:v>2608.3200000000002</c:v>
                </c:pt>
                <c:pt idx="168">
                  <c:v>2609.7600000000002</c:v>
                </c:pt>
                <c:pt idx="169">
                  <c:v>2628.3</c:v>
                </c:pt>
                <c:pt idx="170">
                  <c:v>2526.71</c:v>
                </c:pt>
                <c:pt idx="171">
                  <c:v>2564.2800000000002</c:v>
                </c:pt>
                <c:pt idx="172">
                  <c:v>2570.1</c:v>
                </c:pt>
                <c:pt idx="173">
                  <c:v>2625.79</c:v>
                </c:pt>
                <c:pt idx="174">
                  <c:v>2641.16</c:v>
                </c:pt>
                <c:pt idx="175">
                  <c:v>2601.36</c:v>
                </c:pt>
                <c:pt idx="176">
                  <c:v>2558.81</c:v>
                </c:pt>
                <c:pt idx="177">
                  <c:v>2537.79</c:v>
                </c:pt>
                <c:pt idx="178">
                  <c:v>2475.42</c:v>
                </c:pt>
                <c:pt idx="179">
                  <c:v>2500.94</c:v>
                </c:pt>
                <c:pt idx="180">
                  <c:v>2501.5300000000002</c:v>
                </c:pt>
                <c:pt idx="181">
                  <c:v>2544.4</c:v>
                </c:pt>
                <c:pt idx="182">
                  <c:v>2571.4899999999998</c:v>
                </c:pt>
                <c:pt idx="183">
                  <c:v>2490.41</c:v>
                </c:pt>
                <c:pt idx="184">
                  <c:v>2476.86</c:v>
                </c:pt>
                <c:pt idx="185">
                  <c:v>2414.96</c:v>
                </c:pt>
                <c:pt idx="186">
                  <c:v>2395.69</c:v>
                </c:pt>
                <c:pt idx="187">
                  <c:v>2394.59</c:v>
                </c:pt>
                <c:pt idx="188">
                  <c:v>2432.0700000000002</c:v>
                </c:pt>
                <c:pt idx="189">
                  <c:v>2423.61</c:v>
                </c:pt>
                <c:pt idx="190">
                  <c:v>2451.21</c:v>
                </c:pt>
                <c:pt idx="191">
                  <c:v>2469.73</c:v>
                </c:pt>
                <c:pt idx="192">
                  <c:v>2480.4</c:v>
                </c:pt>
                <c:pt idx="193">
                  <c:v>2484.02</c:v>
                </c:pt>
                <c:pt idx="194">
                  <c:v>2395.2600000000002</c:v>
                </c:pt>
                <c:pt idx="195">
                  <c:v>2386.09</c:v>
                </c:pt>
                <c:pt idx="196">
                  <c:v>2289.9699999999998</c:v>
                </c:pt>
                <c:pt idx="197">
                  <c:v>2236.4</c:v>
                </c:pt>
                <c:pt idx="198">
                  <c:v>2313.69</c:v>
                </c:pt>
                <c:pt idx="199">
                  <c:v>2360.02</c:v>
                </c:pt>
                <c:pt idx="200">
                  <c:v>2389.04</c:v>
                </c:pt>
                <c:pt idx="201">
                  <c:v>2434.33</c:v>
                </c:pt>
                <c:pt idx="202">
                  <c:v>2437.86</c:v>
                </c:pt>
                <c:pt idx="203">
                  <c:v>2444.48</c:v>
                </c:pt>
                <c:pt idx="204">
                  <c:v>2483.16</c:v>
                </c:pt>
                <c:pt idx="205">
                  <c:v>2348.4299999999998</c:v>
                </c:pt>
                <c:pt idx="206">
                  <c:v>2268.4</c:v>
                </c:pt>
                <c:pt idx="207">
                  <c:v>2213.12</c:v>
                </c:pt>
                <c:pt idx="208">
                  <c:v>2212.5500000000002</c:v>
                </c:pt>
                <c:pt idx="209">
                  <c:v>2232.84</c:v>
                </c:pt>
                <c:pt idx="210">
                  <c:v>2155.4899999999998</c:v>
                </c:pt>
                <c:pt idx="211">
                  <c:v>2290</c:v>
                </c:pt>
                <c:pt idx="212">
                  <c:v>2382.7800000000002</c:v>
                </c:pt>
                <c:pt idx="213">
                  <c:v>2384.2800000000002</c:v>
                </c:pt>
                <c:pt idx="214">
                  <c:v>2409.41</c:v>
                </c:pt>
                <c:pt idx="215">
                  <c:v>2481.0300000000002</c:v>
                </c:pt>
                <c:pt idx="216">
                  <c:v>2492.69</c:v>
                </c:pt>
                <c:pt idx="217">
                  <c:v>2527.94</c:v>
                </c:pt>
                <c:pt idx="218">
                  <c:v>2490.8000000000002</c:v>
                </c:pt>
                <c:pt idx="219">
                  <c:v>2451.5</c:v>
                </c:pt>
                <c:pt idx="220">
                  <c:v>2393.14</c:v>
                </c:pt>
                <c:pt idx="221">
                  <c:v>2330.98</c:v>
                </c:pt>
                <c:pt idx="222">
                  <c:v>2350.61</c:v>
                </c:pt>
                <c:pt idx="223">
                  <c:v>2305.42</c:v>
                </c:pt>
                <c:pt idx="224">
                  <c:v>2366.6</c:v>
                </c:pt>
                <c:pt idx="225">
                  <c:v>2440.9299999999998</c:v>
                </c:pt>
                <c:pt idx="226">
                  <c:v>2595.87</c:v>
                </c:pt>
                <c:pt idx="227">
                  <c:v>2670.65</c:v>
                </c:pt>
                <c:pt idx="228">
                  <c:v>2638.05</c:v>
                </c:pt>
                <c:pt idx="229">
                  <c:v>2639.29</c:v>
                </c:pt>
                <c:pt idx="230">
                  <c:v>2604.2399999999998</c:v>
                </c:pt>
                <c:pt idx="231">
                  <c:v>2644.51</c:v>
                </c:pt>
                <c:pt idx="232">
                  <c:v>2695.05</c:v>
                </c:pt>
                <c:pt idx="233">
                  <c:v>2704.71</c:v>
                </c:pt>
                <c:pt idx="234">
                  <c:v>2696.06</c:v>
                </c:pt>
                <c:pt idx="235">
                  <c:v>2700.39</c:v>
                </c:pt>
                <c:pt idx="236">
                  <c:v>2739.85</c:v>
                </c:pt>
                <c:pt idx="237">
                  <c:v>2729.98</c:v>
                </c:pt>
                <c:pt idx="238">
                  <c:v>2707.02</c:v>
                </c:pt>
                <c:pt idx="239">
                  <c:v>2661.28</c:v>
                </c:pt>
                <c:pt idx="240">
                  <c:v>2713.43</c:v>
                </c:pt>
                <c:pt idx="241">
                  <c:v>2676.76</c:v>
                </c:pt>
                <c:pt idx="242">
                  <c:v>2744.52</c:v>
                </c:pt>
                <c:pt idx="243">
                  <c:v>2747.71</c:v>
                </c:pt>
                <c:pt idx="244">
                  <c:v>2750.26</c:v>
                </c:pt>
                <c:pt idx="245">
                  <c:v>2663.34</c:v>
                </c:pt>
                <c:pt idx="246">
                  <c:v>2834.29</c:v>
                </c:pt>
                <c:pt idx="247">
                  <c:v>2921.92</c:v>
                </c:pt>
                <c:pt idx="248">
                  <c:v>2954.89</c:v>
                </c:pt>
                <c:pt idx="249">
                  <c:v>2977.65</c:v>
                </c:pt>
                <c:pt idx="250">
                  <c:v>3012.43</c:v>
                </c:pt>
                <c:pt idx="251">
                  <c:v>3017.73</c:v>
                </c:pt>
                <c:pt idx="252">
                  <c:v>3010.23</c:v>
                </c:pt>
                <c:pt idx="253" formatCode="#,##0">
                  <c:v>2968.33</c:v>
                </c:pt>
                <c:pt idx="254">
                  <c:v>2936.44</c:v>
                </c:pt>
                <c:pt idx="255">
                  <c:v>2971.02</c:v>
                </c:pt>
                <c:pt idx="256">
                  <c:v>2968.8</c:v>
                </c:pt>
                <c:pt idx="257">
                  <c:v>2969.27</c:v>
                </c:pt>
                <c:pt idx="258">
                  <c:v>2970.68</c:v>
                </c:pt>
                <c:pt idx="259">
                  <c:v>3006.16</c:v>
                </c:pt>
                <c:pt idx="260">
                  <c:v>3015.06</c:v>
                </c:pt>
                <c:pt idx="261">
                  <c:v>2956.3</c:v>
                </c:pt>
                <c:pt idx="262">
                  <c:v>3019.18</c:v>
                </c:pt>
                <c:pt idx="263">
                  <c:v>3125.24</c:v>
                </c:pt>
                <c:pt idx="264">
                  <c:v>3140.51</c:v>
                </c:pt>
                <c:pt idx="265">
                  <c:v>3125.76</c:v>
                </c:pt>
                <c:pt idx="266">
                  <c:v>3201.06</c:v>
                </c:pt>
                <c:pt idx="267">
                  <c:v>3133.9</c:v>
                </c:pt>
                <c:pt idx="268">
                  <c:v>3060.51</c:v>
                </c:pt>
                <c:pt idx="269">
                  <c:v>3171.29</c:v>
                </c:pt>
                <c:pt idx="270">
                  <c:v>3270.36</c:v>
                </c:pt>
                <c:pt idx="271">
                  <c:v>3202.32</c:v>
                </c:pt>
                <c:pt idx="272">
                  <c:v>3254.42</c:v>
                </c:pt>
                <c:pt idx="273">
                  <c:v>3276.91</c:v>
                </c:pt>
                <c:pt idx="274">
                  <c:v>3217.95</c:v>
                </c:pt>
                <c:pt idx="275">
                  <c:v>3281.78</c:v>
                </c:pt>
                <c:pt idx="276">
                  <c:v>3302.84</c:v>
                </c:pt>
                <c:pt idx="277">
                  <c:v>3267.93</c:v>
                </c:pt>
                <c:pt idx="278">
                  <c:v>3249.32</c:v>
                </c:pt>
                <c:pt idx="279">
                  <c:v>3240.08</c:v>
                </c:pt>
                <c:pt idx="280">
                  <c:v>3188.73</c:v>
                </c:pt>
                <c:pt idx="281">
                  <c:v>3156.42</c:v>
                </c:pt>
                <c:pt idx="282">
                  <c:v>3153.32</c:v>
                </c:pt>
                <c:pt idx="283">
                  <c:v>3197.2</c:v>
                </c:pt>
                <c:pt idx="284">
                  <c:v>3147.86</c:v>
                </c:pt>
                <c:pt idx="285">
                  <c:v>3186.1</c:v>
                </c:pt>
                <c:pt idx="286">
                  <c:v>3198.62</c:v>
                </c:pt>
                <c:pt idx="287">
                  <c:v>3131.88</c:v>
                </c:pt>
                <c:pt idx="288">
                  <c:v>3112.8</c:v>
                </c:pt>
                <c:pt idx="289">
                  <c:v>3041.01</c:v>
                </c:pt>
                <c:pt idx="290">
                  <c:v>3039.53</c:v>
                </c:pt>
                <c:pt idx="291">
                  <c:v>3054.39</c:v>
                </c:pt>
                <c:pt idx="292">
                  <c:v>3026.26</c:v>
                </c:pt>
                <c:pt idx="293">
                  <c:v>3012.95</c:v>
                </c:pt>
                <c:pt idx="294">
                  <c:v>3107.62</c:v>
                </c:pt>
                <c:pt idx="295">
                  <c:v>3100.58</c:v>
                </c:pt>
                <c:pt idx="296">
                  <c:v>3120.63</c:v>
                </c:pt>
                <c:pt idx="297">
                  <c:v>2976.21</c:v>
                </c:pt>
                <c:pt idx="298">
                  <c:v>3140.63</c:v>
                </c:pt>
                <c:pt idx="299">
                  <c:v>3085.9</c:v>
                </c:pt>
                <c:pt idx="300">
                  <c:v>3152.18</c:v>
                </c:pt>
                <c:pt idx="301">
                  <c:v>2873.47</c:v>
                </c:pt>
                <c:pt idx="302">
                  <c:v>2806.86</c:v>
                </c:pt>
                <c:pt idx="303">
                  <c:v>2772.18</c:v>
                </c:pt>
                <c:pt idx="304">
                  <c:v>2770.06</c:v>
                </c:pt>
                <c:pt idx="305">
                  <c:v>2731.45</c:v>
                </c:pt>
                <c:pt idx="306">
                  <c:v>2633.45</c:v>
                </c:pt>
                <c:pt idx="307">
                  <c:v>2553.5</c:v>
                </c:pt>
                <c:pt idx="308">
                  <c:v>2493.87</c:v>
                </c:pt>
                <c:pt idx="309">
                  <c:v>2416.5</c:v>
                </c:pt>
                <c:pt idx="310">
                  <c:v>2267.15</c:v>
                </c:pt>
                <c:pt idx="311">
                  <c:v>2360.81</c:v>
                </c:pt>
                <c:pt idx="312">
                  <c:v>2341.5300000000002</c:v>
                </c:pt>
                <c:pt idx="313">
                  <c:v>2391.96</c:v>
                </c:pt>
                <c:pt idx="314">
                  <c:v>2327.89</c:v>
                </c:pt>
                <c:pt idx="315">
                  <c:v>2278.79</c:v>
                </c:pt>
                <c:pt idx="316">
                  <c:v>2412.4</c:v>
                </c:pt>
                <c:pt idx="317">
                  <c:v>2396.69</c:v>
                </c:pt>
                <c:pt idx="318">
                  <c:v>2368.25</c:v>
                </c:pt>
                <c:pt idx="319">
                  <c:v>2353.8000000000002</c:v>
                </c:pt>
                <c:pt idx="320">
                  <c:v>2304.59</c:v>
                </c:pt>
                <c:pt idx="321">
                  <c:v>2407.4899999999998</c:v>
                </c:pt>
                <c:pt idx="322">
                  <c:v>2351.67</c:v>
                </c:pt>
                <c:pt idx="323">
                  <c:v>2249.37</c:v>
                </c:pt>
                <c:pt idx="324">
                  <c:v>2200.44</c:v>
                </c:pt>
                <c:pt idx="325">
                  <c:v>2201.19</c:v>
                </c:pt>
                <c:pt idx="326" formatCode="#,##0">
                  <c:v>2150.25</c:v>
                </c:pt>
                <c:pt idx="327">
                  <c:v>2152.41</c:v>
                </c:pt>
                <c:pt idx="328">
                  <c:v>2134.65</c:v>
                </c:pt>
                <c:pt idx="329">
                  <c:v>2141.3200000000002</c:v>
                </c:pt>
                <c:pt idx="330">
                  <c:v>2132.3000000000002</c:v>
                </c:pt>
                <c:pt idx="331">
                  <c:v>2181.87</c:v>
                </c:pt>
                <c:pt idx="332">
                  <c:v>2029.6</c:v>
                </c:pt>
                <c:pt idx="333">
                  <c:v>1970.13</c:v>
                </c:pt>
                <c:pt idx="334">
                  <c:v>1927.28</c:v>
                </c:pt>
                <c:pt idx="335">
                  <c:v>1945.82</c:v>
                </c:pt>
                <c:pt idx="336">
                  <c:v>1947.56</c:v>
                </c:pt>
                <c:pt idx="337">
                  <c:v>1889.01</c:v>
                </c:pt>
                <c:pt idx="338">
                  <c:v>1914.53</c:v>
                </c:pt>
                <c:pt idx="339">
                  <c:v>1860.7</c:v>
                </c:pt>
                <c:pt idx="340">
                  <c:v>1725.44</c:v>
                </c:pt>
                <c:pt idx="341">
                  <c:v>1717.73</c:v>
                </c:pt>
                <c:pt idx="342" formatCode="#,##0">
                  <c:v>1566.15</c:v>
                </c:pt>
                <c:pt idx="343">
                  <c:v>1771.44</c:v>
                </c:pt>
                <c:pt idx="344">
                  <c:v>2040.22</c:v>
                </c:pt>
                <c:pt idx="345">
                  <c:v>1987.01</c:v>
                </c:pt>
                <c:pt idx="346">
                  <c:v>2162.84</c:v>
                </c:pt>
                <c:pt idx="347">
                  <c:v>2243.59</c:v>
                </c:pt>
                <c:pt idx="348">
                  <c:v>2211.9499999999998</c:v>
                </c:pt>
                <c:pt idx="349">
                  <c:v>2119.0100000000002</c:v>
                </c:pt>
                <c:pt idx="350">
                  <c:v>2246.13</c:v>
                </c:pt>
                <c:pt idx="351">
                  <c:v>2250.5700000000002</c:v>
                </c:pt>
                <c:pt idx="352">
                  <c:v>2206.39</c:v>
                </c:pt>
                <c:pt idx="353">
                  <c:v>2176.46</c:v>
                </c:pt>
                <c:pt idx="354">
                  <c:v>2204.21</c:v>
                </c:pt>
                <c:pt idx="355">
                  <c:v>2204.1799999999998</c:v>
                </c:pt>
                <c:pt idx="356">
                  <c:v>2170.25</c:v>
                </c:pt>
                <c:pt idx="357">
                  <c:v>2081.85</c:v>
                </c:pt>
                <c:pt idx="358">
                  <c:v>2087.96</c:v>
                </c:pt>
                <c:pt idx="359">
                  <c:v>2101.96</c:v>
                </c:pt>
                <c:pt idx="360">
                  <c:v>2162.1799999999998</c:v>
                </c:pt>
                <c:pt idx="361">
                  <c:v>2137.23</c:v>
                </c:pt>
                <c:pt idx="362">
                  <c:v>2100.1999999999998</c:v>
                </c:pt>
                <c:pt idx="363">
                  <c:v>2087.89</c:v>
                </c:pt>
                <c:pt idx="364">
                  <c:v>2060.69</c:v>
                </c:pt>
                <c:pt idx="365">
                  <c:v>2044.61</c:v>
                </c:pt>
                <c:pt idx="366">
                  <c:v>2020.69</c:v>
                </c:pt>
                <c:pt idx="367">
                  <c:v>2049.9299999999998</c:v>
                </c:pt>
                <c:pt idx="368">
                  <c:v>2091.52</c:v>
                </c:pt>
                <c:pt idx="369">
                  <c:v>2049.1999999999998</c:v>
                </c:pt>
                <c:pt idx="370">
                  <c:v>2009.13</c:v>
                </c:pt>
                <c:pt idx="371">
                  <c:v>1967.79</c:v>
                </c:pt>
                <c:pt idx="372">
                  <c:v>1948.3</c:v>
                </c:pt>
                <c:pt idx="373">
                  <c:v>1927.17</c:v>
                </c:pt>
                <c:pt idx="374">
                  <c:v>1937.75</c:v>
                </c:pt>
                <c:pt idx="375">
                  <c:v>1998.13</c:v>
                </c:pt>
                <c:pt idx="376">
                  <c:v>2066.2600000000002</c:v>
                </c:pt>
                <c:pt idx="377">
                  <c:v>2094.36</c:v>
                </c:pt>
                <c:pt idx="378">
                  <c:v>2086.66</c:v>
                </c:pt>
                <c:pt idx="379">
                  <c:v>2110.59</c:v>
                </c:pt>
                <c:pt idx="380">
                  <c:v>2130.62</c:v>
                </c:pt>
                <c:pt idx="381">
                  <c:v>2125.62</c:v>
                </c:pt>
                <c:pt idx="382">
                  <c:v>2095.41</c:v>
                </c:pt>
                <c:pt idx="383">
                  <c:v>2072.33</c:v>
                </c:pt>
                <c:pt idx="384">
                  <c:v>2041.74</c:v>
                </c:pt>
                <c:pt idx="385" formatCode="#,##0">
                  <c:v>2045.31</c:v>
                </c:pt>
                <c:pt idx="386">
                  <c:v>2055.8000000000002</c:v>
                </c:pt>
                <c:pt idx="387">
                  <c:v>2108.04</c:v>
                </c:pt>
                <c:pt idx="388">
                  <c:v>2196.3200000000002</c:v>
                </c:pt>
                <c:pt idx="389">
                  <c:v>2179.31</c:v>
                </c:pt>
                <c:pt idx="390">
                  <c:v>2216.15</c:v>
                </c:pt>
                <c:pt idx="391">
                  <c:v>2233.4499999999998</c:v>
                </c:pt>
                <c:pt idx="392">
                  <c:v>2209.61</c:v>
                </c:pt>
                <c:pt idx="393">
                  <c:v>2140.67</c:v>
                </c:pt>
                <c:pt idx="394">
                  <c:v>2186.9499999999998</c:v>
                </c:pt>
                <c:pt idx="395">
                  <c:v>2176.11</c:v>
                </c:pt>
                <c:pt idx="396">
                  <c:v>2137.44</c:v>
                </c:pt>
                <c:pt idx="397">
                  <c:v>2195.44</c:v>
                </c:pt>
                <c:pt idx="398">
                  <c:v>2230.5</c:v>
                </c:pt>
                <c:pt idx="399">
                  <c:v>2196.09</c:v>
                </c:pt>
                <c:pt idx="400">
                  <c:v>2177.0500000000002</c:v>
                </c:pt>
                <c:pt idx="401">
                  <c:v>2203.46</c:v>
                </c:pt>
                <c:pt idx="402">
                  <c:v>2177.73</c:v>
                </c:pt>
                <c:pt idx="403">
                  <c:v>2124.2800000000002</c:v>
                </c:pt>
                <c:pt idx="404">
                  <c:v>2075.5700000000002</c:v>
                </c:pt>
                <c:pt idx="405">
                  <c:v>2010.25</c:v>
                </c:pt>
                <c:pt idx="406">
                  <c:v>2041.04</c:v>
                </c:pt>
                <c:pt idx="407">
                  <c:v>2061.4899999999998</c:v>
                </c:pt>
                <c:pt idx="408">
                  <c:v>2069.38</c:v>
                </c:pt>
                <c:pt idx="409">
                  <c:v>2075.7600000000002</c:v>
                </c:pt>
                <c:pt idx="410">
                  <c:v>2096.86</c:v>
                </c:pt>
                <c:pt idx="411">
                  <c:v>2057.48</c:v>
                </c:pt>
                <c:pt idx="412">
                  <c:v>2092.4</c:v>
                </c:pt>
                <c:pt idx="413">
                  <c:v>2086.09</c:v>
                </c:pt>
                <c:pt idx="414" formatCode="#,##0">
                  <c:v>2096</c:v>
                </c:pt>
                <c:pt idx="415">
                  <c:v>2027.15</c:v>
                </c:pt>
                <c:pt idx="416">
                  <c:v>2156.2600000000002</c:v>
                </c:pt>
                <c:pt idx="417">
                  <c:v>2161.85</c:v>
                </c:pt>
                <c:pt idx="418">
                  <c:v>2267.52</c:v>
                </c:pt>
                <c:pt idx="419">
                  <c:v>2343.0700000000002</c:v>
                </c:pt>
                <c:pt idx="420">
                  <c:v>2339.17</c:v>
                </c:pt>
                <c:pt idx="421">
                  <c:v>2318.25</c:v>
                </c:pt>
                <c:pt idx="422">
                  <c:v>2281.58</c:v>
                </c:pt>
                <c:pt idx="423">
                  <c:v>2322.88</c:v>
                </c:pt>
                <c:pt idx="424">
                  <c:v>2293.21</c:v>
                </c:pt>
                <c:pt idx="425">
                  <c:v>2247.0500000000002</c:v>
                </c:pt>
                <c:pt idx="426">
                  <c:v>2282.79</c:v>
                </c:pt>
                <c:pt idx="427">
                  <c:v>2287.6799999999998</c:v>
                </c:pt>
                <c:pt idx="428">
                  <c:v>2294.9899999999998</c:v>
                </c:pt>
                <c:pt idx="429">
                  <c:v>2289.19</c:v>
                </c:pt>
                <c:pt idx="430">
                  <c:v>2310.9</c:v>
                </c:pt>
                <c:pt idx="431">
                  <c:v>2272.87</c:v>
                </c:pt>
                <c:pt idx="432">
                  <c:v>2326.13</c:v>
                </c:pt>
                <c:pt idx="433">
                  <c:v>2357.2199999999998</c:v>
                </c:pt>
                <c:pt idx="434">
                  <c:v>2404.04</c:v>
                </c:pt>
                <c:pt idx="435">
                  <c:v>2451.58</c:v>
                </c:pt>
                <c:pt idx="436">
                  <c:v>2438.96</c:v>
                </c:pt>
                <c:pt idx="437">
                  <c:v>2460.8000000000002</c:v>
                </c:pt>
                <c:pt idx="438">
                  <c:v>2460.65</c:v>
                </c:pt>
                <c:pt idx="439">
                  <c:v>2477.71</c:v>
                </c:pt>
                <c:pt idx="440">
                  <c:v>2461.38</c:v>
                </c:pt>
                <c:pt idx="441">
                  <c:v>2492.4</c:v>
                </c:pt>
                <c:pt idx="442">
                  <c:v>2476.33</c:v>
                </c:pt>
                <c:pt idx="443">
                  <c:v>2455.0700000000002</c:v>
                </c:pt>
                <c:pt idx="444">
                  <c:v>2429.58</c:v>
                </c:pt>
                <c:pt idx="445">
                  <c:v>2445.85</c:v>
                </c:pt>
                <c:pt idx="446">
                  <c:v>2416.7600000000002</c:v>
                </c:pt>
                <c:pt idx="447">
                  <c:v>2493.9699999999998</c:v>
                </c:pt>
                <c:pt idx="448">
                  <c:v>2459.4499999999998</c:v>
                </c:pt>
                <c:pt idx="449">
                  <c:v>2402.16</c:v>
                </c:pt>
                <c:pt idx="450">
                  <c:v>2451.52</c:v>
                </c:pt>
                <c:pt idx="451">
                  <c:v>2421.83</c:v>
                </c:pt>
                <c:pt idx="452">
                  <c:v>2363.77</c:v>
                </c:pt>
                <c:pt idx="453">
                  <c:v>2525.39</c:v>
                </c:pt>
                <c:pt idx="454">
                  <c:v>2574.7600000000002</c:v>
                </c:pt>
                <c:pt idx="455">
                  <c:v>2520.2600000000002</c:v>
                </c:pt>
                <c:pt idx="456">
                  <c:v>2496.42</c:v>
                </c:pt>
                <c:pt idx="457">
                  <c:v>2497.52</c:v>
                </c:pt>
                <c:pt idx="458">
                  <c:v>2467.4899999999998</c:v>
                </c:pt>
                <c:pt idx="459">
                  <c:v>2440.54</c:v>
                </c:pt>
                <c:pt idx="460">
                  <c:v>2482.0700000000002</c:v>
                </c:pt>
                <c:pt idx="461">
                  <c:v>2464</c:v>
                </c:pt>
                <c:pt idx="462">
                  <c:v>2475.41</c:v>
                </c:pt>
                <c:pt idx="463">
                  <c:v>2544.33</c:v>
                </c:pt>
                <c:pt idx="464">
                  <c:v>2533.9899999999998</c:v>
                </c:pt>
                <c:pt idx="465">
                  <c:v>2542.9499999999998</c:v>
                </c:pt>
                <c:pt idx="466">
                  <c:v>2557.9699999999998</c:v>
                </c:pt>
                <c:pt idx="467">
                  <c:v>2496.63</c:v>
                </c:pt>
                <c:pt idx="468">
                  <c:v>2489.54</c:v>
                </c:pt>
                <c:pt idx="469">
                  <c:v>2473.62</c:v>
                </c:pt>
                <c:pt idx="470">
                  <c:v>2394.4699999999998</c:v>
                </c:pt>
                <c:pt idx="471">
                  <c:v>2388.71</c:v>
                </c:pt>
                <c:pt idx="472">
                  <c:v>2386.0700000000002</c:v>
                </c:pt>
                <c:pt idx="473">
                  <c:v>2343.7199999999998</c:v>
                </c:pt>
                <c:pt idx="474" formatCode="#,##0">
                  <c:v>2357.69</c:v>
                </c:pt>
                <c:pt idx="475">
                  <c:v>2378.5100000000002</c:v>
                </c:pt>
                <c:pt idx="476">
                  <c:v>2358.37</c:v>
                </c:pt>
                <c:pt idx="477">
                  <c:v>2319.71</c:v>
                </c:pt>
                <c:pt idx="478">
                  <c:v>2395.4499999999998</c:v>
                </c:pt>
                <c:pt idx="479">
                  <c:v>2400.9899999999998</c:v>
                </c:pt>
                <c:pt idx="480">
                  <c:v>2450.06</c:v>
                </c:pt>
                <c:pt idx="481">
                  <c:v>2414.63</c:v>
                </c:pt>
                <c:pt idx="482">
                  <c:v>2379.87</c:v>
                </c:pt>
                <c:pt idx="483">
                  <c:v>2391.79</c:v>
                </c:pt>
                <c:pt idx="484">
                  <c:v>2378.6</c:v>
                </c:pt>
                <c:pt idx="485">
                  <c:v>2361.83</c:v>
                </c:pt>
                <c:pt idx="486">
                  <c:v>2381.69</c:v>
                </c:pt>
                <c:pt idx="487">
                  <c:v>2371.7199999999998</c:v>
                </c:pt>
                <c:pt idx="488">
                  <c:v>2355.3000000000002</c:v>
                </c:pt>
                <c:pt idx="489">
                  <c:v>2288.48</c:v>
                </c:pt>
                <c:pt idx="490">
                  <c:v>2286.02</c:v>
                </c:pt>
                <c:pt idx="491">
                  <c:v>2241.2399999999998</c:v>
                </c:pt>
                <c:pt idx="492">
                  <c:v>2205.44</c:v>
                </c:pt>
                <c:pt idx="493">
                  <c:v>2165.04</c:v>
                </c:pt>
                <c:pt idx="494">
                  <c:v>2134.88</c:v>
                </c:pt>
                <c:pt idx="495">
                  <c:v>2151.73</c:v>
                </c:pt>
                <c:pt idx="496">
                  <c:v>2160.23</c:v>
                </c:pt>
                <c:pt idx="497">
                  <c:v>2168.9499999999998</c:v>
                </c:pt>
                <c:pt idx="498">
                  <c:v>2164.58</c:v>
                </c:pt>
                <c:pt idx="499">
                  <c:v>2097.35</c:v>
                </c:pt>
                <c:pt idx="500">
                  <c:v>2078.75</c:v>
                </c:pt>
                <c:pt idx="501">
                  <c:v>2094.12</c:v>
                </c:pt>
                <c:pt idx="502">
                  <c:v>2080.58</c:v>
                </c:pt>
                <c:pt idx="503">
                  <c:v>2075.08</c:v>
                </c:pt>
                <c:pt idx="504">
                  <c:v>2073.16</c:v>
                </c:pt>
                <c:pt idx="505">
                  <c:v>2083.59</c:v>
                </c:pt>
                <c:pt idx="506">
                  <c:v>2065.61</c:v>
                </c:pt>
                <c:pt idx="507">
                  <c:v>2076.79</c:v>
                </c:pt>
                <c:pt idx="508">
                  <c:v>2049.12</c:v>
                </c:pt>
                <c:pt idx="509">
                  <c:v>2026.46</c:v>
                </c:pt>
                <c:pt idx="510">
                  <c:v>2035.9</c:v>
                </c:pt>
                <c:pt idx="511">
                  <c:v>2042.24</c:v>
                </c:pt>
                <c:pt idx="512">
                  <c:v>2024.69</c:v>
                </c:pt>
                <c:pt idx="513">
                  <c:v>1970.61</c:v>
                </c:pt>
                <c:pt idx="514">
                  <c:v>1974.46</c:v>
                </c:pt>
                <c:pt idx="515">
                  <c:v>1974.58</c:v>
                </c:pt>
                <c:pt idx="516">
                  <c:v>1984.43</c:v>
                </c:pt>
                <c:pt idx="517">
                  <c:v>1982.02</c:v>
                </c:pt>
                <c:pt idx="518">
                  <c:v>2019.42</c:v>
                </c:pt>
                <c:pt idx="519">
                  <c:v>2033</c:v>
                </c:pt>
                <c:pt idx="520">
                  <c:v>2022.66</c:v>
                </c:pt>
                <c:pt idx="521">
                  <c:v>2053.8000000000002</c:v>
                </c:pt>
                <c:pt idx="522">
                  <c:v>2043.63</c:v>
                </c:pt>
                <c:pt idx="523">
                  <c:v>2054.0700000000002</c:v>
                </c:pt>
                <c:pt idx="524">
                  <c:v>1999.36</c:v>
                </c:pt>
                <c:pt idx="525">
                  <c:v>2037.87</c:v>
                </c:pt>
                <c:pt idx="526">
                  <c:v>2038.31</c:v>
                </c:pt>
                <c:pt idx="527">
                  <c:v>2037.5</c:v>
                </c:pt>
                <c:pt idx="528">
                  <c:v>2056.2399999999998</c:v>
                </c:pt>
                <c:pt idx="529">
                  <c:v>2050.4699999999998</c:v>
                </c:pt>
                <c:pt idx="530">
                  <c:v>2017.94</c:v>
                </c:pt>
                <c:pt idx="531">
                  <c:v>2016.19</c:v>
                </c:pt>
                <c:pt idx="532">
                  <c:v>2010.34</c:v>
                </c:pt>
                <c:pt idx="533">
                  <c:v>2017.26</c:v>
                </c:pt>
                <c:pt idx="534">
                  <c:v>1963.1</c:v>
                </c:pt>
                <c:pt idx="535">
                  <c:v>1987.32</c:v>
                </c:pt>
                <c:pt idx="536">
                  <c:v>1925.24</c:v>
                </c:pt>
                <c:pt idx="537">
                  <c:v>1953.4</c:v>
                </c:pt>
                <c:pt idx="538">
                  <c:v>2017.63</c:v>
                </c:pt>
                <c:pt idx="539">
                  <c:v>1985.84</c:v>
                </c:pt>
                <c:pt idx="540">
                  <c:v>1969.17</c:v>
                </c:pt>
                <c:pt idx="541">
                  <c:v>1947.67</c:v>
                </c:pt>
                <c:pt idx="542">
                  <c:v>1966.99</c:v>
                </c:pt>
                <c:pt idx="543">
                  <c:v>1976.71</c:v>
                </c:pt>
                <c:pt idx="544">
                  <c:v>1994.15</c:v>
                </c:pt>
                <c:pt idx="545">
                  <c:v>2015.49</c:v>
                </c:pt>
                <c:pt idx="546">
                  <c:v>2014.71</c:v>
                </c:pt>
                <c:pt idx="547">
                  <c:v>1972.05</c:v>
                </c:pt>
                <c:pt idx="548">
                  <c:v>1973.57</c:v>
                </c:pt>
                <c:pt idx="549">
                  <c:v>1983.81</c:v>
                </c:pt>
                <c:pt idx="550">
                  <c:v>1992.12</c:v>
                </c:pt>
                <c:pt idx="551">
                  <c:v>1971.41</c:v>
                </c:pt>
                <c:pt idx="552">
                  <c:v>1955.63</c:v>
                </c:pt>
                <c:pt idx="553">
                  <c:v>1920.16</c:v>
                </c:pt>
                <c:pt idx="554">
                  <c:v>1916.24</c:v>
                </c:pt>
                <c:pt idx="555">
                  <c:v>1835.28</c:v>
                </c:pt>
                <c:pt idx="556">
                  <c:v>1917.79</c:v>
                </c:pt>
                <c:pt idx="557">
                  <c:v>1912.06</c:v>
                </c:pt>
                <c:pt idx="558">
                  <c:v>1879.43</c:v>
                </c:pt>
                <c:pt idx="559">
                  <c:v>1878.87</c:v>
                </c:pt>
                <c:pt idx="560">
                  <c:v>1917.62</c:v>
                </c:pt>
                <c:pt idx="561">
                  <c:v>1961.31</c:v>
                </c:pt>
                <c:pt idx="562">
                  <c:v>1990.65</c:v>
                </c:pt>
                <c:pt idx="563">
                  <c:v>1975.32</c:v>
                </c:pt>
                <c:pt idx="564">
                  <c:v>1948.62</c:v>
                </c:pt>
                <c:pt idx="565">
                  <c:v>1974.4</c:v>
                </c:pt>
                <c:pt idx="566">
                  <c:v>2028.99</c:v>
                </c:pt>
                <c:pt idx="567">
                  <c:v>1989.86</c:v>
                </c:pt>
                <c:pt idx="568">
                  <c:v>1973.29</c:v>
                </c:pt>
                <c:pt idx="569">
                  <c:v>2041.07</c:v>
                </c:pt>
                <c:pt idx="570">
                  <c:v>2029.47</c:v>
                </c:pt>
                <c:pt idx="571">
                  <c:v>2040.4</c:v>
                </c:pt>
                <c:pt idx="572">
                  <c:v>2030.26</c:v>
                </c:pt>
                <c:pt idx="573">
                  <c:v>2019.53</c:v>
                </c:pt>
                <c:pt idx="574">
                  <c:v>1969.68</c:v>
                </c:pt>
                <c:pt idx="575">
                  <c:v>1942.85</c:v>
                </c:pt>
                <c:pt idx="576">
                  <c:v>1995.95</c:v>
                </c:pt>
                <c:pt idx="577">
                  <c:v>1941.37</c:v>
                </c:pt>
                <c:pt idx="578">
                  <c:v>1886.04</c:v>
                </c:pt>
                <c:pt idx="579">
                  <c:v>1937.67</c:v>
                </c:pt>
                <c:pt idx="580">
                  <c:v>1876.07</c:v>
                </c:pt>
                <c:pt idx="581">
                  <c:v>1983.46</c:v>
                </c:pt>
                <c:pt idx="582">
                  <c:v>2010.23</c:v>
                </c:pt>
                <c:pt idx="583">
                  <c:v>2030.16</c:v>
                </c:pt>
                <c:pt idx="584">
                  <c:v>2045.96</c:v>
                </c:pt>
                <c:pt idx="585">
                  <c:v>2076.79</c:v>
                </c:pt>
                <c:pt idx="586">
                  <c:v>2031.17</c:v>
                </c:pt>
                <c:pt idx="587">
                  <c:v>2104.41</c:v>
                </c:pt>
                <c:pt idx="588">
                  <c:v>2090.2600000000002</c:v>
                </c:pt>
                <c:pt idx="589">
                  <c:v>2046.96</c:v>
                </c:pt>
                <c:pt idx="590">
                  <c:v>2052.17</c:v>
                </c:pt>
                <c:pt idx="591">
                  <c:v>2068.1</c:v>
                </c:pt>
                <c:pt idx="592">
                  <c:v>2114.8000000000002</c:v>
                </c:pt>
                <c:pt idx="593">
                  <c:v>2146.1</c:v>
                </c:pt>
                <c:pt idx="594">
                  <c:v>2106.5</c:v>
                </c:pt>
                <c:pt idx="595">
                  <c:v>2085.52</c:v>
                </c:pt>
                <c:pt idx="596">
                  <c:v>2127.17</c:v>
                </c:pt>
                <c:pt idx="597">
                  <c:v>2159.8000000000002</c:v>
                </c:pt>
                <c:pt idx="598">
                  <c:v>2143.5</c:v>
                </c:pt>
                <c:pt idx="599">
                  <c:v>2087.7600000000002</c:v>
                </c:pt>
                <c:pt idx="600">
                  <c:v>2045.42</c:v>
                </c:pt>
                <c:pt idx="601">
                  <c:v>2019.8</c:v>
                </c:pt>
                <c:pt idx="602">
                  <c:v>2037.24</c:v>
                </c:pt>
                <c:pt idx="603">
                  <c:v>1985.79</c:v>
                </c:pt>
                <c:pt idx="604">
                  <c:v>2012.94</c:v>
                </c:pt>
                <c:pt idx="605">
                  <c:v>1985.8</c:v>
                </c:pt>
                <c:pt idx="606">
                  <c:v>1961.45</c:v>
                </c:pt>
                <c:pt idx="607">
                  <c:v>1957.5</c:v>
                </c:pt>
                <c:pt idx="608">
                  <c:v>1955.52</c:v>
                </c:pt>
                <c:pt idx="609">
                  <c:v>1949.26</c:v>
                </c:pt>
                <c:pt idx="610">
                  <c:v>1936.09</c:v>
                </c:pt>
                <c:pt idx="611">
                  <c:v>1888.13</c:v>
                </c:pt>
                <c:pt idx="612">
                  <c:v>1924.7</c:v>
                </c:pt>
                <c:pt idx="613">
                  <c:v>1926.44</c:v>
                </c:pt>
                <c:pt idx="614">
                  <c:v>1948.16</c:v>
                </c:pt>
                <c:pt idx="615">
                  <c:v>1929.98</c:v>
                </c:pt>
                <c:pt idx="616">
                  <c:v>1921.71</c:v>
                </c:pt>
                <c:pt idx="617">
                  <c:v>1986.62</c:v>
                </c:pt>
                <c:pt idx="618">
                  <c:v>1980.78</c:v>
                </c:pt>
                <c:pt idx="619">
                  <c:v>1964.84</c:v>
                </c:pt>
                <c:pt idx="620">
                  <c:v>1945.14</c:v>
                </c:pt>
                <c:pt idx="621">
                  <c:v>1939.87</c:v>
                </c:pt>
                <c:pt idx="622">
                  <c:v>1964.43</c:v>
                </c:pt>
                <c:pt idx="623">
                  <c:v>1925.69</c:v>
                </c:pt>
                <c:pt idx="624">
                  <c:v>1900.66</c:v>
                </c:pt>
                <c:pt idx="625">
                  <c:v>1940.92</c:v>
                </c:pt>
                <c:pt idx="626">
                  <c:v>1976.16</c:v>
                </c:pt>
                <c:pt idx="627">
                  <c:v>2031.64</c:v>
                </c:pt>
                <c:pt idx="628">
                  <c:v>2053.8200000000002</c:v>
                </c:pt>
                <c:pt idx="629">
                  <c:v>2041.86</c:v>
                </c:pt>
                <c:pt idx="630">
                  <c:v>2049.41</c:v>
                </c:pt>
                <c:pt idx="631">
                  <c:v>2068.54</c:v>
                </c:pt>
                <c:pt idx="632">
                  <c:v>2056.6999999999998</c:v>
                </c:pt>
                <c:pt idx="633">
                  <c:v>2063.2199999999998</c:v>
                </c:pt>
                <c:pt idx="634">
                  <c:v>2031.1</c:v>
                </c:pt>
                <c:pt idx="635">
                  <c:v>2073.1</c:v>
                </c:pt>
                <c:pt idx="636">
                  <c:v>2033.85</c:v>
                </c:pt>
                <c:pt idx="637">
                  <c:v>2019.42</c:v>
                </c:pt>
                <c:pt idx="638">
                  <c:v>1988.74</c:v>
                </c:pt>
                <c:pt idx="639">
                  <c:v>2009.66</c:v>
                </c:pt>
                <c:pt idx="640">
                  <c:v>1988.51</c:v>
                </c:pt>
                <c:pt idx="641">
                  <c:v>1968.07</c:v>
                </c:pt>
                <c:pt idx="642">
                  <c:v>1990.85</c:v>
                </c:pt>
                <c:pt idx="643">
                  <c:v>1995.48</c:v>
                </c:pt>
                <c:pt idx="644">
                  <c:v>1994.96</c:v>
                </c:pt>
                <c:pt idx="645">
                  <c:v>2017.17</c:v>
                </c:pt>
                <c:pt idx="646">
                  <c:v>2013.44</c:v>
                </c:pt>
                <c:pt idx="647">
                  <c:v>1956.55</c:v>
                </c:pt>
                <c:pt idx="648">
                  <c:v>1959.44</c:v>
                </c:pt>
                <c:pt idx="649">
                  <c:v>1971.66</c:v>
                </c:pt>
                <c:pt idx="650">
                  <c:v>2004.28</c:v>
                </c:pt>
                <c:pt idx="651">
                  <c:v>1997.44</c:v>
                </c:pt>
                <c:pt idx="652">
                  <c:v>1988.09</c:v>
                </c:pt>
                <c:pt idx="653">
                  <c:v>1981</c:v>
                </c:pt>
                <c:pt idx="654">
                  <c:v>1934.94</c:v>
                </c:pt>
                <c:pt idx="655">
                  <c:v>1919.9</c:v>
                </c:pt>
                <c:pt idx="656">
                  <c:v>1974.68</c:v>
                </c:pt>
                <c:pt idx="657">
                  <c:v>1979.99</c:v>
                </c:pt>
                <c:pt idx="658">
                  <c:v>1957.83</c:v>
                </c:pt>
                <c:pt idx="659">
                  <c:v>1940.28</c:v>
                </c:pt>
                <c:pt idx="660">
                  <c:v>1922.5</c:v>
                </c:pt>
                <c:pt idx="661">
                  <c:v>1941.15</c:v>
                </c:pt>
                <c:pt idx="662">
                  <c:v>1940.56</c:v>
                </c:pt>
                <c:pt idx="663">
                  <c:v>1944.48</c:v>
                </c:pt>
                <c:pt idx="664">
                  <c:v>1938.54</c:v>
                </c:pt>
                <c:pt idx="665">
                  <c:v>1946.14</c:v>
                </c:pt>
                <c:pt idx="666">
                  <c:v>2002.28</c:v>
                </c:pt>
                <c:pt idx="667">
                  <c:v>1983.35</c:v>
                </c:pt>
                <c:pt idx="668">
                  <c:v>1962.91</c:v>
                </c:pt>
                <c:pt idx="669">
                  <c:v>1980.41</c:v>
                </c:pt>
                <c:pt idx="670">
                  <c:v>2044.87</c:v>
                </c:pt>
                <c:pt idx="671">
                  <c:v>2006.23</c:v>
                </c:pt>
                <c:pt idx="672">
                  <c:v>2005.64</c:v>
                </c:pt>
                <c:pt idx="673">
                  <c:v>1984.87</c:v>
                </c:pt>
                <c:pt idx="674">
                  <c:v>2039.42</c:v>
                </c:pt>
                <c:pt idx="675">
                  <c:v>2034.39</c:v>
                </c:pt>
                <c:pt idx="676">
                  <c:v>2052.4</c:v>
                </c:pt>
                <c:pt idx="677">
                  <c:v>2024.9</c:v>
                </c:pt>
                <c:pt idx="678">
                  <c:v>1996.98</c:v>
                </c:pt>
                <c:pt idx="679">
                  <c:v>2011.8</c:v>
                </c:pt>
                <c:pt idx="680">
                  <c:v>2005.58</c:v>
                </c:pt>
                <c:pt idx="681">
                  <c:v>1994.32</c:v>
                </c:pt>
                <c:pt idx="682">
                  <c:v>1955.31</c:v>
                </c:pt>
                <c:pt idx="683">
                  <c:v>1926.36</c:v>
                </c:pt>
                <c:pt idx="684">
                  <c:v>1870.16</c:v>
                </c:pt>
                <c:pt idx="685">
                  <c:v>1920.11</c:v>
                </c:pt>
                <c:pt idx="686">
                  <c:v>1880.71</c:v>
                </c:pt>
                <c:pt idx="687">
                  <c:v>1923.38</c:v>
                </c:pt>
                <c:pt idx="688">
                  <c:v>1910.81</c:v>
                </c:pt>
                <c:pt idx="689">
                  <c:v>1871.41</c:v>
                </c:pt>
                <c:pt idx="690">
                  <c:v>1869.98</c:v>
                </c:pt>
                <c:pt idx="691">
                  <c:v>1833.31</c:v>
                </c:pt>
                <c:pt idx="692">
                  <c:v>1863.32</c:v>
                </c:pt>
                <c:pt idx="693">
                  <c:v>1822.83</c:v>
                </c:pt>
                <c:pt idx="694">
                  <c:v>1889.24</c:v>
                </c:pt>
                <c:pt idx="695">
                  <c:v>1923.85</c:v>
                </c:pt>
                <c:pt idx="696">
                  <c:v>2001.05</c:v>
                </c:pt>
                <c:pt idx="697">
                  <c:v>1973.45</c:v>
                </c:pt>
                <c:pt idx="698">
                  <c:v>1986.81</c:v>
                </c:pt>
                <c:pt idx="699">
                  <c:v>1944.75</c:v>
                </c:pt>
                <c:pt idx="700">
                  <c:v>1965.71</c:v>
                </c:pt>
                <c:pt idx="701">
                  <c:v>1944.56</c:v>
                </c:pt>
                <c:pt idx="702">
                  <c:v>1906.75</c:v>
                </c:pt>
                <c:pt idx="703">
                  <c:v>1924.23</c:v>
                </c:pt>
                <c:pt idx="704">
                  <c:v>1927.23</c:v>
                </c:pt>
                <c:pt idx="705">
                  <c:v>2004.89</c:v>
                </c:pt>
                <c:pt idx="706">
                  <c:v>1948.71</c:v>
                </c:pt>
                <c:pt idx="707">
                  <c:v>1986.5</c:v>
                </c:pt>
                <c:pt idx="708">
                  <c:v>2006.01</c:v>
                </c:pt>
                <c:pt idx="709">
                  <c:v>2026.49</c:v>
                </c:pt>
                <c:pt idx="710">
                  <c:v>2018.89</c:v>
                </c:pt>
                <c:pt idx="711">
                  <c:v>1981.18</c:v>
                </c:pt>
                <c:pt idx="712">
                  <c:v>1950.9</c:v>
                </c:pt>
                <c:pt idx="713" formatCode="#,##0">
                  <c:v>1957.79</c:v>
                </c:pt>
                <c:pt idx="714">
                  <c:v>1946.69</c:v>
                </c:pt>
                <c:pt idx="715">
                  <c:v>1987.85</c:v>
                </c:pt>
                <c:pt idx="716">
                  <c:v>1996.67</c:v>
                </c:pt>
                <c:pt idx="717">
                  <c:v>2011.94</c:v>
                </c:pt>
                <c:pt idx="718">
                  <c:v>1997.05</c:v>
                </c:pt>
                <c:pt idx="719">
                  <c:v>1980.42</c:v>
                </c:pt>
                <c:pt idx="720">
                  <c:v>1995.04</c:v>
                </c:pt>
                <c:pt idx="721">
                  <c:v>1957.45</c:v>
                </c:pt>
                <c:pt idx="722">
                  <c:v>1932.9</c:v>
                </c:pt>
                <c:pt idx="723">
                  <c:v>1911.33</c:v>
                </c:pt>
                <c:pt idx="724">
                  <c:v>1860.83</c:v>
                </c:pt>
                <c:pt idx="725">
                  <c:v>1904.41</c:v>
                </c:pt>
                <c:pt idx="726">
                  <c:v>1918.72</c:v>
                </c:pt>
                <c:pt idx="727">
                  <c:v>1891.43</c:v>
                </c:pt>
                <c:pt idx="728">
                  <c:v>1943.84</c:v>
                </c:pt>
                <c:pt idx="729">
                  <c:v>1933.26</c:v>
                </c:pt>
                <c:pt idx="730">
                  <c:v>1995.17</c:v>
                </c:pt>
                <c:pt idx="731">
                  <c:v>1996.21</c:v>
                </c:pt>
                <c:pt idx="732">
                  <c:v>2002.37</c:v>
                </c:pt>
                <c:pt idx="733">
                  <c:v>2007.58</c:v>
                </c:pt>
                <c:pt idx="734">
                  <c:v>1929.58</c:v>
                </c:pt>
                <c:pt idx="735">
                  <c:v>1905.12</c:v>
                </c:pt>
                <c:pt idx="736">
                  <c:v>1919.81</c:v>
                </c:pt>
                <c:pt idx="737">
                  <c:v>1946.54</c:v>
                </c:pt>
                <c:pt idx="738">
                  <c:v>1946.4</c:v>
                </c:pt>
                <c:pt idx="739">
                  <c:v>1848.68</c:v>
                </c:pt>
                <c:pt idx="740">
                  <c:v>1829.16</c:v>
                </c:pt>
                <c:pt idx="741">
                  <c:v>1822.93</c:v>
                </c:pt>
                <c:pt idx="742">
                  <c:v>1812.89</c:v>
                </c:pt>
                <c:pt idx="743">
                  <c:v>1858.2</c:v>
                </c:pt>
                <c:pt idx="744">
                  <c:v>1854.01</c:v>
                </c:pt>
                <c:pt idx="745">
                  <c:v>1847.39</c:v>
                </c:pt>
                <c:pt idx="746">
                  <c:v>1858.16</c:v>
                </c:pt>
                <c:pt idx="747">
                  <c:v>1835.64</c:v>
                </c:pt>
                <c:pt idx="748">
                  <c:v>1834.51</c:v>
                </c:pt>
                <c:pt idx="749">
                  <c:v>1824.17</c:v>
                </c:pt>
                <c:pt idx="750">
                  <c:v>1782.46</c:v>
                </c:pt>
                <c:pt idx="751">
                  <c:v>1917.13</c:v>
                </c:pt>
                <c:pt idx="752">
                  <c:v>1989.15</c:v>
                </c:pt>
                <c:pt idx="753">
                  <c:v>1975.35</c:v>
                </c:pt>
                <c:pt idx="754">
                  <c:v>1974.65</c:v>
                </c:pt>
                <c:pt idx="755">
                  <c:v>2008.91</c:v>
                </c:pt>
                <c:pt idx="756">
                  <c:v>2029.03</c:v>
                </c:pt>
                <c:pt idx="757">
                  <c:v>2014.04</c:v>
                </c:pt>
                <c:pt idx="758">
                  <c:v>2026.83</c:v>
                </c:pt>
                <c:pt idx="759">
                  <c:v>2034.44</c:v>
                </c:pt>
                <c:pt idx="760">
                  <c:v>2018.3</c:v>
                </c:pt>
                <c:pt idx="761">
                  <c:v>2034.63</c:v>
                </c:pt>
                <c:pt idx="762">
                  <c:v>2019.89</c:v>
                </c:pt>
                <c:pt idx="763">
                  <c:v>2023.47</c:v>
                </c:pt>
                <c:pt idx="764">
                  <c:v>1993.71</c:v>
                </c:pt>
                <c:pt idx="765">
                  <c:v>1972.34</c:v>
                </c:pt>
                <c:pt idx="766">
                  <c:v>1964.83</c:v>
                </c:pt>
                <c:pt idx="767">
                  <c:v>1949.89</c:v>
                </c:pt>
                <c:pt idx="768">
                  <c:v>1875.68</c:v>
                </c:pt>
                <c:pt idx="769">
                  <c:v>1843.14</c:v>
                </c:pt>
                <c:pt idx="770">
                  <c:v>1825.74</c:v>
                </c:pt>
                <c:pt idx="771">
                  <c:v>1867.22</c:v>
                </c:pt>
                <c:pt idx="772">
                  <c:v>1839.96</c:v>
                </c:pt>
                <c:pt idx="773" formatCode="#,##0">
                  <c:v>1874.75</c:v>
                </c:pt>
                <c:pt idx="774">
                  <c:v>1916.04</c:v>
                </c:pt>
                <c:pt idx="775">
                  <c:v>1776.4</c:v>
                </c:pt>
                <c:pt idx="776">
                  <c:v>1839.17</c:v>
                </c:pt>
                <c:pt idx="777">
                  <c:v>1863.45</c:v>
                </c:pt>
                <c:pt idx="778">
                  <c:v>1928.41</c:v>
                </c:pt>
                <c:pt idx="779">
                  <c:v>1929.48</c:v>
                </c:pt>
                <c:pt idx="780">
                  <c:v>1838.38</c:v>
                </c:pt>
                <c:pt idx="781">
                  <c:v>1835.4</c:v>
                </c:pt>
                <c:pt idx="782">
                  <c:v>1759.77</c:v>
                </c:pt>
                <c:pt idx="783">
                  <c:v>1769.65</c:v>
                </c:pt>
                <c:pt idx="784">
                  <c:v>1697.44</c:v>
                </c:pt>
                <c:pt idx="785">
                  <c:v>1840.1</c:v>
                </c:pt>
                <c:pt idx="786">
                  <c:v>1812.93</c:v>
                </c:pt>
                <c:pt idx="787">
                  <c:v>1867.75</c:v>
                </c:pt>
                <c:pt idx="788">
                  <c:v>1778.95</c:v>
                </c:pt>
                <c:pt idx="789">
                  <c:v>1744.88</c:v>
                </c:pt>
                <c:pt idx="790">
                  <c:v>1793.31</c:v>
                </c:pt>
                <c:pt idx="791">
                  <c:v>1943.75</c:v>
                </c:pt>
                <c:pt idx="792">
                  <c:v>2133.21</c:v>
                </c:pt>
                <c:pt idx="793">
                  <c:v>2171.23</c:v>
                </c:pt>
                <c:pt idx="794">
                  <c:v>2145.1999999999998</c:v>
                </c:pt>
                <c:pt idx="795">
                  <c:v>2180.35</c:v>
                </c:pt>
                <c:pt idx="796">
                  <c:v>2125.7399999999998</c:v>
                </c:pt>
                <c:pt idx="797">
                  <c:v>2090.81</c:v>
                </c:pt>
                <c:pt idx="798">
                  <c:v>2031.93</c:v>
                </c:pt>
                <c:pt idx="799">
                  <c:v>2046.67</c:v>
                </c:pt>
                <c:pt idx="800">
                  <c:v>2113.4699999999998</c:v>
                </c:pt>
                <c:pt idx="801">
                  <c:v>2100.2399999999998</c:v>
                </c:pt>
                <c:pt idx="802">
                  <c:v>2111.5</c:v>
                </c:pt>
                <c:pt idx="803">
                  <c:v>2120.08</c:v>
                </c:pt>
                <c:pt idx="804">
                  <c:v>2147.4499999999998</c:v>
                </c:pt>
                <c:pt idx="805">
                  <c:v>2192.36</c:v>
                </c:pt>
                <c:pt idx="806">
                  <c:v>2197.8200000000002</c:v>
                </c:pt>
                <c:pt idx="807">
                  <c:v>2140.5</c:v>
                </c:pt>
                <c:pt idx="808">
                  <c:v>2127.9699999999998</c:v>
                </c:pt>
                <c:pt idx="809">
                  <c:v>2121.0100000000002</c:v>
                </c:pt>
                <c:pt idx="810">
                  <c:v>2054.04</c:v>
                </c:pt>
                <c:pt idx="811">
                  <c:v>1981.13</c:v>
                </c:pt>
                <c:pt idx="812">
                  <c:v>1955.54</c:v>
                </c:pt>
                <c:pt idx="813">
                  <c:v>2004.68</c:v>
                </c:pt>
                <c:pt idx="814">
                  <c:v>1963.43</c:v>
                </c:pt>
                <c:pt idx="815">
                  <c:v>2013.14</c:v>
                </c:pt>
                <c:pt idx="816">
                  <c:v>1977.19</c:v>
                </c:pt>
                <c:pt idx="817">
                  <c:v>2072.0300000000002</c:v>
                </c:pt>
                <c:pt idx="818">
                  <c:v>2107.87</c:v>
                </c:pt>
                <c:pt idx="819">
                  <c:v>2069.92</c:v>
                </c:pt>
                <c:pt idx="820">
                  <c:v>2108.17</c:v>
                </c:pt>
                <c:pt idx="821">
                  <c:v>2086.1999999999998</c:v>
                </c:pt>
                <c:pt idx="822">
                  <c:v>2051</c:v>
                </c:pt>
                <c:pt idx="823">
                  <c:v>2029.6</c:v>
                </c:pt>
                <c:pt idx="824">
                  <c:v>2026.3</c:v>
                </c:pt>
                <c:pt idx="825">
                  <c:v>1986.14</c:v>
                </c:pt>
                <c:pt idx="826">
                  <c:v>1957.26</c:v>
                </c:pt>
                <c:pt idx="827">
                  <c:v>1901.8</c:v>
                </c:pt>
                <c:pt idx="828">
                  <c:v>1940.96</c:v>
                </c:pt>
                <c:pt idx="829">
                  <c:v>1913.12</c:v>
                </c:pt>
                <c:pt idx="830">
                  <c:v>1938.96</c:v>
                </c:pt>
                <c:pt idx="831">
                  <c:v>1882.95</c:v>
                </c:pt>
                <c:pt idx="832">
                  <c:v>1897.31</c:v>
                </c:pt>
                <c:pt idx="833">
                  <c:v>1902.29</c:v>
                </c:pt>
                <c:pt idx="834">
                  <c:v>1897.07</c:v>
                </c:pt>
                <c:pt idx="835">
                  <c:v>1876.73</c:v>
                </c:pt>
                <c:pt idx="836">
                  <c:v>1846.6</c:v>
                </c:pt>
                <c:pt idx="837">
                  <c:v>1827.35</c:v>
                </c:pt>
                <c:pt idx="838">
                  <c:v>1802.58</c:v>
                </c:pt>
                <c:pt idx="839">
                  <c:v>1780.02</c:v>
                </c:pt>
                <c:pt idx="840">
                  <c:v>1729.56</c:v>
                </c:pt>
                <c:pt idx="841">
                  <c:v>1775.54</c:v>
                </c:pt>
                <c:pt idx="842">
                  <c:v>1746.24</c:v>
                </c:pt>
                <c:pt idx="843">
                  <c:v>1783.83</c:v>
                </c:pt>
                <c:pt idx="844">
                  <c:v>1759.33</c:v>
                </c:pt>
                <c:pt idx="845">
                  <c:v>1758.06</c:v>
                </c:pt>
                <c:pt idx="846">
                  <c:v>1738.45</c:v>
                </c:pt>
                <c:pt idx="847">
                  <c:v>1723.01</c:v>
                </c:pt>
                <c:pt idx="848">
                  <c:v>1671.82</c:v>
                </c:pt>
                <c:pt idx="849">
                  <c:v>1729.84</c:v>
                </c:pt>
                <c:pt idx="850">
                  <c:v>1711.95</c:v>
                </c:pt>
                <c:pt idx="851">
                  <c:v>1675.34</c:v>
                </c:pt>
                <c:pt idx="852">
                  <c:v>1664.13</c:v>
                </c:pt>
                <c:pt idx="853">
                  <c:v>1622.78</c:v>
                </c:pt>
                <c:pt idx="854">
                  <c:v>1600.18</c:v>
                </c:pt>
                <c:pt idx="855">
                  <c:v>1695.63</c:v>
                </c:pt>
                <c:pt idx="856">
                  <c:v>1647.5</c:v>
                </c:pt>
                <c:pt idx="857">
                  <c:v>1741.56</c:v>
                </c:pt>
                <c:pt idx="858">
                  <c:v>1737.03</c:v>
                </c:pt>
                <c:pt idx="859">
                  <c:v>1734.49</c:v>
                </c:pt>
                <c:pt idx="860">
                  <c:v>1724.47</c:v>
                </c:pt>
                <c:pt idx="861">
                  <c:v>1723.49</c:v>
                </c:pt>
                <c:pt idx="862">
                  <c:v>1697.72</c:v>
                </c:pt>
                <c:pt idx="863">
                  <c:v>1686.11</c:v>
                </c:pt>
                <c:pt idx="864">
                  <c:v>1662.74</c:v>
                </c:pt>
                <c:pt idx="865">
                  <c:v>1634.57</c:v>
                </c:pt>
                <c:pt idx="866">
                  <c:v>1594.58</c:v>
                </c:pt>
                <c:pt idx="867">
                  <c:v>1593.9</c:v>
                </c:pt>
                <c:pt idx="868">
                  <c:v>1593.66</c:v>
                </c:pt>
                <c:pt idx="869">
                  <c:v>1567.12</c:v>
                </c:pt>
                <c:pt idx="870">
                  <c:v>1602.43</c:v>
                </c:pt>
                <c:pt idx="871">
                  <c:v>1684.35</c:v>
                </c:pt>
                <c:pt idx="872">
                  <c:v>1701.8</c:v>
                </c:pt>
                <c:pt idx="873">
                  <c:v>1695.26</c:v>
                </c:pt>
                <c:pt idx="874">
                  <c:v>1682.77</c:v>
                </c:pt>
                <c:pt idx="875">
                  <c:v>1682.34</c:v>
                </c:pt>
                <c:pt idx="876">
                  <c:v>1647.04</c:v>
                </c:pt>
                <c:pt idx="877">
                  <c:v>1656.9</c:v>
                </c:pt>
                <c:pt idx="878">
                  <c:v>1624.76</c:v>
                </c:pt>
                <c:pt idx="879">
                  <c:v>1524.5</c:v>
                </c:pt>
                <c:pt idx="880">
                  <c:v>1620.6</c:v>
                </c:pt>
                <c:pt idx="881">
                  <c:v>1571.99</c:v>
                </c:pt>
                <c:pt idx="882">
                  <c:v>1572.46</c:v>
                </c:pt>
                <c:pt idx="883">
                  <c:v>1580.69</c:v>
                </c:pt>
                <c:pt idx="884">
                  <c:v>1640.17</c:v>
                </c:pt>
                <c:pt idx="885">
                  <c:v>1640.36</c:v>
                </c:pt>
                <c:pt idx="886">
                  <c:v>1646.79</c:v>
                </c:pt>
                <c:pt idx="887">
                  <c:v>1644.63</c:v>
                </c:pt>
                <c:pt idx="888">
                  <c:v>1691.48</c:v>
                </c:pt>
                <c:pt idx="889">
                  <c:v>1699.71</c:v>
                </c:pt>
                <c:pt idx="890">
                  <c:v>1651.7</c:v>
                </c:pt>
                <c:pt idx="891">
                  <c:v>1608.9</c:v>
                </c:pt>
                <c:pt idx="892">
                  <c:v>1607.94</c:v>
                </c:pt>
                <c:pt idx="893">
                  <c:v>1580.98</c:v>
                </c:pt>
                <c:pt idx="894">
                  <c:v>1591.41</c:v>
                </c:pt>
                <c:pt idx="895">
                  <c:v>1576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93-4116-BDF0-1C3A36FCD2CF}"/>
            </c:ext>
          </c:extLst>
        </c:ser>
        <c:ser>
          <c:idx val="2"/>
          <c:order val="1"/>
          <c:tx>
            <c:strRef>
              <c:f>data!$P$13</c:f>
              <c:strCache>
                <c:ptCount val="1"/>
                <c:pt idx="0">
                  <c:v>14x</c:v>
                </c:pt>
              </c:strCache>
            </c:strRef>
          </c:tx>
          <c:spPr>
            <a:ln w="12700">
              <a:solidFill>
                <a:srgbClr val="A6A6A6"/>
              </a:solidFill>
              <a:prstDash val="solid"/>
            </a:ln>
          </c:spPr>
          <c:marker>
            <c:symbol val="none"/>
          </c:marker>
          <c:cat>
            <c:numRef>
              <c:f>data!$A$15:$A$910</c:f>
              <c:numCache>
                <c:formatCode>m/d/yyyy</c:formatCode>
                <c:ptCount val="896"/>
                <c:pt idx="0">
                  <c:v>46303</c:v>
                </c:pt>
                <c:pt idx="1">
                  <c:v>46297</c:v>
                </c:pt>
                <c:pt idx="2">
                  <c:v>46288</c:v>
                </c:pt>
                <c:pt idx="3">
                  <c:v>46283</c:v>
                </c:pt>
                <c:pt idx="4">
                  <c:v>46276</c:v>
                </c:pt>
                <c:pt idx="5">
                  <c:v>46269</c:v>
                </c:pt>
                <c:pt idx="6">
                  <c:v>46262</c:v>
                </c:pt>
                <c:pt idx="7">
                  <c:v>46255</c:v>
                </c:pt>
                <c:pt idx="8">
                  <c:v>46248</c:v>
                </c:pt>
                <c:pt idx="9">
                  <c:v>46241</c:v>
                </c:pt>
                <c:pt idx="10">
                  <c:v>46234</c:v>
                </c:pt>
                <c:pt idx="11">
                  <c:v>46227</c:v>
                </c:pt>
                <c:pt idx="12">
                  <c:v>46219</c:v>
                </c:pt>
                <c:pt idx="13">
                  <c:v>46213</c:v>
                </c:pt>
                <c:pt idx="14">
                  <c:v>46206</c:v>
                </c:pt>
                <c:pt idx="15">
                  <c:v>46199</c:v>
                </c:pt>
                <c:pt idx="16">
                  <c:v>46192</c:v>
                </c:pt>
                <c:pt idx="17">
                  <c:v>46185</c:v>
                </c:pt>
                <c:pt idx="18">
                  <c:v>46178</c:v>
                </c:pt>
                <c:pt idx="19">
                  <c:v>46171</c:v>
                </c:pt>
                <c:pt idx="20">
                  <c:v>46164</c:v>
                </c:pt>
                <c:pt idx="21">
                  <c:v>46157</c:v>
                </c:pt>
                <c:pt idx="22">
                  <c:v>46150</c:v>
                </c:pt>
                <c:pt idx="23">
                  <c:v>46142</c:v>
                </c:pt>
                <c:pt idx="24">
                  <c:v>46136</c:v>
                </c:pt>
                <c:pt idx="25">
                  <c:v>46129</c:v>
                </c:pt>
                <c:pt idx="26">
                  <c:v>46122</c:v>
                </c:pt>
                <c:pt idx="27">
                  <c:v>46115</c:v>
                </c:pt>
                <c:pt idx="28">
                  <c:v>46108</c:v>
                </c:pt>
                <c:pt idx="29">
                  <c:v>46101</c:v>
                </c:pt>
                <c:pt idx="30">
                  <c:v>46094</c:v>
                </c:pt>
                <c:pt idx="31">
                  <c:v>46087</c:v>
                </c:pt>
                <c:pt idx="32">
                  <c:v>46080</c:v>
                </c:pt>
                <c:pt idx="33">
                  <c:v>46073</c:v>
                </c:pt>
                <c:pt idx="34">
                  <c:v>46066</c:v>
                </c:pt>
                <c:pt idx="35">
                  <c:v>46059</c:v>
                </c:pt>
                <c:pt idx="36">
                  <c:v>46052</c:v>
                </c:pt>
                <c:pt idx="37">
                  <c:v>46045</c:v>
                </c:pt>
                <c:pt idx="38">
                  <c:v>46038</c:v>
                </c:pt>
                <c:pt idx="39">
                  <c:v>46031</c:v>
                </c:pt>
                <c:pt idx="40">
                  <c:v>46024</c:v>
                </c:pt>
                <c:pt idx="41">
                  <c:v>46017</c:v>
                </c:pt>
                <c:pt idx="42">
                  <c:v>46010</c:v>
                </c:pt>
                <c:pt idx="43">
                  <c:v>46003</c:v>
                </c:pt>
                <c:pt idx="44">
                  <c:v>45996</c:v>
                </c:pt>
                <c:pt idx="45">
                  <c:v>45989</c:v>
                </c:pt>
                <c:pt idx="46">
                  <c:v>45982</c:v>
                </c:pt>
                <c:pt idx="47">
                  <c:v>45975</c:v>
                </c:pt>
                <c:pt idx="48">
                  <c:v>45968</c:v>
                </c:pt>
                <c:pt idx="49">
                  <c:v>45961</c:v>
                </c:pt>
                <c:pt idx="50">
                  <c:v>45954</c:v>
                </c:pt>
                <c:pt idx="51">
                  <c:v>45947</c:v>
                </c:pt>
                <c:pt idx="52">
                  <c:v>45940</c:v>
                </c:pt>
                <c:pt idx="53">
                  <c:v>45932</c:v>
                </c:pt>
                <c:pt idx="54">
                  <c:v>45926</c:v>
                </c:pt>
                <c:pt idx="55">
                  <c:v>45919</c:v>
                </c:pt>
                <c:pt idx="56">
                  <c:v>45912</c:v>
                </c:pt>
                <c:pt idx="57">
                  <c:v>45905</c:v>
                </c:pt>
                <c:pt idx="58">
                  <c:v>45898</c:v>
                </c:pt>
                <c:pt idx="59">
                  <c:v>45891</c:v>
                </c:pt>
                <c:pt idx="60">
                  <c:v>45883</c:v>
                </c:pt>
                <c:pt idx="61">
                  <c:v>45877</c:v>
                </c:pt>
                <c:pt idx="62">
                  <c:v>45870</c:v>
                </c:pt>
                <c:pt idx="63">
                  <c:v>45863</c:v>
                </c:pt>
                <c:pt idx="64">
                  <c:v>45856</c:v>
                </c:pt>
                <c:pt idx="65">
                  <c:v>45849</c:v>
                </c:pt>
                <c:pt idx="66">
                  <c:v>45842</c:v>
                </c:pt>
                <c:pt idx="67">
                  <c:v>45835</c:v>
                </c:pt>
                <c:pt idx="68">
                  <c:v>45828</c:v>
                </c:pt>
                <c:pt idx="69">
                  <c:v>45821</c:v>
                </c:pt>
                <c:pt idx="70">
                  <c:v>45813</c:v>
                </c:pt>
                <c:pt idx="71">
                  <c:v>45807</c:v>
                </c:pt>
                <c:pt idx="72">
                  <c:v>45800</c:v>
                </c:pt>
                <c:pt idx="73">
                  <c:v>45793</c:v>
                </c:pt>
                <c:pt idx="74">
                  <c:v>45786</c:v>
                </c:pt>
                <c:pt idx="75">
                  <c:v>45779</c:v>
                </c:pt>
                <c:pt idx="76">
                  <c:v>45772</c:v>
                </c:pt>
                <c:pt idx="77">
                  <c:v>45765</c:v>
                </c:pt>
                <c:pt idx="78">
                  <c:v>45758</c:v>
                </c:pt>
                <c:pt idx="79">
                  <c:v>45751</c:v>
                </c:pt>
                <c:pt idx="80">
                  <c:v>45744</c:v>
                </c:pt>
                <c:pt idx="81">
                  <c:v>45737</c:v>
                </c:pt>
                <c:pt idx="82">
                  <c:v>45730</c:v>
                </c:pt>
                <c:pt idx="83">
                  <c:v>45723</c:v>
                </c:pt>
                <c:pt idx="84">
                  <c:v>45716</c:v>
                </c:pt>
                <c:pt idx="85">
                  <c:v>45709</c:v>
                </c:pt>
                <c:pt idx="86">
                  <c:v>45702</c:v>
                </c:pt>
                <c:pt idx="87">
                  <c:v>45695</c:v>
                </c:pt>
                <c:pt idx="88">
                  <c:v>45688</c:v>
                </c:pt>
                <c:pt idx="89">
                  <c:v>45681</c:v>
                </c:pt>
                <c:pt idx="90">
                  <c:v>45674</c:v>
                </c:pt>
                <c:pt idx="91">
                  <c:v>45667</c:v>
                </c:pt>
                <c:pt idx="92">
                  <c:v>45660</c:v>
                </c:pt>
                <c:pt idx="93">
                  <c:v>45653</c:v>
                </c:pt>
                <c:pt idx="94">
                  <c:v>45646</c:v>
                </c:pt>
                <c:pt idx="95">
                  <c:v>45639</c:v>
                </c:pt>
                <c:pt idx="96">
                  <c:v>45632</c:v>
                </c:pt>
                <c:pt idx="97">
                  <c:v>45625</c:v>
                </c:pt>
                <c:pt idx="98">
                  <c:v>45618</c:v>
                </c:pt>
                <c:pt idx="99">
                  <c:v>45611</c:v>
                </c:pt>
                <c:pt idx="100">
                  <c:v>45604</c:v>
                </c:pt>
                <c:pt idx="101">
                  <c:v>45597</c:v>
                </c:pt>
                <c:pt idx="102">
                  <c:v>45590</c:v>
                </c:pt>
                <c:pt idx="103">
                  <c:v>45583</c:v>
                </c:pt>
                <c:pt idx="104">
                  <c:v>45576</c:v>
                </c:pt>
                <c:pt idx="105">
                  <c:v>45569</c:v>
                </c:pt>
                <c:pt idx="106">
                  <c:v>45562</c:v>
                </c:pt>
                <c:pt idx="107">
                  <c:v>45555</c:v>
                </c:pt>
                <c:pt idx="108">
                  <c:v>45548</c:v>
                </c:pt>
                <c:pt idx="109">
                  <c:v>45541</c:v>
                </c:pt>
                <c:pt idx="110">
                  <c:v>45534</c:v>
                </c:pt>
                <c:pt idx="111">
                  <c:v>45527</c:v>
                </c:pt>
                <c:pt idx="112">
                  <c:v>45520</c:v>
                </c:pt>
                <c:pt idx="113">
                  <c:v>45513</c:v>
                </c:pt>
                <c:pt idx="114">
                  <c:v>45506</c:v>
                </c:pt>
                <c:pt idx="115">
                  <c:v>45499</c:v>
                </c:pt>
                <c:pt idx="116">
                  <c:v>45492</c:v>
                </c:pt>
                <c:pt idx="117">
                  <c:v>45485</c:v>
                </c:pt>
                <c:pt idx="118">
                  <c:v>45478</c:v>
                </c:pt>
                <c:pt idx="119">
                  <c:v>45471</c:v>
                </c:pt>
                <c:pt idx="120">
                  <c:v>45464</c:v>
                </c:pt>
                <c:pt idx="121">
                  <c:v>45457</c:v>
                </c:pt>
                <c:pt idx="122">
                  <c:v>45450</c:v>
                </c:pt>
                <c:pt idx="123">
                  <c:v>45443</c:v>
                </c:pt>
                <c:pt idx="124">
                  <c:v>45436</c:v>
                </c:pt>
                <c:pt idx="125">
                  <c:v>45429</c:v>
                </c:pt>
                <c:pt idx="126">
                  <c:v>45422</c:v>
                </c:pt>
                <c:pt idx="127">
                  <c:v>45415</c:v>
                </c:pt>
                <c:pt idx="128">
                  <c:v>45408</c:v>
                </c:pt>
                <c:pt idx="129">
                  <c:v>45401</c:v>
                </c:pt>
                <c:pt idx="130">
                  <c:v>45394</c:v>
                </c:pt>
                <c:pt idx="131">
                  <c:v>45387</c:v>
                </c:pt>
                <c:pt idx="132">
                  <c:v>45380</c:v>
                </c:pt>
                <c:pt idx="133">
                  <c:v>45373</c:v>
                </c:pt>
                <c:pt idx="134">
                  <c:v>45366</c:v>
                </c:pt>
                <c:pt idx="135">
                  <c:v>45359</c:v>
                </c:pt>
                <c:pt idx="136">
                  <c:v>45351</c:v>
                </c:pt>
                <c:pt idx="137">
                  <c:v>45345</c:v>
                </c:pt>
                <c:pt idx="138">
                  <c:v>45338</c:v>
                </c:pt>
                <c:pt idx="139">
                  <c:v>45330</c:v>
                </c:pt>
                <c:pt idx="140">
                  <c:v>45324</c:v>
                </c:pt>
                <c:pt idx="141">
                  <c:v>45317</c:v>
                </c:pt>
                <c:pt idx="142">
                  <c:v>45310</c:v>
                </c:pt>
                <c:pt idx="143">
                  <c:v>45303</c:v>
                </c:pt>
                <c:pt idx="144">
                  <c:v>45296</c:v>
                </c:pt>
                <c:pt idx="145">
                  <c:v>45288</c:v>
                </c:pt>
                <c:pt idx="146">
                  <c:v>45282</c:v>
                </c:pt>
                <c:pt idx="147">
                  <c:v>45275</c:v>
                </c:pt>
                <c:pt idx="148">
                  <c:v>45268</c:v>
                </c:pt>
                <c:pt idx="149">
                  <c:v>45261</c:v>
                </c:pt>
                <c:pt idx="150">
                  <c:v>45254</c:v>
                </c:pt>
                <c:pt idx="151">
                  <c:v>45247</c:v>
                </c:pt>
                <c:pt idx="152">
                  <c:v>45240</c:v>
                </c:pt>
                <c:pt idx="153">
                  <c:v>45233</c:v>
                </c:pt>
                <c:pt idx="154">
                  <c:v>45226</c:v>
                </c:pt>
                <c:pt idx="155">
                  <c:v>45219</c:v>
                </c:pt>
                <c:pt idx="156">
                  <c:v>45212</c:v>
                </c:pt>
                <c:pt idx="157">
                  <c:v>45205</c:v>
                </c:pt>
                <c:pt idx="158">
                  <c:v>45196</c:v>
                </c:pt>
                <c:pt idx="159">
                  <c:v>45191</c:v>
                </c:pt>
                <c:pt idx="160">
                  <c:v>45184</c:v>
                </c:pt>
                <c:pt idx="161">
                  <c:v>45177</c:v>
                </c:pt>
                <c:pt idx="162">
                  <c:v>45170</c:v>
                </c:pt>
                <c:pt idx="163">
                  <c:v>45163</c:v>
                </c:pt>
                <c:pt idx="164">
                  <c:v>45156</c:v>
                </c:pt>
                <c:pt idx="165">
                  <c:v>45149</c:v>
                </c:pt>
                <c:pt idx="166">
                  <c:v>45142</c:v>
                </c:pt>
                <c:pt idx="167">
                  <c:v>45135</c:v>
                </c:pt>
                <c:pt idx="168">
                  <c:v>45128</c:v>
                </c:pt>
                <c:pt idx="169">
                  <c:v>45121</c:v>
                </c:pt>
                <c:pt idx="170">
                  <c:v>45114</c:v>
                </c:pt>
                <c:pt idx="171">
                  <c:v>45107</c:v>
                </c:pt>
                <c:pt idx="172">
                  <c:v>45100</c:v>
                </c:pt>
                <c:pt idx="173">
                  <c:v>45093</c:v>
                </c:pt>
                <c:pt idx="174">
                  <c:v>45086</c:v>
                </c:pt>
                <c:pt idx="175">
                  <c:v>45079</c:v>
                </c:pt>
                <c:pt idx="176">
                  <c:v>45072</c:v>
                </c:pt>
                <c:pt idx="177">
                  <c:v>45065</c:v>
                </c:pt>
                <c:pt idx="178">
                  <c:v>45058</c:v>
                </c:pt>
                <c:pt idx="179">
                  <c:v>45050</c:v>
                </c:pt>
                <c:pt idx="180">
                  <c:v>45044</c:v>
                </c:pt>
                <c:pt idx="181">
                  <c:v>45037</c:v>
                </c:pt>
                <c:pt idx="182">
                  <c:v>45030</c:v>
                </c:pt>
                <c:pt idx="183">
                  <c:v>45023</c:v>
                </c:pt>
                <c:pt idx="184">
                  <c:v>45016</c:v>
                </c:pt>
                <c:pt idx="185">
                  <c:v>45009</c:v>
                </c:pt>
                <c:pt idx="186">
                  <c:v>45002</c:v>
                </c:pt>
                <c:pt idx="187">
                  <c:v>44995</c:v>
                </c:pt>
                <c:pt idx="188">
                  <c:v>44988</c:v>
                </c:pt>
                <c:pt idx="189">
                  <c:v>44981</c:v>
                </c:pt>
                <c:pt idx="190">
                  <c:v>44974</c:v>
                </c:pt>
                <c:pt idx="191">
                  <c:v>44967</c:v>
                </c:pt>
                <c:pt idx="192">
                  <c:v>44960</c:v>
                </c:pt>
                <c:pt idx="193">
                  <c:v>44953</c:v>
                </c:pt>
                <c:pt idx="194">
                  <c:v>44946</c:v>
                </c:pt>
                <c:pt idx="195">
                  <c:v>44939</c:v>
                </c:pt>
                <c:pt idx="196">
                  <c:v>44932</c:v>
                </c:pt>
                <c:pt idx="197">
                  <c:v>44924</c:v>
                </c:pt>
                <c:pt idx="198">
                  <c:v>44918</c:v>
                </c:pt>
                <c:pt idx="199">
                  <c:v>44911</c:v>
                </c:pt>
                <c:pt idx="200">
                  <c:v>44904</c:v>
                </c:pt>
                <c:pt idx="201">
                  <c:v>44897</c:v>
                </c:pt>
                <c:pt idx="202">
                  <c:v>44890</c:v>
                </c:pt>
                <c:pt idx="203">
                  <c:v>44883</c:v>
                </c:pt>
                <c:pt idx="204">
                  <c:v>44876</c:v>
                </c:pt>
                <c:pt idx="205">
                  <c:v>44869</c:v>
                </c:pt>
                <c:pt idx="206">
                  <c:v>44862</c:v>
                </c:pt>
                <c:pt idx="207">
                  <c:v>44855</c:v>
                </c:pt>
                <c:pt idx="208">
                  <c:v>44848</c:v>
                </c:pt>
                <c:pt idx="209">
                  <c:v>44841</c:v>
                </c:pt>
                <c:pt idx="210">
                  <c:v>44834</c:v>
                </c:pt>
                <c:pt idx="211">
                  <c:v>44827</c:v>
                </c:pt>
                <c:pt idx="212">
                  <c:v>44820</c:v>
                </c:pt>
                <c:pt idx="213">
                  <c:v>44812</c:v>
                </c:pt>
                <c:pt idx="214">
                  <c:v>44806</c:v>
                </c:pt>
                <c:pt idx="215">
                  <c:v>44799</c:v>
                </c:pt>
                <c:pt idx="216">
                  <c:v>44792</c:v>
                </c:pt>
                <c:pt idx="217">
                  <c:v>44785</c:v>
                </c:pt>
                <c:pt idx="218">
                  <c:v>44778</c:v>
                </c:pt>
                <c:pt idx="219">
                  <c:v>44771</c:v>
                </c:pt>
                <c:pt idx="220">
                  <c:v>44764</c:v>
                </c:pt>
                <c:pt idx="221">
                  <c:v>44757</c:v>
                </c:pt>
                <c:pt idx="222">
                  <c:v>44750</c:v>
                </c:pt>
                <c:pt idx="223">
                  <c:v>44743</c:v>
                </c:pt>
                <c:pt idx="224">
                  <c:v>44736</c:v>
                </c:pt>
                <c:pt idx="225">
                  <c:v>44729</c:v>
                </c:pt>
                <c:pt idx="226">
                  <c:v>44722</c:v>
                </c:pt>
                <c:pt idx="227">
                  <c:v>44715</c:v>
                </c:pt>
                <c:pt idx="228">
                  <c:v>44708</c:v>
                </c:pt>
                <c:pt idx="229">
                  <c:v>44701</c:v>
                </c:pt>
                <c:pt idx="230">
                  <c:v>44694</c:v>
                </c:pt>
                <c:pt idx="231">
                  <c:v>44687</c:v>
                </c:pt>
                <c:pt idx="232">
                  <c:v>44680</c:v>
                </c:pt>
                <c:pt idx="233">
                  <c:v>44673</c:v>
                </c:pt>
                <c:pt idx="234">
                  <c:v>44666</c:v>
                </c:pt>
                <c:pt idx="235">
                  <c:v>44659</c:v>
                </c:pt>
                <c:pt idx="236">
                  <c:v>44652</c:v>
                </c:pt>
                <c:pt idx="237">
                  <c:v>44645</c:v>
                </c:pt>
                <c:pt idx="238">
                  <c:v>44638</c:v>
                </c:pt>
                <c:pt idx="239">
                  <c:v>44631</c:v>
                </c:pt>
                <c:pt idx="240">
                  <c:v>44624</c:v>
                </c:pt>
                <c:pt idx="241">
                  <c:v>44617</c:v>
                </c:pt>
                <c:pt idx="242">
                  <c:v>44610</c:v>
                </c:pt>
                <c:pt idx="243">
                  <c:v>44603</c:v>
                </c:pt>
                <c:pt idx="244">
                  <c:v>44596</c:v>
                </c:pt>
                <c:pt idx="245">
                  <c:v>44589</c:v>
                </c:pt>
                <c:pt idx="246">
                  <c:v>44582</c:v>
                </c:pt>
                <c:pt idx="247">
                  <c:v>44575</c:v>
                </c:pt>
                <c:pt idx="248">
                  <c:v>44568</c:v>
                </c:pt>
                <c:pt idx="249">
                  <c:v>44560</c:v>
                </c:pt>
                <c:pt idx="250">
                  <c:v>44554</c:v>
                </c:pt>
                <c:pt idx="251">
                  <c:v>44547</c:v>
                </c:pt>
                <c:pt idx="252">
                  <c:v>44540</c:v>
                </c:pt>
                <c:pt idx="253">
                  <c:v>44533</c:v>
                </c:pt>
                <c:pt idx="254">
                  <c:v>44526</c:v>
                </c:pt>
                <c:pt idx="255">
                  <c:v>44519</c:v>
                </c:pt>
                <c:pt idx="256">
                  <c:v>44512</c:v>
                </c:pt>
                <c:pt idx="257">
                  <c:v>44505</c:v>
                </c:pt>
                <c:pt idx="258">
                  <c:v>44498</c:v>
                </c:pt>
                <c:pt idx="259">
                  <c:v>44491</c:v>
                </c:pt>
                <c:pt idx="260">
                  <c:v>44484</c:v>
                </c:pt>
                <c:pt idx="261">
                  <c:v>44477</c:v>
                </c:pt>
                <c:pt idx="262">
                  <c:v>44470</c:v>
                </c:pt>
                <c:pt idx="263">
                  <c:v>44463</c:v>
                </c:pt>
                <c:pt idx="264">
                  <c:v>44456</c:v>
                </c:pt>
                <c:pt idx="265">
                  <c:v>44449</c:v>
                </c:pt>
                <c:pt idx="266">
                  <c:v>44442</c:v>
                </c:pt>
                <c:pt idx="267">
                  <c:v>44435</c:v>
                </c:pt>
                <c:pt idx="268">
                  <c:v>44428</c:v>
                </c:pt>
                <c:pt idx="269">
                  <c:v>44421</c:v>
                </c:pt>
                <c:pt idx="270">
                  <c:v>44414</c:v>
                </c:pt>
                <c:pt idx="271">
                  <c:v>44407</c:v>
                </c:pt>
                <c:pt idx="272">
                  <c:v>44400</c:v>
                </c:pt>
                <c:pt idx="273">
                  <c:v>44393</c:v>
                </c:pt>
                <c:pt idx="274">
                  <c:v>44386</c:v>
                </c:pt>
                <c:pt idx="275">
                  <c:v>44379</c:v>
                </c:pt>
                <c:pt idx="276">
                  <c:v>44372</c:v>
                </c:pt>
                <c:pt idx="277">
                  <c:v>44365</c:v>
                </c:pt>
                <c:pt idx="278">
                  <c:v>44358</c:v>
                </c:pt>
                <c:pt idx="279">
                  <c:v>44351</c:v>
                </c:pt>
                <c:pt idx="280">
                  <c:v>44344</c:v>
                </c:pt>
                <c:pt idx="281">
                  <c:v>44337</c:v>
                </c:pt>
                <c:pt idx="282">
                  <c:v>44330</c:v>
                </c:pt>
                <c:pt idx="283">
                  <c:v>44323</c:v>
                </c:pt>
                <c:pt idx="284">
                  <c:v>44316</c:v>
                </c:pt>
                <c:pt idx="285">
                  <c:v>44309</c:v>
                </c:pt>
                <c:pt idx="286">
                  <c:v>44302</c:v>
                </c:pt>
                <c:pt idx="287">
                  <c:v>44295</c:v>
                </c:pt>
                <c:pt idx="288">
                  <c:v>44288</c:v>
                </c:pt>
                <c:pt idx="289">
                  <c:v>44281</c:v>
                </c:pt>
                <c:pt idx="290">
                  <c:v>44274</c:v>
                </c:pt>
                <c:pt idx="291">
                  <c:v>44267</c:v>
                </c:pt>
                <c:pt idx="292">
                  <c:v>44260</c:v>
                </c:pt>
                <c:pt idx="293">
                  <c:v>44253</c:v>
                </c:pt>
                <c:pt idx="294">
                  <c:v>44246</c:v>
                </c:pt>
                <c:pt idx="295">
                  <c:v>44237</c:v>
                </c:pt>
                <c:pt idx="296">
                  <c:v>44232</c:v>
                </c:pt>
                <c:pt idx="297">
                  <c:v>44225</c:v>
                </c:pt>
                <c:pt idx="298">
                  <c:v>44218</c:v>
                </c:pt>
                <c:pt idx="299">
                  <c:v>44211</c:v>
                </c:pt>
                <c:pt idx="300">
                  <c:v>44204</c:v>
                </c:pt>
                <c:pt idx="301">
                  <c:v>44195</c:v>
                </c:pt>
                <c:pt idx="302">
                  <c:v>44189</c:v>
                </c:pt>
                <c:pt idx="303">
                  <c:v>44183</c:v>
                </c:pt>
                <c:pt idx="304">
                  <c:v>44176</c:v>
                </c:pt>
                <c:pt idx="305">
                  <c:v>44169</c:v>
                </c:pt>
                <c:pt idx="306">
                  <c:v>44162</c:v>
                </c:pt>
                <c:pt idx="307">
                  <c:v>44155</c:v>
                </c:pt>
                <c:pt idx="308">
                  <c:v>44148</c:v>
                </c:pt>
                <c:pt idx="309">
                  <c:v>44141</c:v>
                </c:pt>
                <c:pt idx="310">
                  <c:v>44134</c:v>
                </c:pt>
                <c:pt idx="311">
                  <c:v>44127</c:v>
                </c:pt>
                <c:pt idx="312">
                  <c:v>44120</c:v>
                </c:pt>
                <c:pt idx="313">
                  <c:v>44112</c:v>
                </c:pt>
                <c:pt idx="314">
                  <c:v>44103</c:v>
                </c:pt>
                <c:pt idx="315">
                  <c:v>44099</c:v>
                </c:pt>
                <c:pt idx="316">
                  <c:v>44092</c:v>
                </c:pt>
                <c:pt idx="317">
                  <c:v>44085</c:v>
                </c:pt>
                <c:pt idx="318">
                  <c:v>44078</c:v>
                </c:pt>
                <c:pt idx="319">
                  <c:v>44071</c:v>
                </c:pt>
                <c:pt idx="320">
                  <c:v>44064</c:v>
                </c:pt>
                <c:pt idx="321">
                  <c:v>44057</c:v>
                </c:pt>
                <c:pt idx="322">
                  <c:v>44050</c:v>
                </c:pt>
                <c:pt idx="323">
                  <c:v>44043</c:v>
                </c:pt>
                <c:pt idx="324">
                  <c:v>44036</c:v>
                </c:pt>
                <c:pt idx="325">
                  <c:v>44029</c:v>
                </c:pt>
                <c:pt idx="326">
                  <c:v>44022</c:v>
                </c:pt>
                <c:pt idx="327">
                  <c:v>44015</c:v>
                </c:pt>
                <c:pt idx="328">
                  <c:v>44008</c:v>
                </c:pt>
                <c:pt idx="329">
                  <c:v>44001</c:v>
                </c:pt>
                <c:pt idx="330">
                  <c:v>43994</c:v>
                </c:pt>
                <c:pt idx="331">
                  <c:v>43987</c:v>
                </c:pt>
                <c:pt idx="332">
                  <c:v>43980</c:v>
                </c:pt>
                <c:pt idx="333">
                  <c:v>43973</c:v>
                </c:pt>
                <c:pt idx="334">
                  <c:v>43966</c:v>
                </c:pt>
                <c:pt idx="335">
                  <c:v>43959</c:v>
                </c:pt>
                <c:pt idx="336">
                  <c:v>43950</c:v>
                </c:pt>
                <c:pt idx="337">
                  <c:v>43945</c:v>
                </c:pt>
                <c:pt idx="338">
                  <c:v>43938</c:v>
                </c:pt>
                <c:pt idx="339">
                  <c:v>43931</c:v>
                </c:pt>
                <c:pt idx="340">
                  <c:v>43924</c:v>
                </c:pt>
                <c:pt idx="341">
                  <c:v>43917</c:v>
                </c:pt>
                <c:pt idx="342">
                  <c:v>43910</c:v>
                </c:pt>
                <c:pt idx="343">
                  <c:v>43903</c:v>
                </c:pt>
                <c:pt idx="344">
                  <c:v>43896</c:v>
                </c:pt>
                <c:pt idx="345">
                  <c:v>43889</c:v>
                </c:pt>
                <c:pt idx="346">
                  <c:v>43882</c:v>
                </c:pt>
                <c:pt idx="347">
                  <c:v>43875</c:v>
                </c:pt>
                <c:pt idx="348">
                  <c:v>43868</c:v>
                </c:pt>
                <c:pt idx="349">
                  <c:v>43861</c:v>
                </c:pt>
                <c:pt idx="350">
                  <c:v>43853</c:v>
                </c:pt>
                <c:pt idx="351">
                  <c:v>43847</c:v>
                </c:pt>
                <c:pt idx="352">
                  <c:v>43840</c:v>
                </c:pt>
                <c:pt idx="353">
                  <c:v>43833</c:v>
                </c:pt>
                <c:pt idx="354">
                  <c:v>43826</c:v>
                </c:pt>
                <c:pt idx="355">
                  <c:v>43819</c:v>
                </c:pt>
                <c:pt idx="356">
                  <c:v>43812</c:v>
                </c:pt>
                <c:pt idx="357">
                  <c:v>43805</c:v>
                </c:pt>
                <c:pt idx="358">
                  <c:v>43798</c:v>
                </c:pt>
                <c:pt idx="359">
                  <c:v>43791</c:v>
                </c:pt>
                <c:pt idx="360">
                  <c:v>43784</c:v>
                </c:pt>
                <c:pt idx="361">
                  <c:v>43777</c:v>
                </c:pt>
                <c:pt idx="362">
                  <c:v>43770</c:v>
                </c:pt>
                <c:pt idx="363">
                  <c:v>43763</c:v>
                </c:pt>
                <c:pt idx="364">
                  <c:v>43756</c:v>
                </c:pt>
                <c:pt idx="365">
                  <c:v>43749</c:v>
                </c:pt>
                <c:pt idx="366">
                  <c:v>43742</c:v>
                </c:pt>
                <c:pt idx="367">
                  <c:v>43735</c:v>
                </c:pt>
                <c:pt idx="368">
                  <c:v>43728</c:v>
                </c:pt>
                <c:pt idx="369">
                  <c:v>43719</c:v>
                </c:pt>
                <c:pt idx="370">
                  <c:v>43714</c:v>
                </c:pt>
                <c:pt idx="371">
                  <c:v>43707</c:v>
                </c:pt>
                <c:pt idx="372">
                  <c:v>43700</c:v>
                </c:pt>
                <c:pt idx="373">
                  <c:v>43693</c:v>
                </c:pt>
                <c:pt idx="374">
                  <c:v>43686</c:v>
                </c:pt>
                <c:pt idx="375">
                  <c:v>43679</c:v>
                </c:pt>
                <c:pt idx="376">
                  <c:v>43672</c:v>
                </c:pt>
                <c:pt idx="377">
                  <c:v>43665</c:v>
                </c:pt>
                <c:pt idx="378">
                  <c:v>43658</c:v>
                </c:pt>
                <c:pt idx="379">
                  <c:v>43651</c:v>
                </c:pt>
                <c:pt idx="380">
                  <c:v>43644</c:v>
                </c:pt>
                <c:pt idx="381">
                  <c:v>43637</c:v>
                </c:pt>
                <c:pt idx="382">
                  <c:v>43630</c:v>
                </c:pt>
                <c:pt idx="383">
                  <c:v>43623</c:v>
                </c:pt>
                <c:pt idx="384">
                  <c:v>43616</c:v>
                </c:pt>
                <c:pt idx="385">
                  <c:v>43609</c:v>
                </c:pt>
                <c:pt idx="386">
                  <c:v>43602</c:v>
                </c:pt>
                <c:pt idx="387">
                  <c:v>43595</c:v>
                </c:pt>
                <c:pt idx="388">
                  <c:v>43588</c:v>
                </c:pt>
                <c:pt idx="389">
                  <c:v>43581</c:v>
                </c:pt>
                <c:pt idx="390">
                  <c:v>43574</c:v>
                </c:pt>
                <c:pt idx="391">
                  <c:v>43567</c:v>
                </c:pt>
                <c:pt idx="392">
                  <c:v>43560</c:v>
                </c:pt>
                <c:pt idx="393">
                  <c:v>43553</c:v>
                </c:pt>
                <c:pt idx="394">
                  <c:v>43546</c:v>
                </c:pt>
                <c:pt idx="395">
                  <c:v>43539</c:v>
                </c:pt>
                <c:pt idx="396">
                  <c:v>43532</c:v>
                </c:pt>
                <c:pt idx="397">
                  <c:v>43524</c:v>
                </c:pt>
                <c:pt idx="398">
                  <c:v>43518</c:v>
                </c:pt>
                <c:pt idx="399">
                  <c:v>43511</c:v>
                </c:pt>
                <c:pt idx="400">
                  <c:v>43504</c:v>
                </c:pt>
                <c:pt idx="401">
                  <c:v>43497</c:v>
                </c:pt>
                <c:pt idx="402">
                  <c:v>43490</c:v>
                </c:pt>
                <c:pt idx="403">
                  <c:v>43483</c:v>
                </c:pt>
                <c:pt idx="404">
                  <c:v>43476</c:v>
                </c:pt>
                <c:pt idx="405">
                  <c:v>43469</c:v>
                </c:pt>
                <c:pt idx="406">
                  <c:v>43462</c:v>
                </c:pt>
                <c:pt idx="407">
                  <c:v>43455</c:v>
                </c:pt>
                <c:pt idx="408">
                  <c:v>43448</c:v>
                </c:pt>
                <c:pt idx="409">
                  <c:v>43441</c:v>
                </c:pt>
                <c:pt idx="410">
                  <c:v>43434</c:v>
                </c:pt>
                <c:pt idx="411">
                  <c:v>43427</c:v>
                </c:pt>
                <c:pt idx="412">
                  <c:v>43420</c:v>
                </c:pt>
                <c:pt idx="413">
                  <c:v>43413</c:v>
                </c:pt>
                <c:pt idx="414">
                  <c:v>43406</c:v>
                </c:pt>
                <c:pt idx="415">
                  <c:v>43399</c:v>
                </c:pt>
                <c:pt idx="416">
                  <c:v>43392</c:v>
                </c:pt>
                <c:pt idx="417">
                  <c:v>43385</c:v>
                </c:pt>
                <c:pt idx="418">
                  <c:v>43378</c:v>
                </c:pt>
                <c:pt idx="419">
                  <c:v>43371</c:v>
                </c:pt>
                <c:pt idx="420">
                  <c:v>43364</c:v>
                </c:pt>
                <c:pt idx="421">
                  <c:v>43357</c:v>
                </c:pt>
                <c:pt idx="422">
                  <c:v>43350</c:v>
                </c:pt>
                <c:pt idx="423">
                  <c:v>43343</c:v>
                </c:pt>
                <c:pt idx="424">
                  <c:v>43336</c:v>
                </c:pt>
                <c:pt idx="425">
                  <c:v>43329</c:v>
                </c:pt>
                <c:pt idx="426">
                  <c:v>43322</c:v>
                </c:pt>
                <c:pt idx="427">
                  <c:v>43315</c:v>
                </c:pt>
                <c:pt idx="428">
                  <c:v>43308</c:v>
                </c:pt>
                <c:pt idx="429">
                  <c:v>43301</c:v>
                </c:pt>
                <c:pt idx="430">
                  <c:v>43294</c:v>
                </c:pt>
                <c:pt idx="431">
                  <c:v>43287</c:v>
                </c:pt>
                <c:pt idx="432">
                  <c:v>43280</c:v>
                </c:pt>
                <c:pt idx="433">
                  <c:v>43273</c:v>
                </c:pt>
                <c:pt idx="434">
                  <c:v>43266</c:v>
                </c:pt>
                <c:pt idx="435">
                  <c:v>43259</c:v>
                </c:pt>
                <c:pt idx="436">
                  <c:v>43252</c:v>
                </c:pt>
                <c:pt idx="437">
                  <c:v>43245</c:v>
                </c:pt>
                <c:pt idx="438">
                  <c:v>43238</c:v>
                </c:pt>
                <c:pt idx="439">
                  <c:v>43231</c:v>
                </c:pt>
                <c:pt idx="440">
                  <c:v>43224</c:v>
                </c:pt>
                <c:pt idx="441">
                  <c:v>43217</c:v>
                </c:pt>
                <c:pt idx="442">
                  <c:v>43210</c:v>
                </c:pt>
                <c:pt idx="443">
                  <c:v>43203</c:v>
                </c:pt>
                <c:pt idx="444">
                  <c:v>43196</c:v>
                </c:pt>
                <c:pt idx="445">
                  <c:v>43189</c:v>
                </c:pt>
                <c:pt idx="446">
                  <c:v>43182</c:v>
                </c:pt>
                <c:pt idx="447">
                  <c:v>43175</c:v>
                </c:pt>
                <c:pt idx="448">
                  <c:v>43168</c:v>
                </c:pt>
                <c:pt idx="449">
                  <c:v>43161</c:v>
                </c:pt>
                <c:pt idx="450">
                  <c:v>43154</c:v>
                </c:pt>
                <c:pt idx="451">
                  <c:v>43145</c:v>
                </c:pt>
                <c:pt idx="452">
                  <c:v>43140</c:v>
                </c:pt>
                <c:pt idx="453">
                  <c:v>43133</c:v>
                </c:pt>
                <c:pt idx="454">
                  <c:v>43126</c:v>
                </c:pt>
                <c:pt idx="455">
                  <c:v>43119</c:v>
                </c:pt>
                <c:pt idx="456">
                  <c:v>43112</c:v>
                </c:pt>
                <c:pt idx="457">
                  <c:v>43105</c:v>
                </c:pt>
                <c:pt idx="458">
                  <c:v>43097</c:v>
                </c:pt>
                <c:pt idx="459">
                  <c:v>43091</c:v>
                </c:pt>
                <c:pt idx="460">
                  <c:v>43084</c:v>
                </c:pt>
                <c:pt idx="461">
                  <c:v>43077</c:v>
                </c:pt>
                <c:pt idx="462">
                  <c:v>43070</c:v>
                </c:pt>
                <c:pt idx="463">
                  <c:v>43063</c:v>
                </c:pt>
                <c:pt idx="464">
                  <c:v>43056</c:v>
                </c:pt>
                <c:pt idx="465">
                  <c:v>43049</c:v>
                </c:pt>
                <c:pt idx="466">
                  <c:v>43042</c:v>
                </c:pt>
                <c:pt idx="467">
                  <c:v>43035</c:v>
                </c:pt>
                <c:pt idx="468">
                  <c:v>43028</c:v>
                </c:pt>
                <c:pt idx="469">
                  <c:v>43021</c:v>
                </c:pt>
                <c:pt idx="470">
                  <c:v>43007</c:v>
                </c:pt>
                <c:pt idx="471">
                  <c:v>43000</c:v>
                </c:pt>
                <c:pt idx="472">
                  <c:v>42993</c:v>
                </c:pt>
                <c:pt idx="473">
                  <c:v>42986</c:v>
                </c:pt>
                <c:pt idx="474">
                  <c:v>42979</c:v>
                </c:pt>
                <c:pt idx="475">
                  <c:v>42972</c:v>
                </c:pt>
                <c:pt idx="476">
                  <c:v>42965</c:v>
                </c:pt>
                <c:pt idx="477">
                  <c:v>42958</c:v>
                </c:pt>
                <c:pt idx="478">
                  <c:v>42951</c:v>
                </c:pt>
                <c:pt idx="479">
                  <c:v>42944</c:v>
                </c:pt>
                <c:pt idx="480">
                  <c:v>42937</c:v>
                </c:pt>
                <c:pt idx="481">
                  <c:v>42930</c:v>
                </c:pt>
                <c:pt idx="482">
                  <c:v>42923</c:v>
                </c:pt>
                <c:pt idx="483">
                  <c:v>42916</c:v>
                </c:pt>
                <c:pt idx="484">
                  <c:v>42909</c:v>
                </c:pt>
                <c:pt idx="485">
                  <c:v>42902</c:v>
                </c:pt>
                <c:pt idx="486">
                  <c:v>42895</c:v>
                </c:pt>
                <c:pt idx="487">
                  <c:v>42888</c:v>
                </c:pt>
                <c:pt idx="488">
                  <c:v>42881</c:v>
                </c:pt>
                <c:pt idx="489">
                  <c:v>42874</c:v>
                </c:pt>
                <c:pt idx="490">
                  <c:v>42867</c:v>
                </c:pt>
                <c:pt idx="491">
                  <c:v>42859</c:v>
                </c:pt>
                <c:pt idx="492">
                  <c:v>42853</c:v>
                </c:pt>
                <c:pt idx="493">
                  <c:v>42846</c:v>
                </c:pt>
                <c:pt idx="494">
                  <c:v>42839</c:v>
                </c:pt>
                <c:pt idx="495">
                  <c:v>42832</c:v>
                </c:pt>
                <c:pt idx="496">
                  <c:v>42825</c:v>
                </c:pt>
                <c:pt idx="497">
                  <c:v>42818</c:v>
                </c:pt>
                <c:pt idx="498">
                  <c:v>42811</c:v>
                </c:pt>
                <c:pt idx="499">
                  <c:v>42804</c:v>
                </c:pt>
                <c:pt idx="500">
                  <c:v>42797</c:v>
                </c:pt>
                <c:pt idx="501">
                  <c:v>42790</c:v>
                </c:pt>
                <c:pt idx="502">
                  <c:v>42783</c:v>
                </c:pt>
                <c:pt idx="503">
                  <c:v>42776</c:v>
                </c:pt>
                <c:pt idx="504">
                  <c:v>42769</c:v>
                </c:pt>
                <c:pt idx="505">
                  <c:v>42761</c:v>
                </c:pt>
                <c:pt idx="506">
                  <c:v>42755</c:v>
                </c:pt>
                <c:pt idx="507">
                  <c:v>42748</c:v>
                </c:pt>
                <c:pt idx="508">
                  <c:v>42741</c:v>
                </c:pt>
                <c:pt idx="509">
                  <c:v>42733</c:v>
                </c:pt>
                <c:pt idx="510">
                  <c:v>42727</c:v>
                </c:pt>
                <c:pt idx="511">
                  <c:v>42720</c:v>
                </c:pt>
                <c:pt idx="512">
                  <c:v>42713</c:v>
                </c:pt>
                <c:pt idx="513">
                  <c:v>42706</c:v>
                </c:pt>
                <c:pt idx="514">
                  <c:v>42699</c:v>
                </c:pt>
                <c:pt idx="515">
                  <c:v>42692</c:v>
                </c:pt>
                <c:pt idx="516">
                  <c:v>42685</c:v>
                </c:pt>
                <c:pt idx="517">
                  <c:v>42678</c:v>
                </c:pt>
                <c:pt idx="518">
                  <c:v>42671</c:v>
                </c:pt>
                <c:pt idx="519">
                  <c:v>42664</c:v>
                </c:pt>
                <c:pt idx="520">
                  <c:v>42657</c:v>
                </c:pt>
                <c:pt idx="521">
                  <c:v>42650</c:v>
                </c:pt>
                <c:pt idx="522">
                  <c:v>42643</c:v>
                </c:pt>
                <c:pt idx="523">
                  <c:v>42636</c:v>
                </c:pt>
                <c:pt idx="524">
                  <c:v>42626</c:v>
                </c:pt>
                <c:pt idx="525">
                  <c:v>42622</c:v>
                </c:pt>
                <c:pt idx="526">
                  <c:v>42615</c:v>
                </c:pt>
                <c:pt idx="527">
                  <c:v>42608</c:v>
                </c:pt>
                <c:pt idx="528">
                  <c:v>42601</c:v>
                </c:pt>
                <c:pt idx="529">
                  <c:v>42594</c:v>
                </c:pt>
                <c:pt idx="530">
                  <c:v>42587</c:v>
                </c:pt>
                <c:pt idx="531">
                  <c:v>42580</c:v>
                </c:pt>
                <c:pt idx="532">
                  <c:v>42573</c:v>
                </c:pt>
                <c:pt idx="533">
                  <c:v>42566</c:v>
                </c:pt>
                <c:pt idx="534">
                  <c:v>42559</c:v>
                </c:pt>
                <c:pt idx="535">
                  <c:v>42552</c:v>
                </c:pt>
                <c:pt idx="536">
                  <c:v>42545</c:v>
                </c:pt>
                <c:pt idx="537">
                  <c:v>42538</c:v>
                </c:pt>
                <c:pt idx="538">
                  <c:v>42531</c:v>
                </c:pt>
                <c:pt idx="539">
                  <c:v>42524</c:v>
                </c:pt>
                <c:pt idx="540">
                  <c:v>42517</c:v>
                </c:pt>
                <c:pt idx="541">
                  <c:v>42510</c:v>
                </c:pt>
                <c:pt idx="542">
                  <c:v>42503</c:v>
                </c:pt>
                <c:pt idx="543">
                  <c:v>42494</c:v>
                </c:pt>
                <c:pt idx="544">
                  <c:v>42489</c:v>
                </c:pt>
                <c:pt idx="545">
                  <c:v>42482</c:v>
                </c:pt>
                <c:pt idx="546">
                  <c:v>42475</c:v>
                </c:pt>
                <c:pt idx="547">
                  <c:v>42468</c:v>
                </c:pt>
                <c:pt idx="548">
                  <c:v>42461</c:v>
                </c:pt>
                <c:pt idx="549">
                  <c:v>42454</c:v>
                </c:pt>
                <c:pt idx="550">
                  <c:v>42447</c:v>
                </c:pt>
                <c:pt idx="551">
                  <c:v>42440</c:v>
                </c:pt>
                <c:pt idx="552">
                  <c:v>42433</c:v>
                </c:pt>
                <c:pt idx="553">
                  <c:v>42426</c:v>
                </c:pt>
                <c:pt idx="554">
                  <c:v>42419</c:v>
                </c:pt>
                <c:pt idx="555">
                  <c:v>42412</c:v>
                </c:pt>
                <c:pt idx="556">
                  <c:v>42405</c:v>
                </c:pt>
                <c:pt idx="557">
                  <c:v>42398</c:v>
                </c:pt>
                <c:pt idx="558">
                  <c:v>42391</c:v>
                </c:pt>
                <c:pt idx="559">
                  <c:v>42384</c:v>
                </c:pt>
                <c:pt idx="560">
                  <c:v>42377</c:v>
                </c:pt>
                <c:pt idx="561">
                  <c:v>42368</c:v>
                </c:pt>
                <c:pt idx="562">
                  <c:v>42362</c:v>
                </c:pt>
                <c:pt idx="563">
                  <c:v>42356</c:v>
                </c:pt>
                <c:pt idx="564">
                  <c:v>42349</c:v>
                </c:pt>
                <c:pt idx="565">
                  <c:v>42342</c:v>
                </c:pt>
                <c:pt idx="566">
                  <c:v>42335</c:v>
                </c:pt>
                <c:pt idx="567">
                  <c:v>42328</c:v>
                </c:pt>
                <c:pt idx="568">
                  <c:v>42321</c:v>
                </c:pt>
                <c:pt idx="569">
                  <c:v>42314</c:v>
                </c:pt>
                <c:pt idx="570">
                  <c:v>42307</c:v>
                </c:pt>
                <c:pt idx="571">
                  <c:v>42300</c:v>
                </c:pt>
                <c:pt idx="572">
                  <c:v>42293</c:v>
                </c:pt>
                <c:pt idx="573">
                  <c:v>42285</c:v>
                </c:pt>
                <c:pt idx="574">
                  <c:v>42279</c:v>
                </c:pt>
                <c:pt idx="575">
                  <c:v>42272</c:v>
                </c:pt>
                <c:pt idx="576">
                  <c:v>42265</c:v>
                </c:pt>
                <c:pt idx="577">
                  <c:v>42258</c:v>
                </c:pt>
                <c:pt idx="578">
                  <c:v>42251</c:v>
                </c:pt>
                <c:pt idx="579">
                  <c:v>42244</c:v>
                </c:pt>
                <c:pt idx="580">
                  <c:v>42237</c:v>
                </c:pt>
                <c:pt idx="581">
                  <c:v>42229</c:v>
                </c:pt>
                <c:pt idx="582">
                  <c:v>42223</c:v>
                </c:pt>
                <c:pt idx="583">
                  <c:v>42216</c:v>
                </c:pt>
                <c:pt idx="584">
                  <c:v>42209</c:v>
                </c:pt>
                <c:pt idx="585">
                  <c:v>42202</c:v>
                </c:pt>
                <c:pt idx="586">
                  <c:v>42195</c:v>
                </c:pt>
                <c:pt idx="587">
                  <c:v>42188</c:v>
                </c:pt>
                <c:pt idx="588">
                  <c:v>42181</c:v>
                </c:pt>
                <c:pt idx="589">
                  <c:v>42174</c:v>
                </c:pt>
                <c:pt idx="590">
                  <c:v>42167</c:v>
                </c:pt>
                <c:pt idx="591">
                  <c:v>42160</c:v>
                </c:pt>
                <c:pt idx="592">
                  <c:v>42153</c:v>
                </c:pt>
                <c:pt idx="593">
                  <c:v>42146</c:v>
                </c:pt>
                <c:pt idx="594">
                  <c:v>42139</c:v>
                </c:pt>
                <c:pt idx="595">
                  <c:v>42132</c:v>
                </c:pt>
                <c:pt idx="596">
                  <c:v>42124</c:v>
                </c:pt>
                <c:pt idx="597">
                  <c:v>42118</c:v>
                </c:pt>
                <c:pt idx="598">
                  <c:v>42111</c:v>
                </c:pt>
                <c:pt idx="599">
                  <c:v>42104</c:v>
                </c:pt>
                <c:pt idx="600">
                  <c:v>42097</c:v>
                </c:pt>
                <c:pt idx="601">
                  <c:v>42090</c:v>
                </c:pt>
                <c:pt idx="602">
                  <c:v>42083</c:v>
                </c:pt>
                <c:pt idx="603">
                  <c:v>42076</c:v>
                </c:pt>
                <c:pt idx="604">
                  <c:v>42069</c:v>
                </c:pt>
                <c:pt idx="605">
                  <c:v>42062</c:v>
                </c:pt>
                <c:pt idx="606">
                  <c:v>42052</c:v>
                </c:pt>
                <c:pt idx="607">
                  <c:v>42048</c:v>
                </c:pt>
                <c:pt idx="608">
                  <c:v>42041</c:v>
                </c:pt>
                <c:pt idx="609">
                  <c:v>42034</c:v>
                </c:pt>
                <c:pt idx="610">
                  <c:v>42027</c:v>
                </c:pt>
                <c:pt idx="611">
                  <c:v>42020</c:v>
                </c:pt>
                <c:pt idx="612">
                  <c:v>42013</c:v>
                </c:pt>
                <c:pt idx="613">
                  <c:v>42006</c:v>
                </c:pt>
                <c:pt idx="614">
                  <c:v>41999</c:v>
                </c:pt>
                <c:pt idx="615">
                  <c:v>41992</c:v>
                </c:pt>
                <c:pt idx="616">
                  <c:v>41985</c:v>
                </c:pt>
                <c:pt idx="617">
                  <c:v>41978</c:v>
                </c:pt>
                <c:pt idx="618">
                  <c:v>41971</c:v>
                </c:pt>
                <c:pt idx="619">
                  <c:v>41964</c:v>
                </c:pt>
                <c:pt idx="620">
                  <c:v>41957</c:v>
                </c:pt>
                <c:pt idx="621">
                  <c:v>41950</c:v>
                </c:pt>
                <c:pt idx="622">
                  <c:v>41943</c:v>
                </c:pt>
                <c:pt idx="623">
                  <c:v>41936</c:v>
                </c:pt>
                <c:pt idx="624">
                  <c:v>41929</c:v>
                </c:pt>
                <c:pt idx="625">
                  <c:v>41922</c:v>
                </c:pt>
                <c:pt idx="626">
                  <c:v>41914</c:v>
                </c:pt>
                <c:pt idx="627">
                  <c:v>41908</c:v>
                </c:pt>
                <c:pt idx="628">
                  <c:v>41901</c:v>
                </c:pt>
                <c:pt idx="629">
                  <c:v>41894</c:v>
                </c:pt>
                <c:pt idx="630">
                  <c:v>41887</c:v>
                </c:pt>
                <c:pt idx="631">
                  <c:v>41880</c:v>
                </c:pt>
                <c:pt idx="632">
                  <c:v>41873</c:v>
                </c:pt>
                <c:pt idx="633">
                  <c:v>41865</c:v>
                </c:pt>
                <c:pt idx="634">
                  <c:v>41859</c:v>
                </c:pt>
                <c:pt idx="635">
                  <c:v>41852</c:v>
                </c:pt>
                <c:pt idx="636">
                  <c:v>41845</c:v>
                </c:pt>
                <c:pt idx="637">
                  <c:v>41838</c:v>
                </c:pt>
                <c:pt idx="638">
                  <c:v>41831</c:v>
                </c:pt>
                <c:pt idx="639">
                  <c:v>41824</c:v>
                </c:pt>
                <c:pt idx="640">
                  <c:v>41817</c:v>
                </c:pt>
                <c:pt idx="641">
                  <c:v>41810</c:v>
                </c:pt>
                <c:pt idx="642">
                  <c:v>41803</c:v>
                </c:pt>
                <c:pt idx="643">
                  <c:v>41795</c:v>
                </c:pt>
                <c:pt idx="644">
                  <c:v>41789</c:v>
                </c:pt>
                <c:pt idx="645">
                  <c:v>41782</c:v>
                </c:pt>
                <c:pt idx="646">
                  <c:v>41775</c:v>
                </c:pt>
                <c:pt idx="647">
                  <c:v>41768</c:v>
                </c:pt>
                <c:pt idx="648">
                  <c:v>41761</c:v>
                </c:pt>
                <c:pt idx="649">
                  <c:v>41754</c:v>
                </c:pt>
                <c:pt idx="650">
                  <c:v>41747</c:v>
                </c:pt>
                <c:pt idx="651">
                  <c:v>41740</c:v>
                </c:pt>
                <c:pt idx="652">
                  <c:v>41733</c:v>
                </c:pt>
                <c:pt idx="653">
                  <c:v>41726</c:v>
                </c:pt>
                <c:pt idx="654">
                  <c:v>41719</c:v>
                </c:pt>
                <c:pt idx="655">
                  <c:v>41712</c:v>
                </c:pt>
                <c:pt idx="656">
                  <c:v>41705</c:v>
                </c:pt>
                <c:pt idx="657">
                  <c:v>41698</c:v>
                </c:pt>
                <c:pt idx="658">
                  <c:v>41691</c:v>
                </c:pt>
                <c:pt idx="659">
                  <c:v>41684</c:v>
                </c:pt>
                <c:pt idx="660">
                  <c:v>41677</c:v>
                </c:pt>
                <c:pt idx="661">
                  <c:v>41668</c:v>
                </c:pt>
                <c:pt idx="662">
                  <c:v>41663</c:v>
                </c:pt>
                <c:pt idx="663">
                  <c:v>41656</c:v>
                </c:pt>
                <c:pt idx="664">
                  <c:v>41649</c:v>
                </c:pt>
                <c:pt idx="665">
                  <c:v>41642</c:v>
                </c:pt>
                <c:pt idx="666">
                  <c:v>41635</c:v>
                </c:pt>
                <c:pt idx="667">
                  <c:v>41628</c:v>
                </c:pt>
                <c:pt idx="668">
                  <c:v>41621</c:v>
                </c:pt>
                <c:pt idx="669">
                  <c:v>41614</c:v>
                </c:pt>
                <c:pt idx="670">
                  <c:v>41607</c:v>
                </c:pt>
                <c:pt idx="671">
                  <c:v>41600</c:v>
                </c:pt>
                <c:pt idx="672">
                  <c:v>41593</c:v>
                </c:pt>
                <c:pt idx="673">
                  <c:v>41586</c:v>
                </c:pt>
                <c:pt idx="674">
                  <c:v>41579</c:v>
                </c:pt>
                <c:pt idx="675">
                  <c:v>41572</c:v>
                </c:pt>
                <c:pt idx="676">
                  <c:v>41565</c:v>
                </c:pt>
                <c:pt idx="677">
                  <c:v>41558</c:v>
                </c:pt>
                <c:pt idx="678">
                  <c:v>41551</c:v>
                </c:pt>
                <c:pt idx="679">
                  <c:v>41544</c:v>
                </c:pt>
                <c:pt idx="680">
                  <c:v>41534</c:v>
                </c:pt>
                <c:pt idx="681">
                  <c:v>41530</c:v>
                </c:pt>
                <c:pt idx="682">
                  <c:v>41523</c:v>
                </c:pt>
                <c:pt idx="683">
                  <c:v>41516</c:v>
                </c:pt>
                <c:pt idx="684">
                  <c:v>41509</c:v>
                </c:pt>
                <c:pt idx="685">
                  <c:v>41502</c:v>
                </c:pt>
                <c:pt idx="686">
                  <c:v>41495</c:v>
                </c:pt>
                <c:pt idx="687">
                  <c:v>41488</c:v>
                </c:pt>
                <c:pt idx="688">
                  <c:v>41481</c:v>
                </c:pt>
                <c:pt idx="689">
                  <c:v>41474</c:v>
                </c:pt>
                <c:pt idx="690">
                  <c:v>41467</c:v>
                </c:pt>
                <c:pt idx="691">
                  <c:v>41460</c:v>
                </c:pt>
                <c:pt idx="692">
                  <c:v>41453</c:v>
                </c:pt>
                <c:pt idx="693">
                  <c:v>41446</c:v>
                </c:pt>
                <c:pt idx="694">
                  <c:v>41439</c:v>
                </c:pt>
                <c:pt idx="695">
                  <c:v>41432</c:v>
                </c:pt>
                <c:pt idx="696">
                  <c:v>41425</c:v>
                </c:pt>
                <c:pt idx="697">
                  <c:v>41418</c:v>
                </c:pt>
                <c:pt idx="698">
                  <c:v>41410</c:v>
                </c:pt>
                <c:pt idx="699">
                  <c:v>41404</c:v>
                </c:pt>
                <c:pt idx="700">
                  <c:v>41397</c:v>
                </c:pt>
                <c:pt idx="701">
                  <c:v>41390</c:v>
                </c:pt>
                <c:pt idx="702">
                  <c:v>41383</c:v>
                </c:pt>
                <c:pt idx="703">
                  <c:v>41376</c:v>
                </c:pt>
                <c:pt idx="704">
                  <c:v>41369</c:v>
                </c:pt>
                <c:pt idx="705">
                  <c:v>41362</c:v>
                </c:pt>
                <c:pt idx="706">
                  <c:v>41355</c:v>
                </c:pt>
                <c:pt idx="707">
                  <c:v>41348</c:v>
                </c:pt>
                <c:pt idx="708">
                  <c:v>41341</c:v>
                </c:pt>
                <c:pt idx="709">
                  <c:v>41333</c:v>
                </c:pt>
                <c:pt idx="710">
                  <c:v>41327</c:v>
                </c:pt>
                <c:pt idx="711">
                  <c:v>41320</c:v>
                </c:pt>
                <c:pt idx="712">
                  <c:v>41313</c:v>
                </c:pt>
                <c:pt idx="713">
                  <c:v>41306</c:v>
                </c:pt>
                <c:pt idx="714">
                  <c:v>41299</c:v>
                </c:pt>
                <c:pt idx="715">
                  <c:v>41292</c:v>
                </c:pt>
                <c:pt idx="716">
                  <c:v>41285</c:v>
                </c:pt>
                <c:pt idx="717">
                  <c:v>41278</c:v>
                </c:pt>
                <c:pt idx="718">
                  <c:v>41271</c:v>
                </c:pt>
                <c:pt idx="719">
                  <c:v>41264</c:v>
                </c:pt>
                <c:pt idx="720">
                  <c:v>41257</c:v>
                </c:pt>
                <c:pt idx="721">
                  <c:v>41250</c:v>
                </c:pt>
                <c:pt idx="722">
                  <c:v>41243</c:v>
                </c:pt>
                <c:pt idx="723">
                  <c:v>41236</c:v>
                </c:pt>
                <c:pt idx="724">
                  <c:v>41229</c:v>
                </c:pt>
                <c:pt idx="725">
                  <c:v>41222</c:v>
                </c:pt>
                <c:pt idx="726">
                  <c:v>41215</c:v>
                </c:pt>
                <c:pt idx="727">
                  <c:v>41208</c:v>
                </c:pt>
                <c:pt idx="728">
                  <c:v>41201</c:v>
                </c:pt>
                <c:pt idx="729">
                  <c:v>41194</c:v>
                </c:pt>
                <c:pt idx="730">
                  <c:v>41187</c:v>
                </c:pt>
                <c:pt idx="731">
                  <c:v>41180</c:v>
                </c:pt>
                <c:pt idx="732">
                  <c:v>41173</c:v>
                </c:pt>
                <c:pt idx="733">
                  <c:v>41166</c:v>
                </c:pt>
                <c:pt idx="734">
                  <c:v>41159</c:v>
                </c:pt>
                <c:pt idx="735">
                  <c:v>41152</c:v>
                </c:pt>
                <c:pt idx="736">
                  <c:v>41145</c:v>
                </c:pt>
                <c:pt idx="737">
                  <c:v>41138</c:v>
                </c:pt>
                <c:pt idx="738">
                  <c:v>41131</c:v>
                </c:pt>
                <c:pt idx="739">
                  <c:v>41124</c:v>
                </c:pt>
                <c:pt idx="740">
                  <c:v>41117</c:v>
                </c:pt>
                <c:pt idx="741">
                  <c:v>41110</c:v>
                </c:pt>
                <c:pt idx="742">
                  <c:v>41103</c:v>
                </c:pt>
                <c:pt idx="743">
                  <c:v>41096</c:v>
                </c:pt>
                <c:pt idx="744">
                  <c:v>41089</c:v>
                </c:pt>
                <c:pt idx="745">
                  <c:v>41082</c:v>
                </c:pt>
                <c:pt idx="746">
                  <c:v>41075</c:v>
                </c:pt>
                <c:pt idx="747">
                  <c:v>41068</c:v>
                </c:pt>
                <c:pt idx="748">
                  <c:v>41061</c:v>
                </c:pt>
                <c:pt idx="749">
                  <c:v>41054</c:v>
                </c:pt>
                <c:pt idx="750">
                  <c:v>41047</c:v>
                </c:pt>
                <c:pt idx="751">
                  <c:v>41040</c:v>
                </c:pt>
                <c:pt idx="752">
                  <c:v>41033</c:v>
                </c:pt>
                <c:pt idx="753">
                  <c:v>41026</c:v>
                </c:pt>
                <c:pt idx="754">
                  <c:v>41019</c:v>
                </c:pt>
                <c:pt idx="755">
                  <c:v>41012</c:v>
                </c:pt>
                <c:pt idx="756">
                  <c:v>41005</c:v>
                </c:pt>
                <c:pt idx="757">
                  <c:v>40998</c:v>
                </c:pt>
                <c:pt idx="758">
                  <c:v>40991</c:v>
                </c:pt>
                <c:pt idx="759">
                  <c:v>40984</c:v>
                </c:pt>
                <c:pt idx="760">
                  <c:v>40977</c:v>
                </c:pt>
                <c:pt idx="761">
                  <c:v>40970</c:v>
                </c:pt>
                <c:pt idx="762">
                  <c:v>40963</c:v>
                </c:pt>
                <c:pt idx="763">
                  <c:v>40956</c:v>
                </c:pt>
                <c:pt idx="764">
                  <c:v>40949</c:v>
                </c:pt>
                <c:pt idx="765">
                  <c:v>40942</c:v>
                </c:pt>
                <c:pt idx="766">
                  <c:v>40935</c:v>
                </c:pt>
                <c:pt idx="767">
                  <c:v>40928</c:v>
                </c:pt>
                <c:pt idx="768">
                  <c:v>40921</c:v>
                </c:pt>
                <c:pt idx="769">
                  <c:v>40914</c:v>
                </c:pt>
                <c:pt idx="770">
                  <c:v>40906</c:v>
                </c:pt>
                <c:pt idx="771">
                  <c:v>40900</c:v>
                </c:pt>
                <c:pt idx="772">
                  <c:v>40893</c:v>
                </c:pt>
                <c:pt idx="773">
                  <c:v>40886</c:v>
                </c:pt>
                <c:pt idx="774">
                  <c:v>40879</c:v>
                </c:pt>
                <c:pt idx="775">
                  <c:v>40872</c:v>
                </c:pt>
                <c:pt idx="776">
                  <c:v>40865</c:v>
                </c:pt>
                <c:pt idx="777">
                  <c:v>40858</c:v>
                </c:pt>
                <c:pt idx="778">
                  <c:v>40851</c:v>
                </c:pt>
                <c:pt idx="779">
                  <c:v>40844</c:v>
                </c:pt>
                <c:pt idx="780">
                  <c:v>40837</c:v>
                </c:pt>
                <c:pt idx="781">
                  <c:v>40830</c:v>
                </c:pt>
                <c:pt idx="782">
                  <c:v>40823</c:v>
                </c:pt>
                <c:pt idx="783">
                  <c:v>40816</c:v>
                </c:pt>
                <c:pt idx="784">
                  <c:v>40809</c:v>
                </c:pt>
                <c:pt idx="785">
                  <c:v>40802</c:v>
                </c:pt>
                <c:pt idx="786">
                  <c:v>40795</c:v>
                </c:pt>
                <c:pt idx="787">
                  <c:v>40788</c:v>
                </c:pt>
                <c:pt idx="788">
                  <c:v>40781</c:v>
                </c:pt>
                <c:pt idx="789">
                  <c:v>40774</c:v>
                </c:pt>
                <c:pt idx="790">
                  <c:v>40767</c:v>
                </c:pt>
                <c:pt idx="791">
                  <c:v>40760</c:v>
                </c:pt>
                <c:pt idx="792">
                  <c:v>40753</c:v>
                </c:pt>
                <c:pt idx="793">
                  <c:v>40746</c:v>
                </c:pt>
                <c:pt idx="794">
                  <c:v>40739</c:v>
                </c:pt>
                <c:pt idx="795">
                  <c:v>40732</c:v>
                </c:pt>
                <c:pt idx="796">
                  <c:v>40725</c:v>
                </c:pt>
                <c:pt idx="797">
                  <c:v>40718</c:v>
                </c:pt>
                <c:pt idx="798">
                  <c:v>40711</c:v>
                </c:pt>
                <c:pt idx="799">
                  <c:v>40704</c:v>
                </c:pt>
                <c:pt idx="800">
                  <c:v>40697</c:v>
                </c:pt>
                <c:pt idx="801">
                  <c:v>40690</c:v>
                </c:pt>
                <c:pt idx="802">
                  <c:v>40683</c:v>
                </c:pt>
                <c:pt idx="803">
                  <c:v>40676</c:v>
                </c:pt>
                <c:pt idx="804">
                  <c:v>40669</c:v>
                </c:pt>
                <c:pt idx="805">
                  <c:v>40662</c:v>
                </c:pt>
                <c:pt idx="806">
                  <c:v>40655</c:v>
                </c:pt>
                <c:pt idx="807">
                  <c:v>40648</c:v>
                </c:pt>
                <c:pt idx="808">
                  <c:v>40641</c:v>
                </c:pt>
                <c:pt idx="809">
                  <c:v>40634</c:v>
                </c:pt>
                <c:pt idx="810">
                  <c:v>40627</c:v>
                </c:pt>
                <c:pt idx="811">
                  <c:v>40620</c:v>
                </c:pt>
                <c:pt idx="812">
                  <c:v>40613</c:v>
                </c:pt>
                <c:pt idx="813">
                  <c:v>40606</c:v>
                </c:pt>
                <c:pt idx="814">
                  <c:v>40599</c:v>
                </c:pt>
                <c:pt idx="815">
                  <c:v>40592</c:v>
                </c:pt>
                <c:pt idx="816">
                  <c:v>40585</c:v>
                </c:pt>
                <c:pt idx="817">
                  <c:v>40575</c:v>
                </c:pt>
                <c:pt idx="818">
                  <c:v>40571</c:v>
                </c:pt>
                <c:pt idx="819">
                  <c:v>40564</c:v>
                </c:pt>
                <c:pt idx="820">
                  <c:v>40557</c:v>
                </c:pt>
                <c:pt idx="821">
                  <c:v>40550</c:v>
                </c:pt>
                <c:pt idx="822">
                  <c:v>40542</c:v>
                </c:pt>
                <c:pt idx="823">
                  <c:v>40536</c:v>
                </c:pt>
                <c:pt idx="824">
                  <c:v>40529</c:v>
                </c:pt>
                <c:pt idx="825">
                  <c:v>40522</c:v>
                </c:pt>
                <c:pt idx="826">
                  <c:v>40515</c:v>
                </c:pt>
                <c:pt idx="827">
                  <c:v>40508</c:v>
                </c:pt>
                <c:pt idx="828">
                  <c:v>40501</c:v>
                </c:pt>
                <c:pt idx="829">
                  <c:v>40494</c:v>
                </c:pt>
                <c:pt idx="830">
                  <c:v>40487</c:v>
                </c:pt>
                <c:pt idx="831">
                  <c:v>40480</c:v>
                </c:pt>
                <c:pt idx="832">
                  <c:v>40473</c:v>
                </c:pt>
                <c:pt idx="833">
                  <c:v>40466</c:v>
                </c:pt>
                <c:pt idx="834">
                  <c:v>40459</c:v>
                </c:pt>
                <c:pt idx="835">
                  <c:v>40452</c:v>
                </c:pt>
                <c:pt idx="836">
                  <c:v>40445</c:v>
                </c:pt>
                <c:pt idx="837">
                  <c:v>40438</c:v>
                </c:pt>
                <c:pt idx="838">
                  <c:v>40431</c:v>
                </c:pt>
                <c:pt idx="839">
                  <c:v>40424</c:v>
                </c:pt>
                <c:pt idx="840">
                  <c:v>40417</c:v>
                </c:pt>
                <c:pt idx="841">
                  <c:v>40410</c:v>
                </c:pt>
                <c:pt idx="842">
                  <c:v>40403</c:v>
                </c:pt>
                <c:pt idx="843">
                  <c:v>40396</c:v>
                </c:pt>
                <c:pt idx="844">
                  <c:v>40389</c:v>
                </c:pt>
                <c:pt idx="845">
                  <c:v>40382</c:v>
                </c:pt>
                <c:pt idx="846">
                  <c:v>40375</c:v>
                </c:pt>
                <c:pt idx="847">
                  <c:v>40368</c:v>
                </c:pt>
                <c:pt idx="848">
                  <c:v>40361</c:v>
                </c:pt>
                <c:pt idx="849">
                  <c:v>40354</c:v>
                </c:pt>
                <c:pt idx="850">
                  <c:v>40347</c:v>
                </c:pt>
                <c:pt idx="851">
                  <c:v>40340</c:v>
                </c:pt>
                <c:pt idx="852">
                  <c:v>40333</c:v>
                </c:pt>
                <c:pt idx="853">
                  <c:v>40326</c:v>
                </c:pt>
                <c:pt idx="854">
                  <c:v>40318</c:v>
                </c:pt>
                <c:pt idx="855">
                  <c:v>40312</c:v>
                </c:pt>
                <c:pt idx="856">
                  <c:v>40305</c:v>
                </c:pt>
                <c:pt idx="857">
                  <c:v>40298</c:v>
                </c:pt>
                <c:pt idx="858">
                  <c:v>40291</c:v>
                </c:pt>
                <c:pt idx="859">
                  <c:v>40284</c:v>
                </c:pt>
                <c:pt idx="860">
                  <c:v>40277</c:v>
                </c:pt>
                <c:pt idx="861">
                  <c:v>40270</c:v>
                </c:pt>
                <c:pt idx="862">
                  <c:v>40263</c:v>
                </c:pt>
                <c:pt idx="863">
                  <c:v>40256</c:v>
                </c:pt>
                <c:pt idx="864">
                  <c:v>40249</c:v>
                </c:pt>
                <c:pt idx="865">
                  <c:v>40242</c:v>
                </c:pt>
                <c:pt idx="866">
                  <c:v>40235</c:v>
                </c:pt>
                <c:pt idx="867">
                  <c:v>40228</c:v>
                </c:pt>
                <c:pt idx="868">
                  <c:v>40221</c:v>
                </c:pt>
                <c:pt idx="869">
                  <c:v>40214</c:v>
                </c:pt>
                <c:pt idx="870">
                  <c:v>40207</c:v>
                </c:pt>
                <c:pt idx="871">
                  <c:v>40200</c:v>
                </c:pt>
                <c:pt idx="872">
                  <c:v>40193</c:v>
                </c:pt>
                <c:pt idx="873">
                  <c:v>40186</c:v>
                </c:pt>
                <c:pt idx="874">
                  <c:v>40177</c:v>
                </c:pt>
                <c:pt idx="875">
                  <c:v>40171</c:v>
                </c:pt>
                <c:pt idx="876">
                  <c:v>40165</c:v>
                </c:pt>
                <c:pt idx="877">
                  <c:v>40158</c:v>
                </c:pt>
                <c:pt idx="878">
                  <c:v>40151</c:v>
                </c:pt>
                <c:pt idx="879">
                  <c:v>40144</c:v>
                </c:pt>
                <c:pt idx="880">
                  <c:v>40137</c:v>
                </c:pt>
                <c:pt idx="881">
                  <c:v>40130</c:v>
                </c:pt>
                <c:pt idx="882">
                  <c:v>40123</c:v>
                </c:pt>
                <c:pt idx="883">
                  <c:v>40116</c:v>
                </c:pt>
                <c:pt idx="884">
                  <c:v>40109</c:v>
                </c:pt>
                <c:pt idx="885">
                  <c:v>40102</c:v>
                </c:pt>
                <c:pt idx="886">
                  <c:v>40095</c:v>
                </c:pt>
                <c:pt idx="887">
                  <c:v>40087</c:v>
                </c:pt>
                <c:pt idx="888">
                  <c:v>40081</c:v>
                </c:pt>
                <c:pt idx="889">
                  <c:v>40074</c:v>
                </c:pt>
                <c:pt idx="890">
                  <c:v>40067</c:v>
                </c:pt>
                <c:pt idx="891">
                  <c:v>40060</c:v>
                </c:pt>
                <c:pt idx="892">
                  <c:v>40053</c:v>
                </c:pt>
                <c:pt idx="893">
                  <c:v>40046</c:v>
                </c:pt>
                <c:pt idx="894">
                  <c:v>40039</c:v>
                </c:pt>
                <c:pt idx="895">
                  <c:v>40032</c:v>
                </c:pt>
              </c:numCache>
            </c:numRef>
          </c:cat>
          <c:val>
            <c:numRef>
              <c:f>data!$P$15:$P$910</c:f>
              <c:numCache>
                <c:formatCode>_-* #,##0.0_-;\-* #,##0.0_-;_-* "-"_-;_-@_-</c:formatCode>
                <c:ptCount val="896"/>
                <c:pt idx="0">
                  <c:v>18153.232876712329</c:v>
                </c:pt>
                <c:pt idx="1">
                  <c:v>#N/A</c:v>
                </c:pt>
                <c:pt idx="2">
                  <c:v>17861.780180180183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15312.996098829646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9308.5794621026889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5690.5039370078739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4397.4675324675327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4137.636363636364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4010.2709966405378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4115.7432762836188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4259.1182548794495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3944.559919436053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3470.4711191335741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3464.4846225535885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3302.4861244019144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3016.8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2619.0362537764349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2937.1106941838652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3402.1262683201803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3786.56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3671.4428434197889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3863.4939759036147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4021.4485294117644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3948.7412467976087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3254.9036697247707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2979.8948148148143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2641.0421393841166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2447.5921375921375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2654.328918322296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2711.681898066784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2645.0709677419354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2670.4279319606089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2862.4049665711555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3409.8520286396174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3753.201372997712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3769.1921296296296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3746.3785557986871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3898.9683972911967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3647.7236126224152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3469.9544041450772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3190.2130801687763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2927.805985552116</c:v>
                </c:pt>
                <c:pt idx="510">
                  <c:v>#N/A</c:v>
                </c:pt>
                <c:pt idx="511">
                  <c:v>#N/A</c:v>
                </c:pt>
                <c:pt idx="512">
                  <c:v>#N/A</c:v>
                </c:pt>
                <c:pt idx="513">
                  <c:v>#N/A</c:v>
                </c:pt>
                <c:pt idx="514">
                  <c:v>#N/A</c:v>
                </c:pt>
                <c:pt idx="515">
                  <c:v>#N/A</c:v>
                </c:pt>
                <c:pt idx="516">
                  <c:v>#N/A</c:v>
                </c:pt>
                <c:pt idx="517">
                  <c:v>#N/A</c:v>
                </c:pt>
                <c:pt idx="518">
                  <c:v>#N/A</c:v>
                </c:pt>
                <c:pt idx="519">
                  <c:v>#N/A</c:v>
                </c:pt>
                <c:pt idx="520">
                  <c:v>#N/A</c:v>
                </c:pt>
                <c:pt idx="521">
                  <c:v>#N/A</c:v>
                </c:pt>
                <c:pt idx="522">
                  <c:v>2872.5722891566261</c:v>
                </c:pt>
                <c:pt idx="523">
                  <c:v>#N/A</c:v>
                </c:pt>
                <c:pt idx="524">
                  <c:v>#N/A</c:v>
                </c:pt>
                <c:pt idx="525">
                  <c:v>#N/A</c:v>
                </c:pt>
                <c:pt idx="526">
                  <c:v>#N/A</c:v>
                </c:pt>
                <c:pt idx="527">
                  <c:v>#N/A</c:v>
                </c:pt>
                <c:pt idx="528">
                  <c:v>#N/A</c:v>
                </c:pt>
                <c:pt idx="529">
                  <c:v>#N/A</c:v>
                </c:pt>
                <c:pt idx="530">
                  <c:v>#N/A</c:v>
                </c:pt>
                <c:pt idx="531">
                  <c:v>#N/A</c:v>
                </c:pt>
                <c:pt idx="532">
                  <c:v>#N/A</c:v>
                </c:pt>
                <c:pt idx="533">
                  <c:v>#N/A</c:v>
                </c:pt>
                <c:pt idx="534">
                  <c:v>#N/A</c:v>
                </c:pt>
                <c:pt idx="535">
                  <c:v>#N/A</c:v>
                </c:pt>
                <c:pt idx="536">
                  <c:v>2719.814328960646</c:v>
                </c:pt>
                <c:pt idx="537">
                  <c:v>#N/A</c:v>
                </c:pt>
                <c:pt idx="538">
                  <c:v>#N/A</c:v>
                </c:pt>
                <c:pt idx="539">
                  <c:v>#N/A</c:v>
                </c:pt>
                <c:pt idx="540">
                  <c:v>#N/A</c:v>
                </c:pt>
                <c:pt idx="541">
                  <c:v>#N/A</c:v>
                </c:pt>
                <c:pt idx="542">
                  <c:v>#N/A</c:v>
                </c:pt>
                <c:pt idx="543">
                  <c:v>#N/A</c:v>
                </c:pt>
                <c:pt idx="544">
                  <c:v>#N/A</c:v>
                </c:pt>
                <c:pt idx="545">
                  <c:v>#N/A</c:v>
                </c:pt>
                <c:pt idx="546">
                  <c:v>#N/A</c:v>
                </c:pt>
                <c:pt idx="547">
                  <c:v>#N/A</c:v>
                </c:pt>
                <c:pt idx="548">
                  <c:v>#N/A</c:v>
                </c:pt>
                <c:pt idx="549">
                  <c:v>2506.6191335740073</c:v>
                </c:pt>
                <c:pt idx="550">
                  <c:v>#N/A</c:v>
                </c:pt>
                <c:pt idx="551">
                  <c:v>#N/A</c:v>
                </c:pt>
                <c:pt idx="552">
                  <c:v>#N/A</c:v>
                </c:pt>
                <c:pt idx="553">
                  <c:v>#N/A</c:v>
                </c:pt>
                <c:pt idx="554">
                  <c:v>#N/A</c:v>
                </c:pt>
                <c:pt idx="555">
                  <c:v>#N/A</c:v>
                </c:pt>
                <c:pt idx="556">
                  <c:v>#N/A</c:v>
                </c:pt>
                <c:pt idx="557">
                  <c:v>#N/A</c:v>
                </c:pt>
                <c:pt idx="558">
                  <c:v>#N/A</c:v>
                </c:pt>
                <c:pt idx="559">
                  <c:v>#N/A</c:v>
                </c:pt>
                <c:pt idx="560">
                  <c:v>#N/A</c:v>
                </c:pt>
                <c:pt idx="561">
                  <c:v>2580.6710526315787</c:v>
                </c:pt>
                <c:pt idx="562">
                  <c:v>#N/A</c:v>
                </c:pt>
                <c:pt idx="563">
                  <c:v>#N/A</c:v>
                </c:pt>
                <c:pt idx="564">
                  <c:v>#N/A</c:v>
                </c:pt>
                <c:pt idx="565">
                  <c:v>#N/A</c:v>
                </c:pt>
                <c:pt idx="566">
                  <c:v>#N/A</c:v>
                </c:pt>
                <c:pt idx="567">
                  <c:v>#N/A</c:v>
                </c:pt>
                <c:pt idx="568">
                  <c:v>#N/A</c:v>
                </c:pt>
                <c:pt idx="569">
                  <c:v>#N/A</c:v>
                </c:pt>
                <c:pt idx="570">
                  <c:v>#N/A</c:v>
                </c:pt>
                <c:pt idx="571">
                  <c:v>#N/A</c:v>
                </c:pt>
                <c:pt idx="572">
                  <c:v>#N/A</c:v>
                </c:pt>
                <c:pt idx="573">
                  <c:v>#N/A</c:v>
                </c:pt>
                <c:pt idx="574">
                  <c:v>#N/A</c:v>
                </c:pt>
                <c:pt idx="575">
                  <c:v>2638.2056256062074</c:v>
                </c:pt>
                <c:pt idx="576">
                  <c:v>#N/A</c:v>
                </c:pt>
                <c:pt idx="577">
                  <c:v>#N/A</c:v>
                </c:pt>
                <c:pt idx="578">
                  <c:v>#N/A</c:v>
                </c:pt>
                <c:pt idx="579">
                  <c:v>#N/A</c:v>
                </c:pt>
                <c:pt idx="580">
                  <c:v>#N/A</c:v>
                </c:pt>
                <c:pt idx="581">
                  <c:v>#N/A</c:v>
                </c:pt>
                <c:pt idx="582">
                  <c:v>#N/A</c:v>
                </c:pt>
                <c:pt idx="583">
                  <c:v>#N/A</c:v>
                </c:pt>
                <c:pt idx="584">
                  <c:v>#N/A</c:v>
                </c:pt>
                <c:pt idx="585">
                  <c:v>#N/A</c:v>
                </c:pt>
                <c:pt idx="586">
                  <c:v>#N/A</c:v>
                </c:pt>
                <c:pt idx="587">
                  <c:v>#N/A</c:v>
                </c:pt>
                <c:pt idx="588">
                  <c:v>2755.5216572504714</c:v>
                </c:pt>
                <c:pt idx="589">
                  <c:v>#N/A</c:v>
                </c:pt>
                <c:pt idx="590">
                  <c:v>#N/A</c:v>
                </c:pt>
                <c:pt idx="591">
                  <c:v>#N/A</c:v>
                </c:pt>
                <c:pt idx="592">
                  <c:v>#N/A</c:v>
                </c:pt>
                <c:pt idx="593">
                  <c:v>#N/A</c:v>
                </c:pt>
                <c:pt idx="594">
                  <c:v>#N/A</c:v>
                </c:pt>
                <c:pt idx="595">
                  <c:v>#N/A</c:v>
                </c:pt>
                <c:pt idx="596">
                  <c:v>#N/A</c:v>
                </c:pt>
                <c:pt idx="597">
                  <c:v>#N/A</c:v>
                </c:pt>
                <c:pt idx="598">
                  <c:v>#N/A</c:v>
                </c:pt>
                <c:pt idx="599">
                  <c:v>#N/A</c:v>
                </c:pt>
                <c:pt idx="600">
                  <c:v>#N/A</c:v>
                </c:pt>
                <c:pt idx="601">
                  <c:v>2703.3652007648184</c:v>
                </c:pt>
                <c:pt idx="602">
                  <c:v>#N/A</c:v>
                </c:pt>
                <c:pt idx="603">
                  <c:v>#N/A</c:v>
                </c:pt>
                <c:pt idx="604">
                  <c:v>#N/A</c:v>
                </c:pt>
                <c:pt idx="605">
                  <c:v>#N/A</c:v>
                </c:pt>
                <c:pt idx="606">
                  <c:v>#N/A</c:v>
                </c:pt>
                <c:pt idx="607">
                  <c:v>#N/A</c:v>
                </c:pt>
                <c:pt idx="608">
                  <c:v>#N/A</c:v>
                </c:pt>
                <c:pt idx="609">
                  <c:v>#N/A</c:v>
                </c:pt>
                <c:pt idx="610">
                  <c:v>#N/A</c:v>
                </c:pt>
                <c:pt idx="611">
                  <c:v>#N/A</c:v>
                </c:pt>
                <c:pt idx="612">
                  <c:v>#N/A</c:v>
                </c:pt>
                <c:pt idx="613">
                  <c:v>#N/A</c:v>
                </c:pt>
                <c:pt idx="614">
                  <c:v>2632.6486486486488</c:v>
                </c:pt>
                <c:pt idx="615">
                  <c:v>#N/A</c:v>
                </c:pt>
                <c:pt idx="616">
                  <c:v>#N/A</c:v>
                </c:pt>
                <c:pt idx="617">
                  <c:v>#N/A</c:v>
                </c:pt>
                <c:pt idx="618">
                  <c:v>#N/A</c:v>
                </c:pt>
                <c:pt idx="619">
                  <c:v>#N/A</c:v>
                </c:pt>
                <c:pt idx="620">
                  <c:v>#N/A</c:v>
                </c:pt>
                <c:pt idx="621">
                  <c:v>#N/A</c:v>
                </c:pt>
                <c:pt idx="622">
                  <c:v>#N/A</c:v>
                </c:pt>
                <c:pt idx="623">
                  <c:v>#N/A</c:v>
                </c:pt>
                <c:pt idx="624">
                  <c:v>#N/A</c:v>
                </c:pt>
                <c:pt idx="625">
                  <c:v>#N/A</c:v>
                </c:pt>
                <c:pt idx="626">
                  <c:v>#N/A</c:v>
                </c:pt>
                <c:pt idx="627">
                  <c:v>2658.220560747664</c:v>
                </c:pt>
                <c:pt idx="628">
                  <c:v>#N/A</c:v>
                </c:pt>
                <c:pt idx="629">
                  <c:v>#N/A</c:v>
                </c:pt>
                <c:pt idx="630">
                  <c:v>#N/A</c:v>
                </c:pt>
                <c:pt idx="631">
                  <c:v>#N/A</c:v>
                </c:pt>
                <c:pt idx="632">
                  <c:v>#N/A</c:v>
                </c:pt>
                <c:pt idx="633">
                  <c:v>#N/A</c:v>
                </c:pt>
                <c:pt idx="634">
                  <c:v>#N/A</c:v>
                </c:pt>
                <c:pt idx="635">
                  <c:v>#N/A</c:v>
                </c:pt>
                <c:pt idx="636">
                  <c:v>#N/A</c:v>
                </c:pt>
                <c:pt idx="637">
                  <c:v>#N/A</c:v>
                </c:pt>
                <c:pt idx="638">
                  <c:v>#N/A</c:v>
                </c:pt>
                <c:pt idx="639">
                  <c:v>#N/A</c:v>
                </c:pt>
                <c:pt idx="640">
                  <c:v>2767.3101391650098</c:v>
                </c:pt>
                <c:pt idx="641">
                  <c:v>#N/A</c:v>
                </c:pt>
                <c:pt idx="642">
                  <c:v>#N/A</c:v>
                </c:pt>
                <c:pt idx="643">
                  <c:v>#N/A</c:v>
                </c:pt>
                <c:pt idx="644">
                  <c:v>#N/A</c:v>
                </c:pt>
                <c:pt idx="645">
                  <c:v>#N/A</c:v>
                </c:pt>
                <c:pt idx="646">
                  <c:v>#N/A</c:v>
                </c:pt>
                <c:pt idx="647">
                  <c:v>#N/A</c:v>
                </c:pt>
                <c:pt idx="648">
                  <c:v>#N/A</c:v>
                </c:pt>
                <c:pt idx="649">
                  <c:v>#N/A</c:v>
                </c:pt>
                <c:pt idx="650">
                  <c:v>#N/A</c:v>
                </c:pt>
                <c:pt idx="651">
                  <c:v>#N/A</c:v>
                </c:pt>
                <c:pt idx="652">
                  <c:v>#N/A</c:v>
                </c:pt>
                <c:pt idx="653">
                  <c:v>2856.2306900102985</c:v>
                </c:pt>
                <c:pt idx="654">
                  <c:v>#N/A</c:v>
                </c:pt>
                <c:pt idx="655">
                  <c:v>#N/A</c:v>
                </c:pt>
                <c:pt idx="656">
                  <c:v>#N/A</c:v>
                </c:pt>
                <c:pt idx="657">
                  <c:v>#N/A</c:v>
                </c:pt>
                <c:pt idx="658">
                  <c:v>#N/A</c:v>
                </c:pt>
                <c:pt idx="659">
                  <c:v>#N/A</c:v>
                </c:pt>
                <c:pt idx="660">
                  <c:v>#N/A</c:v>
                </c:pt>
                <c:pt idx="661">
                  <c:v>#N/A</c:v>
                </c:pt>
                <c:pt idx="662">
                  <c:v>#N/A</c:v>
                </c:pt>
                <c:pt idx="663">
                  <c:v>#N/A</c:v>
                </c:pt>
                <c:pt idx="664">
                  <c:v>#N/A</c:v>
                </c:pt>
                <c:pt idx="665">
                  <c:v>#N/A</c:v>
                </c:pt>
                <c:pt idx="666">
                  <c:v>3023.9395900755126</c:v>
                </c:pt>
                <c:pt idx="667">
                  <c:v>#N/A</c:v>
                </c:pt>
                <c:pt idx="668">
                  <c:v>#N/A</c:v>
                </c:pt>
                <c:pt idx="669">
                  <c:v>#N/A</c:v>
                </c:pt>
                <c:pt idx="670">
                  <c:v>#N/A</c:v>
                </c:pt>
                <c:pt idx="671">
                  <c:v>#N/A</c:v>
                </c:pt>
                <c:pt idx="672">
                  <c:v>#N/A</c:v>
                </c:pt>
                <c:pt idx="673">
                  <c:v>#N/A</c:v>
                </c:pt>
                <c:pt idx="674">
                  <c:v>#N/A</c:v>
                </c:pt>
                <c:pt idx="675">
                  <c:v>#N/A</c:v>
                </c:pt>
                <c:pt idx="676">
                  <c:v>#N/A</c:v>
                </c:pt>
                <c:pt idx="677">
                  <c:v>#N/A</c:v>
                </c:pt>
                <c:pt idx="678">
                  <c:v>#N/A</c:v>
                </c:pt>
                <c:pt idx="679">
                  <c:v>3018.7781350482314</c:v>
                </c:pt>
                <c:pt idx="680">
                  <c:v>#N/A</c:v>
                </c:pt>
                <c:pt idx="681">
                  <c:v>#N/A</c:v>
                </c:pt>
                <c:pt idx="682">
                  <c:v>#N/A</c:v>
                </c:pt>
                <c:pt idx="683">
                  <c:v>#N/A</c:v>
                </c:pt>
                <c:pt idx="684">
                  <c:v>#N/A</c:v>
                </c:pt>
                <c:pt idx="685">
                  <c:v>#N/A</c:v>
                </c:pt>
                <c:pt idx="686">
                  <c:v>#N/A</c:v>
                </c:pt>
                <c:pt idx="687">
                  <c:v>#N/A</c:v>
                </c:pt>
                <c:pt idx="688">
                  <c:v>#N/A</c:v>
                </c:pt>
                <c:pt idx="689">
                  <c:v>#N/A</c:v>
                </c:pt>
                <c:pt idx="690">
                  <c:v>#N/A</c:v>
                </c:pt>
                <c:pt idx="691">
                  <c:v>#N/A</c:v>
                </c:pt>
                <c:pt idx="692">
                  <c:v>3065.391304347826</c:v>
                </c:pt>
                <c:pt idx="693">
                  <c:v>#N/A</c:v>
                </c:pt>
                <c:pt idx="694">
                  <c:v>#N/A</c:v>
                </c:pt>
                <c:pt idx="695">
                  <c:v>#N/A</c:v>
                </c:pt>
                <c:pt idx="696">
                  <c:v>#N/A</c:v>
                </c:pt>
                <c:pt idx="697">
                  <c:v>#N/A</c:v>
                </c:pt>
                <c:pt idx="698">
                  <c:v>#N/A</c:v>
                </c:pt>
                <c:pt idx="699">
                  <c:v>#N/A</c:v>
                </c:pt>
                <c:pt idx="700">
                  <c:v>#N/A</c:v>
                </c:pt>
                <c:pt idx="701">
                  <c:v>#N/A</c:v>
                </c:pt>
                <c:pt idx="702">
                  <c:v>#N/A</c:v>
                </c:pt>
                <c:pt idx="703">
                  <c:v>#N/A</c:v>
                </c:pt>
                <c:pt idx="704">
                  <c:v>#N/A</c:v>
                </c:pt>
                <c:pt idx="705">
                  <c:v>3064.242358078603</c:v>
                </c:pt>
                <c:pt idx="706">
                  <c:v>#N/A</c:v>
                </c:pt>
                <c:pt idx="707">
                  <c:v>#N/A</c:v>
                </c:pt>
                <c:pt idx="708">
                  <c:v>#N/A</c:v>
                </c:pt>
                <c:pt idx="709">
                  <c:v>#N/A</c:v>
                </c:pt>
                <c:pt idx="710">
                  <c:v>#N/A</c:v>
                </c:pt>
                <c:pt idx="711">
                  <c:v>#N/A</c:v>
                </c:pt>
                <c:pt idx="712">
                  <c:v>#N/A</c:v>
                </c:pt>
                <c:pt idx="713">
                  <c:v>#N/A</c:v>
                </c:pt>
                <c:pt idx="714">
                  <c:v>#N/A</c:v>
                </c:pt>
                <c:pt idx="715">
                  <c:v>#N/A</c:v>
                </c:pt>
                <c:pt idx="716">
                  <c:v>#N/A</c:v>
                </c:pt>
                <c:pt idx="717">
                  <c:v>#N/A</c:v>
                </c:pt>
                <c:pt idx="718">
                  <c:v>3096.2015503875973</c:v>
                </c:pt>
                <c:pt idx="719">
                  <c:v>#N/A</c:v>
                </c:pt>
                <c:pt idx="720">
                  <c:v>#N/A</c:v>
                </c:pt>
                <c:pt idx="721">
                  <c:v>#N/A</c:v>
                </c:pt>
                <c:pt idx="722">
                  <c:v>#N/A</c:v>
                </c:pt>
                <c:pt idx="723">
                  <c:v>#N/A</c:v>
                </c:pt>
                <c:pt idx="724">
                  <c:v>#N/A</c:v>
                </c:pt>
                <c:pt idx="725">
                  <c:v>#N/A</c:v>
                </c:pt>
                <c:pt idx="726">
                  <c:v>#N/A</c:v>
                </c:pt>
                <c:pt idx="727">
                  <c:v>#N/A</c:v>
                </c:pt>
                <c:pt idx="728">
                  <c:v>#N/A</c:v>
                </c:pt>
                <c:pt idx="729">
                  <c:v>#N/A</c:v>
                </c:pt>
                <c:pt idx="730">
                  <c:v>#N/A</c:v>
                </c:pt>
                <c:pt idx="731">
                  <c:v>3031.1214750542299</c:v>
                </c:pt>
                <c:pt idx="732">
                  <c:v>#N/A</c:v>
                </c:pt>
                <c:pt idx="733">
                  <c:v>#N/A</c:v>
                </c:pt>
                <c:pt idx="734">
                  <c:v>#N/A</c:v>
                </c:pt>
                <c:pt idx="735">
                  <c:v>#N/A</c:v>
                </c:pt>
                <c:pt idx="736">
                  <c:v>#N/A</c:v>
                </c:pt>
                <c:pt idx="737">
                  <c:v>#N/A</c:v>
                </c:pt>
                <c:pt idx="738">
                  <c:v>#N/A</c:v>
                </c:pt>
                <c:pt idx="739">
                  <c:v>#N/A</c:v>
                </c:pt>
                <c:pt idx="740">
                  <c:v>#N/A</c:v>
                </c:pt>
                <c:pt idx="741">
                  <c:v>#N/A</c:v>
                </c:pt>
                <c:pt idx="742">
                  <c:v>#N/A</c:v>
                </c:pt>
                <c:pt idx="743">
                  <c:v>#N/A</c:v>
                </c:pt>
                <c:pt idx="744">
                  <c:v>3119.7283653846152</c:v>
                </c:pt>
                <c:pt idx="745">
                  <c:v>#N/A</c:v>
                </c:pt>
                <c:pt idx="746">
                  <c:v>#N/A</c:v>
                </c:pt>
                <c:pt idx="747">
                  <c:v>#N/A</c:v>
                </c:pt>
                <c:pt idx="748">
                  <c:v>#N/A</c:v>
                </c:pt>
                <c:pt idx="749">
                  <c:v>#N/A</c:v>
                </c:pt>
                <c:pt idx="750">
                  <c:v>#N/A</c:v>
                </c:pt>
                <c:pt idx="751">
                  <c:v>#N/A</c:v>
                </c:pt>
                <c:pt idx="752">
                  <c:v>#N/A</c:v>
                </c:pt>
                <c:pt idx="753">
                  <c:v>#N/A</c:v>
                </c:pt>
                <c:pt idx="754">
                  <c:v>#N/A</c:v>
                </c:pt>
                <c:pt idx="755">
                  <c:v>#N/A</c:v>
                </c:pt>
                <c:pt idx="756">
                  <c:v>#N/A</c:v>
                </c:pt>
                <c:pt idx="757">
                  <c:v>3006.029850746268</c:v>
                </c:pt>
                <c:pt idx="758">
                  <c:v>#N/A</c:v>
                </c:pt>
                <c:pt idx="759">
                  <c:v>#N/A</c:v>
                </c:pt>
                <c:pt idx="760">
                  <c:v>#N/A</c:v>
                </c:pt>
                <c:pt idx="761">
                  <c:v>#N/A</c:v>
                </c:pt>
                <c:pt idx="762">
                  <c:v>#N/A</c:v>
                </c:pt>
                <c:pt idx="763">
                  <c:v>#N/A</c:v>
                </c:pt>
                <c:pt idx="764">
                  <c:v>#N/A</c:v>
                </c:pt>
                <c:pt idx="765">
                  <c:v>#N/A</c:v>
                </c:pt>
                <c:pt idx="766">
                  <c:v>#N/A</c:v>
                </c:pt>
                <c:pt idx="767">
                  <c:v>#N/A</c:v>
                </c:pt>
                <c:pt idx="768">
                  <c:v>#N/A</c:v>
                </c:pt>
                <c:pt idx="769">
                  <c:v>#N/A</c:v>
                </c:pt>
                <c:pt idx="770">
                  <c:v>3039.281807372176</c:v>
                </c:pt>
                <c:pt idx="771">
                  <c:v>#N/A</c:v>
                </c:pt>
                <c:pt idx="772">
                  <c:v>#N/A</c:v>
                </c:pt>
                <c:pt idx="773">
                  <c:v>#N/A</c:v>
                </c:pt>
                <c:pt idx="774">
                  <c:v>#N/A</c:v>
                </c:pt>
                <c:pt idx="775">
                  <c:v>#N/A</c:v>
                </c:pt>
                <c:pt idx="776">
                  <c:v>#N/A</c:v>
                </c:pt>
                <c:pt idx="777">
                  <c:v>#N/A</c:v>
                </c:pt>
                <c:pt idx="778">
                  <c:v>#N/A</c:v>
                </c:pt>
                <c:pt idx="779">
                  <c:v>#N/A</c:v>
                </c:pt>
                <c:pt idx="780">
                  <c:v>#N/A</c:v>
                </c:pt>
                <c:pt idx="781">
                  <c:v>#N/A</c:v>
                </c:pt>
                <c:pt idx="782">
                  <c:v>#N/A</c:v>
                </c:pt>
                <c:pt idx="783">
                  <c:v>3070.0247831474599</c:v>
                </c:pt>
                <c:pt idx="784">
                  <c:v>#N/A</c:v>
                </c:pt>
                <c:pt idx="785">
                  <c:v>#N/A</c:v>
                </c:pt>
                <c:pt idx="786">
                  <c:v>#N/A</c:v>
                </c:pt>
                <c:pt idx="787">
                  <c:v>#N/A</c:v>
                </c:pt>
                <c:pt idx="788">
                  <c:v>#N/A</c:v>
                </c:pt>
                <c:pt idx="789">
                  <c:v>#N/A</c:v>
                </c:pt>
                <c:pt idx="790">
                  <c:v>#N/A</c:v>
                </c:pt>
                <c:pt idx="791">
                  <c:v>#N/A</c:v>
                </c:pt>
                <c:pt idx="792">
                  <c:v>#N/A</c:v>
                </c:pt>
                <c:pt idx="793">
                  <c:v>#N/A</c:v>
                </c:pt>
                <c:pt idx="794">
                  <c:v>#N/A</c:v>
                </c:pt>
                <c:pt idx="795">
                  <c:v>#N/A</c:v>
                </c:pt>
                <c:pt idx="796">
                  <c:v>#N/A</c:v>
                </c:pt>
                <c:pt idx="797">
                  <c:v>3171.3261105092088</c:v>
                </c:pt>
                <c:pt idx="798">
                  <c:v>#N/A</c:v>
                </c:pt>
                <c:pt idx="799">
                  <c:v>#N/A</c:v>
                </c:pt>
                <c:pt idx="800">
                  <c:v>#N/A</c:v>
                </c:pt>
                <c:pt idx="801">
                  <c:v>#N/A</c:v>
                </c:pt>
                <c:pt idx="802">
                  <c:v>#N/A</c:v>
                </c:pt>
                <c:pt idx="803">
                  <c:v>#N/A</c:v>
                </c:pt>
                <c:pt idx="804">
                  <c:v>#N/A</c:v>
                </c:pt>
                <c:pt idx="805">
                  <c:v>#N/A</c:v>
                </c:pt>
                <c:pt idx="806">
                  <c:v>#N/A</c:v>
                </c:pt>
                <c:pt idx="807">
                  <c:v>#N/A</c:v>
                </c:pt>
                <c:pt idx="808">
                  <c:v>#N/A</c:v>
                </c:pt>
                <c:pt idx="809">
                  <c:v>#N/A</c:v>
                </c:pt>
                <c:pt idx="810">
                  <c:v>3039.805496828752</c:v>
                </c:pt>
                <c:pt idx="811">
                  <c:v>#N/A</c:v>
                </c:pt>
                <c:pt idx="812">
                  <c:v>#N/A</c:v>
                </c:pt>
                <c:pt idx="813">
                  <c:v>#N/A</c:v>
                </c:pt>
                <c:pt idx="814">
                  <c:v>#N/A</c:v>
                </c:pt>
                <c:pt idx="815">
                  <c:v>#N/A</c:v>
                </c:pt>
                <c:pt idx="816">
                  <c:v>#N/A</c:v>
                </c:pt>
                <c:pt idx="817">
                  <c:v>#N/A</c:v>
                </c:pt>
                <c:pt idx="818">
                  <c:v>#N/A</c:v>
                </c:pt>
                <c:pt idx="819">
                  <c:v>#N/A</c:v>
                </c:pt>
                <c:pt idx="820">
                  <c:v>#N/A</c:v>
                </c:pt>
                <c:pt idx="821">
                  <c:v>#N/A</c:v>
                </c:pt>
                <c:pt idx="822">
                  <c:v>2945.0256410256411</c:v>
                </c:pt>
                <c:pt idx="823">
                  <c:v>#N/A</c:v>
                </c:pt>
                <c:pt idx="824">
                  <c:v>#N/A</c:v>
                </c:pt>
                <c:pt idx="825">
                  <c:v>#N/A</c:v>
                </c:pt>
                <c:pt idx="826">
                  <c:v>#N/A</c:v>
                </c:pt>
                <c:pt idx="827">
                  <c:v>#N/A</c:v>
                </c:pt>
                <c:pt idx="828">
                  <c:v>#N/A</c:v>
                </c:pt>
                <c:pt idx="829">
                  <c:v>#N/A</c:v>
                </c:pt>
                <c:pt idx="830">
                  <c:v>#N/A</c:v>
                </c:pt>
                <c:pt idx="831">
                  <c:v>#N/A</c:v>
                </c:pt>
                <c:pt idx="832">
                  <c:v>#N/A</c:v>
                </c:pt>
                <c:pt idx="833">
                  <c:v>#N/A</c:v>
                </c:pt>
                <c:pt idx="834">
                  <c:v>#N/A</c:v>
                </c:pt>
                <c:pt idx="835">
                  <c:v>#N/A</c:v>
                </c:pt>
                <c:pt idx="836">
                  <c:v>2844.0484048404837</c:v>
                </c:pt>
                <c:pt idx="837">
                  <c:v>#N/A</c:v>
                </c:pt>
                <c:pt idx="838">
                  <c:v>#N/A</c:v>
                </c:pt>
                <c:pt idx="839">
                  <c:v>#N/A</c:v>
                </c:pt>
                <c:pt idx="840">
                  <c:v>#N/A</c:v>
                </c:pt>
                <c:pt idx="841">
                  <c:v>#N/A</c:v>
                </c:pt>
                <c:pt idx="842">
                  <c:v>#N/A</c:v>
                </c:pt>
                <c:pt idx="843">
                  <c:v>#N/A</c:v>
                </c:pt>
                <c:pt idx="844">
                  <c:v>#N/A</c:v>
                </c:pt>
                <c:pt idx="845">
                  <c:v>#N/A</c:v>
                </c:pt>
                <c:pt idx="846">
                  <c:v>#N/A</c:v>
                </c:pt>
                <c:pt idx="847">
                  <c:v>#N/A</c:v>
                </c:pt>
                <c:pt idx="848">
                  <c:v>#N/A</c:v>
                </c:pt>
                <c:pt idx="849">
                  <c:v>2736.4700564971749</c:v>
                </c:pt>
                <c:pt idx="850">
                  <c:v>#N/A</c:v>
                </c:pt>
                <c:pt idx="851">
                  <c:v>#N/A</c:v>
                </c:pt>
                <c:pt idx="852">
                  <c:v>#N/A</c:v>
                </c:pt>
                <c:pt idx="853">
                  <c:v>#N/A</c:v>
                </c:pt>
                <c:pt idx="854">
                  <c:v>#N/A</c:v>
                </c:pt>
                <c:pt idx="855">
                  <c:v>#N/A</c:v>
                </c:pt>
                <c:pt idx="856">
                  <c:v>#N/A</c:v>
                </c:pt>
                <c:pt idx="857">
                  <c:v>#N/A</c:v>
                </c:pt>
                <c:pt idx="858">
                  <c:v>#N/A</c:v>
                </c:pt>
                <c:pt idx="859">
                  <c:v>#N/A</c:v>
                </c:pt>
                <c:pt idx="860">
                  <c:v>#N/A</c:v>
                </c:pt>
                <c:pt idx="861">
                  <c:v>#N/A</c:v>
                </c:pt>
                <c:pt idx="862">
                  <c:v>2515.140740740741</c:v>
                </c:pt>
                <c:pt idx="863">
                  <c:v>#N/A</c:v>
                </c:pt>
                <c:pt idx="864">
                  <c:v>#N/A</c:v>
                </c:pt>
                <c:pt idx="865">
                  <c:v>#N/A</c:v>
                </c:pt>
                <c:pt idx="866">
                  <c:v>#N/A</c:v>
                </c:pt>
                <c:pt idx="867">
                  <c:v>#N/A</c:v>
                </c:pt>
                <c:pt idx="868">
                  <c:v>#N/A</c:v>
                </c:pt>
                <c:pt idx="869">
                  <c:v>#N/A</c:v>
                </c:pt>
                <c:pt idx="870">
                  <c:v>#N/A</c:v>
                </c:pt>
                <c:pt idx="871">
                  <c:v>#N/A</c:v>
                </c:pt>
                <c:pt idx="872">
                  <c:v>#N/A</c:v>
                </c:pt>
                <c:pt idx="873">
                  <c:v>#N/A</c:v>
                </c:pt>
                <c:pt idx="874">
                  <c:v>2421.2517985611507</c:v>
                </c:pt>
                <c:pt idx="875">
                  <c:v>#N/A</c:v>
                </c:pt>
                <c:pt idx="876">
                  <c:v>#N/A</c:v>
                </c:pt>
                <c:pt idx="877">
                  <c:v>#N/A</c:v>
                </c:pt>
                <c:pt idx="878">
                  <c:v>#N/A</c:v>
                </c:pt>
                <c:pt idx="879">
                  <c:v>#N/A</c:v>
                </c:pt>
                <c:pt idx="880">
                  <c:v>#N/A</c:v>
                </c:pt>
                <c:pt idx="881">
                  <c:v>#N/A</c:v>
                </c:pt>
                <c:pt idx="882">
                  <c:v>#N/A</c:v>
                </c:pt>
                <c:pt idx="883">
                  <c:v>#N/A</c:v>
                </c:pt>
                <c:pt idx="884">
                  <c:v>#N/A</c:v>
                </c:pt>
                <c:pt idx="885">
                  <c:v>#N/A</c:v>
                </c:pt>
                <c:pt idx="886">
                  <c:v>#N/A</c:v>
                </c:pt>
                <c:pt idx="887">
                  <c:v>#N/A</c:v>
                </c:pt>
                <c:pt idx="888">
                  <c:v>2180.5451197053408</c:v>
                </c:pt>
                <c:pt idx="889">
                  <c:v>#N/A</c:v>
                </c:pt>
                <c:pt idx="890">
                  <c:v>#N/A</c:v>
                </c:pt>
                <c:pt idx="891">
                  <c:v>#N/A</c:v>
                </c:pt>
                <c:pt idx="892">
                  <c:v>#N/A</c:v>
                </c:pt>
                <c:pt idx="893">
                  <c:v>#N/A</c:v>
                </c:pt>
                <c:pt idx="894">
                  <c:v>#N/A</c:v>
                </c:pt>
                <c:pt idx="89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93-4116-BDF0-1C3A36FCD2CF}"/>
            </c:ext>
          </c:extLst>
        </c:ser>
        <c:ser>
          <c:idx val="3"/>
          <c:order val="2"/>
          <c:tx>
            <c:strRef>
              <c:f>data!$Q$13</c:f>
              <c:strCache>
                <c:ptCount val="1"/>
                <c:pt idx="0">
                  <c:v>12x</c:v>
                </c:pt>
              </c:strCache>
            </c:strRef>
          </c:tx>
          <c:spPr>
            <a:ln w="12700">
              <a:solidFill>
                <a:srgbClr val="C1E1FF"/>
              </a:solidFill>
              <a:prstDash val="solid"/>
            </a:ln>
          </c:spPr>
          <c:marker>
            <c:symbol val="none"/>
          </c:marker>
          <c:cat>
            <c:numRef>
              <c:f>data!$A$15:$A$910</c:f>
              <c:numCache>
                <c:formatCode>m/d/yyyy</c:formatCode>
                <c:ptCount val="896"/>
                <c:pt idx="0">
                  <c:v>46303</c:v>
                </c:pt>
                <c:pt idx="1">
                  <c:v>46297</c:v>
                </c:pt>
                <c:pt idx="2">
                  <c:v>46288</c:v>
                </c:pt>
                <c:pt idx="3">
                  <c:v>46283</c:v>
                </c:pt>
                <c:pt idx="4">
                  <c:v>46276</c:v>
                </c:pt>
                <c:pt idx="5">
                  <c:v>46269</c:v>
                </c:pt>
                <c:pt idx="6">
                  <c:v>46262</c:v>
                </c:pt>
                <c:pt idx="7">
                  <c:v>46255</c:v>
                </c:pt>
                <c:pt idx="8">
                  <c:v>46248</c:v>
                </c:pt>
                <c:pt idx="9">
                  <c:v>46241</c:v>
                </c:pt>
                <c:pt idx="10">
                  <c:v>46234</c:v>
                </c:pt>
                <c:pt idx="11">
                  <c:v>46227</c:v>
                </c:pt>
                <c:pt idx="12">
                  <c:v>46219</c:v>
                </c:pt>
                <c:pt idx="13">
                  <c:v>46213</c:v>
                </c:pt>
                <c:pt idx="14">
                  <c:v>46206</c:v>
                </c:pt>
                <c:pt idx="15">
                  <c:v>46199</c:v>
                </c:pt>
                <c:pt idx="16">
                  <c:v>46192</c:v>
                </c:pt>
                <c:pt idx="17">
                  <c:v>46185</c:v>
                </c:pt>
                <c:pt idx="18">
                  <c:v>46178</c:v>
                </c:pt>
                <c:pt idx="19">
                  <c:v>46171</c:v>
                </c:pt>
                <c:pt idx="20">
                  <c:v>46164</c:v>
                </c:pt>
                <c:pt idx="21">
                  <c:v>46157</c:v>
                </c:pt>
                <c:pt idx="22">
                  <c:v>46150</c:v>
                </c:pt>
                <c:pt idx="23">
                  <c:v>46142</c:v>
                </c:pt>
                <c:pt idx="24">
                  <c:v>46136</c:v>
                </c:pt>
                <c:pt idx="25">
                  <c:v>46129</c:v>
                </c:pt>
                <c:pt idx="26">
                  <c:v>46122</c:v>
                </c:pt>
                <c:pt idx="27">
                  <c:v>46115</c:v>
                </c:pt>
                <c:pt idx="28">
                  <c:v>46108</c:v>
                </c:pt>
                <c:pt idx="29">
                  <c:v>46101</c:v>
                </c:pt>
                <c:pt idx="30">
                  <c:v>46094</c:v>
                </c:pt>
                <c:pt idx="31">
                  <c:v>46087</c:v>
                </c:pt>
                <c:pt idx="32">
                  <c:v>46080</c:v>
                </c:pt>
                <c:pt idx="33">
                  <c:v>46073</c:v>
                </c:pt>
                <c:pt idx="34">
                  <c:v>46066</c:v>
                </c:pt>
                <c:pt idx="35">
                  <c:v>46059</c:v>
                </c:pt>
                <c:pt idx="36">
                  <c:v>46052</c:v>
                </c:pt>
                <c:pt idx="37">
                  <c:v>46045</c:v>
                </c:pt>
                <c:pt idx="38">
                  <c:v>46038</c:v>
                </c:pt>
                <c:pt idx="39">
                  <c:v>46031</c:v>
                </c:pt>
                <c:pt idx="40">
                  <c:v>46024</c:v>
                </c:pt>
                <c:pt idx="41">
                  <c:v>46017</c:v>
                </c:pt>
                <c:pt idx="42">
                  <c:v>46010</c:v>
                </c:pt>
                <c:pt idx="43">
                  <c:v>46003</c:v>
                </c:pt>
                <c:pt idx="44">
                  <c:v>45996</c:v>
                </c:pt>
                <c:pt idx="45">
                  <c:v>45989</c:v>
                </c:pt>
                <c:pt idx="46">
                  <c:v>45982</c:v>
                </c:pt>
                <c:pt idx="47">
                  <c:v>45975</c:v>
                </c:pt>
                <c:pt idx="48">
                  <c:v>45968</c:v>
                </c:pt>
                <c:pt idx="49">
                  <c:v>45961</c:v>
                </c:pt>
                <c:pt idx="50">
                  <c:v>45954</c:v>
                </c:pt>
                <c:pt idx="51">
                  <c:v>45947</c:v>
                </c:pt>
                <c:pt idx="52">
                  <c:v>45940</c:v>
                </c:pt>
                <c:pt idx="53">
                  <c:v>45932</c:v>
                </c:pt>
                <c:pt idx="54">
                  <c:v>45926</c:v>
                </c:pt>
                <c:pt idx="55">
                  <c:v>45919</c:v>
                </c:pt>
                <c:pt idx="56">
                  <c:v>45912</c:v>
                </c:pt>
                <c:pt idx="57">
                  <c:v>45905</c:v>
                </c:pt>
                <c:pt idx="58">
                  <c:v>45898</c:v>
                </c:pt>
                <c:pt idx="59">
                  <c:v>45891</c:v>
                </c:pt>
                <c:pt idx="60">
                  <c:v>45883</c:v>
                </c:pt>
                <c:pt idx="61">
                  <c:v>45877</c:v>
                </c:pt>
                <c:pt idx="62">
                  <c:v>45870</c:v>
                </c:pt>
                <c:pt idx="63">
                  <c:v>45863</c:v>
                </c:pt>
                <c:pt idx="64">
                  <c:v>45856</c:v>
                </c:pt>
                <c:pt idx="65">
                  <c:v>45849</c:v>
                </c:pt>
                <c:pt idx="66">
                  <c:v>45842</c:v>
                </c:pt>
                <c:pt idx="67">
                  <c:v>45835</c:v>
                </c:pt>
                <c:pt idx="68">
                  <c:v>45828</c:v>
                </c:pt>
                <c:pt idx="69">
                  <c:v>45821</c:v>
                </c:pt>
                <c:pt idx="70">
                  <c:v>45813</c:v>
                </c:pt>
                <c:pt idx="71">
                  <c:v>45807</c:v>
                </c:pt>
                <c:pt idx="72">
                  <c:v>45800</c:v>
                </c:pt>
                <c:pt idx="73">
                  <c:v>45793</c:v>
                </c:pt>
                <c:pt idx="74">
                  <c:v>45786</c:v>
                </c:pt>
                <c:pt idx="75">
                  <c:v>45779</c:v>
                </c:pt>
                <c:pt idx="76">
                  <c:v>45772</c:v>
                </c:pt>
                <c:pt idx="77">
                  <c:v>45765</c:v>
                </c:pt>
                <c:pt idx="78">
                  <c:v>45758</c:v>
                </c:pt>
                <c:pt idx="79">
                  <c:v>45751</c:v>
                </c:pt>
                <c:pt idx="80">
                  <c:v>45744</c:v>
                </c:pt>
                <c:pt idx="81">
                  <c:v>45737</c:v>
                </c:pt>
                <c:pt idx="82">
                  <c:v>45730</c:v>
                </c:pt>
                <c:pt idx="83">
                  <c:v>45723</c:v>
                </c:pt>
                <c:pt idx="84">
                  <c:v>45716</c:v>
                </c:pt>
                <c:pt idx="85">
                  <c:v>45709</c:v>
                </c:pt>
                <c:pt idx="86">
                  <c:v>45702</c:v>
                </c:pt>
                <c:pt idx="87">
                  <c:v>45695</c:v>
                </c:pt>
                <c:pt idx="88">
                  <c:v>45688</c:v>
                </c:pt>
                <c:pt idx="89">
                  <c:v>45681</c:v>
                </c:pt>
                <c:pt idx="90">
                  <c:v>45674</c:v>
                </c:pt>
                <c:pt idx="91">
                  <c:v>45667</c:v>
                </c:pt>
                <c:pt idx="92">
                  <c:v>45660</c:v>
                </c:pt>
                <c:pt idx="93">
                  <c:v>45653</c:v>
                </c:pt>
                <c:pt idx="94">
                  <c:v>45646</c:v>
                </c:pt>
                <c:pt idx="95">
                  <c:v>45639</c:v>
                </c:pt>
                <c:pt idx="96">
                  <c:v>45632</c:v>
                </c:pt>
                <c:pt idx="97">
                  <c:v>45625</c:v>
                </c:pt>
                <c:pt idx="98">
                  <c:v>45618</c:v>
                </c:pt>
                <c:pt idx="99">
                  <c:v>45611</c:v>
                </c:pt>
                <c:pt idx="100">
                  <c:v>45604</c:v>
                </c:pt>
                <c:pt idx="101">
                  <c:v>45597</c:v>
                </c:pt>
                <c:pt idx="102">
                  <c:v>45590</c:v>
                </c:pt>
                <c:pt idx="103">
                  <c:v>45583</c:v>
                </c:pt>
                <c:pt idx="104">
                  <c:v>45576</c:v>
                </c:pt>
                <c:pt idx="105">
                  <c:v>45569</c:v>
                </c:pt>
                <c:pt idx="106">
                  <c:v>45562</c:v>
                </c:pt>
                <c:pt idx="107">
                  <c:v>45555</c:v>
                </c:pt>
                <c:pt idx="108">
                  <c:v>45548</c:v>
                </c:pt>
                <c:pt idx="109">
                  <c:v>45541</c:v>
                </c:pt>
                <c:pt idx="110">
                  <c:v>45534</c:v>
                </c:pt>
                <c:pt idx="111">
                  <c:v>45527</c:v>
                </c:pt>
                <c:pt idx="112">
                  <c:v>45520</c:v>
                </c:pt>
                <c:pt idx="113">
                  <c:v>45513</c:v>
                </c:pt>
                <c:pt idx="114">
                  <c:v>45506</c:v>
                </c:pt>
                <c:pt idx="115">
                  <c:v>45499</c:v>
                </c:pt>
                <c:pt idx="116">
                  <c:v>45492</c:v>
                </c:pt>
                <c:pt idx="117">
                  <c:v>45485</c:v>
                </c:pt>
                <c:pt idx="118">
                  <c:v>45478</c:v>
                </c:pt>
                <c:pt idx="119">
                  <c:v>45471</c:v>
                </c:pt>
                <c:pt idx="120">
                  <c:v>45464</c:v>
                </c:pt>
                <c:pt idx="121">
                  <c:v>45457</c:v>
                </c:pt>
                <c:pt idx="122">
                  <c:v>45450</c:v>
                </c:pt>
                <c:pt idx="123">
                  <c:v>45443</c:v>
                </c:pt>
                <c:pt idx="124">
                  <c:v>45436</c:v>
                </c:pt>
                <c:pt idx="125">
                  <c:v>45429</c:v>
                </c:pt>
                <c:pt idx="126">
                  <c:v>45422</c:v>
                </c:pt>
                <c:pt idx="127">
                  <c:v>45415</c:v>
                </c:pt>
                <c:pt idx="128">
                  <c:v>45408</c:v>
                </c:pt>
                <c:pt idx="129">
                  <c:v>45401</c:v>
                </c:pt>
                <c:pt idx="130">
                  <c:v>45394</c:v>
                </c:pt>
                <c:pt idx="131">
                  <c:v>45387</c:v>
                </c:pt>
                <c:pt idx="132">
                  <c:v>45380</c:v>
                </c:pt>
                <c:pt idx="133">
                  <c:v>45373</c:v>
                </c:pt>
                <c:pt idx="134">
                  <c:v>45366</c:v>
                </c:pt>
                <c:pt idx="135">
                  <c:v>45359</c:v>
                </c:pt>
                <c:pt idx="136">
                  <c:v>45351</c:v>
                </c:pt>
                <c:pt idx="137">
                  <c:v>45345</c:v>
                </c:pt>
                <c:pt idx="138">
                  <c:v>45338</c:v>
                </c:pt>
                <c:pt idx="139">
                  <c:v>45330</c:v>
                </c:pt>
                <c:pt idx="140">
                  <c:v>45324</c:v>
                </c:pt>
                <c:pt idx="141">
                  <c:v>45317</c:v>
                </c:pt>
                <c:pt idx="142">
                  <c:v>45310</c:v>
                </c:pt>
                <c:pt idx="143">
                  <c:v>45303</c:v>
                </c:pt>
                <c:pt idx="144">
                  <c:v>45296</c:v>
                </c:pt>
                <c:pt idx="145">
                  <c:v>45288</c:v>
                </c:pt>
                <c:pt idx="146">
                  <c:v>45282</c:v>
                </c:pt>
                <c:pt idx="147">
                  <c:v>45275</c:v>
                </c:pt>
                <c:pt idx="148">
                  <c:v>45268</c:v>
                </c:pt>
                <c:pt idx="149">
                  <c:v>45261</c:v>
                </c:pt>
                <c:pt idx="150">
                  <c:v>45254</c:v>
                </c:pt>
                <c:pt idx="151">
                  <c:v>45247</c:v>
                </c:pt>
                <c:pt idx="152">
                  <c:v>45240</c:v>
                </c:pt>
                <c:pt idx="153">
                  <c:v>45233</c:v>
                </c:pt>
                <c:pt idx="154">
                  <c:v>45226</c:v>
                </c:pt>
                <c:pt idx="155">
                  <c:v>45219</c:v>
                </c:pt>
                <c:pt idx="156">
                  <c:v>45212</c:v>
                </c:pt>
                <c:pt idx="157">
                  <c:v>45205</c:v>
                </c:pt>
                <c:pt idx="158">
                  <c:v>45196</c:v>
                </c:pt>
                <c:pt idx="159">
                  <c:v>45191</c:v>
                </c:pt>
                <c:pt idx="160">
                  <c:v>45184</c:v>
                </c:pt>
                <c:pt idx="161">
                  <c:v>45177</c:v>
                </c:pt>
                <c:pt idx="162">
                  <c:v>45170</c:v>
                </c:pt>
                <c:pt idx="163">
                  <c:v>45163</c:v>
                </c:pt>
                <c:pt idx="164">
                  <c:v>45156</c:v>
                </c:pt>
                <c:pt idx="165">
                  <c:v>45149</c:v>
                </c:pt>
                <c:pt idx="166">
                  <c:v>45142</c:v>
                </c:pt>
                <c:pt idx="167">
                  <c:v>45135</c:v>
                </c:pt>
                <c:pt idx="168">
                  <c:v>45128</c:v>
                </c:pt>
                <c:pt idx="169">
                  <c:v>45121</c:v>
                </c:pt>
                <c:pt idx="170">
                  <c:v>45114</c:v>
                </c:pt>
                <c:pt idx="171">
                  <c:v>45107</c:v>
                </c:pt>
                <c:pt idx="172">
                  <c:v>45100</c:v>
                </c:pt>
                <c:pt idx="173">
                  <c:v>45093</c:v>
                </c:pt>
                <c:pt idx="174">
                  <c:v>45086</c:v>
                </c:pt>
                <c:pt idx="175">
                  <c:v>45079</c:v>
                </c:pt>
                <c:pt idx="176">
                  <c:v>45072</c:v>
                </c:pt>
                <c:pt idx="177">
                  <c:v>45065</c:v>
                </c:pt>
                <c:pt idx="178">
                  <c:v>45058</c:v>
                </c:pt>
                <c:pt idx="179">
                  <c:v>45050</c:v>
                </c:pt>
                <c:pt idx="180">
                  <c:v>45044</c:v>
                </c:pt>
                <c:pt idx="181">
                  <c:v>45037</c:v>
                </c:pt>
                <c:pt idx="182">
                  <c:v>45030</c:v>
                </c:pt>
                <c:pt idx="183">
                  <c:v>45023</c:v>
                </c:pt>
                <c:pt idx="184">
                  <c:v>45016</c:v>
                </c:pt>
                <c:pt idx="185">
                  <c:v>45009</c:v>
                </c:pt>
                <c:pt idx="186">
                  <c:v>45002</c:v>
                </c:pt>
                <c:pt idx="187">
                  <c:v>44995</c:v>
                </c:pt>
                <c:pt idx="188">
                  <c:v>44988</c:v>
                </c:pt>
                <c:pt idx="189">
                  <c:v>44981</c:v>
                </c:pt>
                <c:pt idx="190">
                  <c:v>44974</c:v>
                </c:pt>
                <c:pt idx="191">
                  <c:v>44967</c:v>
                </c:pt>
                <c:pt idx="192">
                  <c:v>44960</c:v>
                </c:pt>
                <c:pt idx="193">
                  <c:v>44953</c:v>
                </c:pt>
                <c:pt idx="194">
                  <c:v>44946</c:v>
                </c:pt>
                <c:pt idx="195">
                  <c:v>44939</c:v>
                </c:pt>
                <c:pt idx="196">
                  <c:v>44932</c:v>
                </c:pt>
                <c:pt idx="197">
                  <c:v>44924</c:v>
                </c:pt>
                <c:pt idx="198">
                  <c:v>44918</c:v>
                </c:pt>
                <c:pt idx="199">
                  <c:v>44911</c:v>
                </c:pt>
                <c:pt idx="200">
                  <c:v>44904</c:v>
                </c:pt>
                <c:pt idx="201">
                  <c:v>44897</c:v>
                </c:pt>
                <c:pt idx="202">
                  <c:v>44890</c:v>
                </c:pt>
                <c:pt idx="203">
                  <c:v>44883</c:v>
                </c:pt>
                <c:pt idx="204">
                  <c:v>44876</c:v>
                </c:pt>
                <c:pt idx="205">
                  <c:v>44869</c:v>
                </c:pt>
                <c:pt idx="206">
                  <c:v>44862</c:v>
                </c:pt>
                <c:pt idx="207">
                  <c:v>44855</c:v>
                </c:pt>
                <c:pt idx="208">
                  <c:v>44848</c:v>
                </c:pt>
                <c:pt idx="209">
                  <c:v>44841</c:v>
                </c:pt>
                <c:pt idx="210">
                  <c:v>44834</c:v>
                </c:pt>
                <c:pt idx="211">
                  <c:v>44827</c:v>
                </c:pt>
                <c:pt idx="212">
                  <c:v>44820</c:v>
                </c:pt>
                <c:pt idx="213">
                  <c:v>44812</c:v>
                </c:pt>
                <c:pt idx="214">
                  <c:v>44806</c:v>
                </c:pt>
                <c:pt idx="215">
                  <c:v>44799</c:v>
                </c:pt>
                <c:pt idx="216">
                  <c:v>44792</c:v>
                </c:pt>
                <c:pt idx="217">
                  <c:v>44785</c:v>
                </c:pt>
                <c:pt idx="218">
                  <c:v>44778</c:v>
                </c:pt>
                <c:pt idx="219">
                  <c:v>44771</c:v>
                </c:pt>
                <c:pt idx="220">
                  <c:v>44764</c:v>
                </c:pt>
                <c:pt idx="221">
                  <c:v>44757</c:v>
                </c:pt>
                <c:pt idx="222">
                  <c:v>44750</c:v>
                </c:pt>
                <c:pt idx="223">
                  <c:v>44743</c:v>
                </c:pt>
                <c:pt idx="224">
                  <c:v>44736</c:v>
                </c:pt>
                <c:pt idx="225">
                  <c:v>44729</c:v>
                </c:pt>
                <c:pt idx="226">
                  <c:v>44722</c:v>
                </c:pt>
                <c:pt idx="227">
                  <c:v>44715</c:v>
                </c:pt>
                <c:pt idx="228">
                  <c:v>44708</c:v>
                </c:pt>
                <c:pt idx="229">
                  <c:v>44701</c:v>
                </c:pt>
                <c:pt idx="230">
                  <c:v>44694</c:v>
                </c:pt>
                <c:pt idx="231">
                  <c:v>44687</c:v>
                </c:pt>
                <c:pt idx="232">
                  <c:v>44680</c:v>
                </c:pt>
                <c:pt idx="233">
                  <c:v>44673</c:v>
                </c:pt>
                <c:pt idx="234">
                  <c:v>44666</c:v>
                </c:pt>
                <c:pt idx="235">
                  <c:v>44659</c:v>
                </c:pt>
                <c:pt idx="236">
                  <c:v>44652</c:v>
                </c:pt>
                <c:pt idx="237">
                  <c:v>44645</c:v>
                </c:pt>
                <c:pt idx="238">
                  <c:v>44638</c:v>
                </c:pt>
                <c:pt idx="239">
                  <c:v>44631</c:v>
                </c:pt>
                <c:pt idx="240">
                  <c:v>44624</c:v>
                </c:pt>
                <c:pt idx="241">
                  <c:v>44617</c:v>
                </c:pt>
                <c:pt idx="242">
                  <c:v>44610</c:v>
                </c:pt>
                <c:pt idx="243">
                  <c:v>44603</c:v>
                </c:pt>
                <c:pt idx="244">
                  <c:v>44596</c:v>
                </c:pt>
                <c:pt idx="245">
                  <c:v>44589</c:v>
                </c:pt>
                <c:pt idx="246">
                  <c:v>44582</c:v>
                </c:pt>
                <c:pt idx="247">
                  <c:v>44575</c:v>
                </c:pt>
                <c:pt idx="248">
                  <c:v>44568</c:v>
                </c:pt>
                <c:pt idx="249">
                  <c:v>44560</c:v>
                </c:pt>
                <c:pt idx="250">
                  <c:v>44554</c:v>
                </c:pt>
                <c:pt idx="251">
                  <c:v>44547</c:v>
                </c:pt>
                <c:pt idx="252">
                  <c:v>44540</c:v>
                </c:pt>
                <c:pt idx="253">
                  <c:v>44533</c:v>
                </c:pt>
                <c:pt idx="254">
                  <c:v>44526</c:v>
                </c:pt>
                <c:pt idx="255">
                  <c:v>44519</c:v>
                </c:pt>
                <c:pt idx="256">
                  <c:v>44512</c:v>
                </c:pt>
                <c:pt idx="257">
                  <c:v>44505</c:v>
                </c:pt>
                <c:pt idx="258">
                  <c:v>44498</c:v>
                </c:pt>
                <c:pt idx="259">
                  <c:v>44491</c:v>
                </c:pt>
                <c:pt idx="260">
                  <c:v>44484</c:v>
                </c:pt>
                <c:pt idx="261">
                  <c:v>44477</c:v>
                </c:pt>
                <c:pt idx="262">
                  <c:v>44470</c:v>
                </c:pt>
                <c:pt idx="263">
                  <c:v>44463</c:v>
                </c:pt>
                <c:pt idx="264">
                  <c:v>44456</c:v>
                </c:pt>
                <c:pt idx="265">
                  <c:v>44449</c:v>
                </c:pt>
                <c:pt idx="266">
                  <c:v>44442</c:v>
                </c:pt>
                <c:pt idx="267">
                  <c:v>44435</c:v>
                </c:pt>
                <c:pt idx="268">
                  <c:v>44428</c:v>
                </c:pt>
                <c:pt idx="269">
                  <c:v>44421</c:v>
                </c:pt>
                <c:pt idx="270">
                  <c:v>44414</c:v>
                </c:pt>
                <c:pt idx="271">
                  <c:v>44407</c:v>
                </c:pt>
                <c:pt idx="272">
                  <c:v>44400</c:v>
                </c:pt>
                <c:pt idx="273">
                  <c:v>44393</c:v>
                </c:pt>
                <c:pt idx="274">
                  <c:v>44386</c:v>
                </c:pt>
                <c:pt idx="275">
                  <c:v>44379</c:v>
                </c:pt>
                <c:pt idx="276">
                  <c:v>44372</c:v>
                </c:pt>
                <c:pt idx="277">
                  <c:v>44365</c:v>
                </c:pt>
                <c:pt idx="278">
                  <c:v>44358</c:v>
                </c:pt>
                <c:pt idx="279">
                  <c:v>44351</c:v>
                </c:pt>
                <c:pt idx="280">
                  <c:v>44344</c:v>
                </c:pt>
                <c:pt idx="281">
                  <c:v>44337</c:v>
                </c:pt>
                <c:pt idx="282">
                  <c:v>44330</c:v>
                </c:pt>
                <c:pt idx="283">
                  <c:v>44323</c:v>
                </c:pt>
                <c:pt idx="284">
                  <c:v>44316</c:v>
                </c:pt>
                <c:pt idx="285">
                  <c:v>44309</c:v>
                </c:pt>
                <c:pt idx="286">
                  <c:v>44302</c:v>
                </c:pt>
                <c:pt idx="287">
                  <c:v>44295</c:v>
                </c:pt>
                <c:pt idx="288">
                  <c:v>44288</c:v>
                </c:pt>
                <c:pt idx="289">
                  <c:v>44281</c:v>
                </c:pt>
                <c:pt idx="290">
                  <c:v>44274</c:v>
                </c:pt>
                <c:pt idx="291">
                  <c:v>44267</c:v>
                </c:pt>
                <c:pt idx="292">
                  <c:v>44260</c:v>
                </c:pt>
                <c:pt idx="293">
                  <c:v>44253</c:v>
                </c:pt>
                <c:pt idx="294">
                  <c:v>44246</c:v>
                </c:pt>
                <c:pt idx="295">
                  <c:v>44237</c:v>
                </c:pt>
                <c:pt idx="296">
                  <c:v>44232</c:v>
                </c:pt>
                <c:pt idx="297">
                  <c:v>44225</c:v>
                </c:pt>
                <c:pt idx="298">
                  <c:v>44218</c:v>
                </c:pt>
                <c:pt idx="299">
                  <c:v>44211</c:v>
                </c:pt>
                <c:pt idx="300">
                  <c:v>44204</c:v>
                </c:pt>
                <c:pt idx="301">
                  <c:v>44195</c:v>
                </c:pt>
                <c:pt idx="302">
                  <c:v>44189</c:v>
                </c:pt>
                <c:pt idx="303">
                  <c:v>44183</c:v>
                </c:pt>
                <c:pt idx="304">
                  <c:v>44176</c:v>
                </c:pt>
                <c:pt idx="305">
                  <c:v>44169</c:v>
                </c:pt>
                <c:pt idx="306">
                  <c:v>44162</c:v>
                </c:pt>
                <c:pt idx="307">
                  <c:v>44155</c:v>
                </c:pt>
                <c:pt idx="308">
                  <c:v>44148</c:v>
                </c:pt>
                <c:pt idx="309">
                  <c:v>44141</c:v>
                </c:pt>
                <c:pt idx="310">
                  <c:v>44134</c:v>
                </c:pt>
                <c:pt idx="311">
                  <c:v>44127</c:v>
                </c:pt>
                <c:pt idx="312">
                  <c:v>44120</c:v>
                </c:pt>
                <c:pt idx="313">
                  <c:v>44112</c:v>
                </c:pt>
                <c:pt idx="314">
                  <c:v>44103</c:v>
                </c:pt>
                <c:pt idx="315">
                  <c:v>44099</c:v>
                </c:pt>
                <c:pt idx="316">
                  <c:v>44092</c:v>
                </c:pt>
                <c:pt idx="317">
                  <c:v>44085</c:v>
                </c:pt>
                <c:pt idx="318">
                  <c:v>44078</c:v>
                </c:pt>
                <c:pt idx="319">
                  <c:v>44071</c:v>
                </c:pt>
                <c:pt idx="320">
                  <c:v>44064</c:v>
                </c:pt>
                <c:pt idx="321">
                  <c:v>44057</c:v>
                </c:pt>
                <c:pt idx="322">
                  <c:v>44050</c:v>
                </c:pt>
                <c:pt idx="323">
                  <c:v>44043</c:v>
                </c:pt>
                <c:pt idx="324">
                  <c:v>44036</c:v>
                </c:pt>
                <c:pt idx="325">
                  <c:v>44029</c:v>
                </c:pt>
                <c:pt idx="326">
                  <c:v>44022</c:v>
                </c:pt>
                <c:pt idx="327">
                  <c:v>44015</c:v>
                </c:pt>
                <c:pt idx="328">
                  <c:v>44008</c:v>
                </c:pt>
                <c:pt idx="329">
                  <c:v>44001</c:v>
                </c:pt>
                <c:pt idx="330">
                  <c:v>43994</c:v>
                </c:pt>
                <c:pt idx="331">
                  <c:v>43987</c:v>
                </c:pt>
                <c:pt idx="332">
                  <c:v>43980</c:v>
                </c:pt>
                <c:pt idx="333">
                  <c:v>43973</c:v>
                </c:pt>
                <c:pt idx="334">
                  <c:v>43966</c:v>
                </c:pt>
                <c:pt idx="335">
                  <c:v>43959</c:v>
                </c:pt>
                <c:pt idx="336">
                  <c:v>43950</c:v>
                </c:pt>
                <c:pt idx="337">
                  <c:v>43945</c:v>
                </c:pt>
                <c:pt idx="338">
                  <c:v>43938</c:v>
                </c:pt>
                <c:pt idx="339">
                  <c:v>43931</c:v>
                </c:pt>
                <c:pt idx="340">
                  <c:v>43924</c:v>
                </c:pt>
                <c:pt idx="341">
                  <c:v>43917</c:v>
                </c:pt>
                <c:pt idx="342">
                  <c:v>43910</c:v>
                </c:pt>
                <c:pt idx="343">
                  <c:v>43903</c:v>
                </c:pt>
                <c:pt idx="344">
                  <c:v>43896</c:v>
                </c:pt>
                <c:pt idx="345">
                  <c:v>43889</c:v>
                </c:pt>
                <c:pt idx="346">
                  <c:v>43882</c:v>
                </c:pt>
                <c:pt idx="347">
                  <c:v>43875</c:v>
                </c:pt>
                <c:pt idx="348">
                  <c:v>43868</c:v>
                </c:pt>
                <c:pt idx="349">
                  <c:v>43861</c:v>
                </c:pt>
                <c:pt idx="350">
                  <c:v>43853</c:v>
                </c:pt>
                <c:pt idx="351">
                  <c:v>43847</c:v>
                </c:pt>
                <c:pt idx="352">
                  <c:v>43840</c:v>
                </c:pt>
                <c:pt idx="353">
                  <c:v>43833</c:v>
                </c:pt>
                <c:pt idx="354">
                  <c:v>43826</c:v>
                </c:pt>
                <c:pt idx="355">
                  <c:v>43819</c:v>
                </c:pt>
                <c:pt idx="356">
                  <c:v>43812</c:v>
                </c:pt>
                <c:pt idx="357">
                  <c:v>43805</c:v>
                </c:pt>
                <c:pt idx="358">
                  <c:v>43798</c:v>
                </c:pt>
                <c:pt idx="359">
                  <c:v>43791</c:v>
                </c:pt>
                <c:pt idx="360">
                  <c:v>43784</c:v>
                </c:pt>
                <c:pt idx="361">
                  <c:v>43777</c:v>
                </c:pt>
                <c:pt idx="362">
                  <c:v>43770</c:v>
                </c:pt>
                <c:pt idx="363">
                  <c:v>43763</c:v>
                </c:pt>
                <c:pt idx="364">
                  <c:v>43756</c:v>
                </c:pt>
                <c:pt idx="365">
                  <c:v>43749</c:v>
                </c:pt>
                <c:pt idx="366">
                  <c:v>43742</c:v>
                </c:pt>
                <c:pt idx="367">
                  <c:v>43735</c:v>
                </c:pt>
                <c:pt idx="368">
                  <c:v>43728</c:v>
                </c:pt>
                <c:pt idx="369">
                  <c:v>43719</c:v>
                </c:pt>
                <c:pt idx="370">
                  <c:v>43714</c:v>
                </c:pt>
                <c:pt idx="371">
                  <c:v>43707</c:v>
                </c:pt>
                <c:pt idx="372">
                  <c:v>43700</c:v>
                </c:pt>
                <c:pt idx="373">
                  <c:v>43693</c:v>
                </c:pt>
                <c:pt idx="374">
                  <c:v>43686</c:v>
                </c:pt>
                <c:pt idx="375">
                  <c:v>43679</c:v>
                </c:pt>
                <c:pt idx="376">
                  <c:v>43672</c:v>
                </c:pt>
                <c:pt idx="377">
                  <c:v>43665</c:v>
                </c:pt>
                <c:pt idx="378">
                  <c:v>43658</c:v>
                </c:pt>
                <c:pt idx="379">
                  <c:v>43651</c:v>
                </c:pt>
                <c:pt idx="380">
                  <c:v>43644</c:v>
                </c:pt>
                <c:pt idx="381">
                  <c:v>43637</c:v>
                </c:pt>
                <c:pt idx="382">
                  <c:v>43630</c:v>
                </c:pt>
                <c:pt idx="383">
                  <c:v>43623</c:v>
                </c:pt>
                <c:pt idx="384">
                  <c:v>43616</c:v>
                </c:pt>
                <c:pt idx="385">
                  <c:v>43609</c:v>
                </c:pt>
                <c:pt idx="386">
                  <c:v>43602</c:v>
                </c:pt>
                <c:pt idx="387">
                  <c:v>43595</c:v>
                </c:pt>
                <c:pt idx="388">
                  <c:v>43588</c:v>
                </c:pt>
                <c:pt idx="389">
                  <c:v>43581</c:v>
                </c:pt>
                <c:pt idx="390">
                  <c:v>43574</c:v>
                </c:pt>
                <c:pt idx="391">
                  <c:v>43567</c:v>
                </c:pt>
                <c:pt idx="392">
                  <c:v>43560</c:v>
                </c:pt>
                <c:pt idx="393">
                  <c:v>43553</c:v>
                </c:pt>
                <c:pt idx="394">
                  <c:v>43546</c:v>
                </c:pt>
                <c:pt idx="395">
                  <c:v>43539</c:v>
                </c:pt>
                <c:pt idx="396">
                  <c:v>43532</c:v>
                </c:pt>
                <c:pt idx="397">
                  <c:v>43524</c:v>
                </c:pt>
                <c:pt idx="398">
                  <c:v>43518</c:v>
                </c:pt>
                <c:pt idx="399">
                  <c:v>43511</c:v>
                </c:pt>
                <c:pt idx="400">
                  <c:v>43504</c:v>
                </c:pt>
                <c:pt idx="401">
                  <c:v>43497</c:v>
                </c:pt>
                <c:pt idx="402">
                  <c:v>43490</c:v>
                </c:pt>
                <c:pt idx="403">
                  <c:v>43483</c:v>
                </c:pt>
                <c:pt idx="404">
                  <c:v>43476</c:v>
                </c:pt>
                <c:pt idx="405">
                  <c:v>43469</c:v>
                </c:pt>
                <c:pt idx="406">
                  <c:v>43462</c:v>
                </c:pt>
                <c:pt idx="407">
                  <c:v>43455</c:v>
                </c:pt>
                <c:pt idx="408">
                  <c:v>43448</c:v>
                </c:pt>
                <c:pt idx="409">
                  <c:v>43441</c:v>
                </c:pt>
                <c:pt idx="410">
                  <c:v>43434</c:v>
                </c:pt>
                <c:pt idx="411">
                  <c:v>43427</c:v>
                </c:pt>
                <c:pt idx="412">
                  <c:v>43420</c:v>
                </c:pt>
                <c:pt idx="413">
                  <c:v>43413</c:v>
                </c:pt>
                <c:pt idx="414">
                  <c:v>43406</c:v>
                </c:pt>
                <c:pt idx="415">
                  <c:v>43399</c:v>
                </c:pt>
                <c:pt idx="416">
                  <c:v>43392</c:v>
                </c:pt>
                <c:pt idx="417">
                  <c:v>43385</c:v>
                </c:pt>
                <c:pt idx="418">
                  <c:v>43378</c:v>
                </c:pt>
                <c:pt idx="419">
                  <c:v>43371</c:v>
                </c:pt>
                <c:pt idx="420">
                  <c:v>43364</c:v>
                </c:pt>
                <c:pt idx="421">
                  <c:v>43357</c:v>
                </c:pt>
                <c:pt idx="422">
                  <c:v>43350</c:v>
                </c:pt>
                <c:pt idx="423">
                  <c:v>43343</c:v>
                </c:pt>
                <c:pt idx="424">
                  <c:v>43336</c:v>
                </c:pt>
                <c:pt idx="425">
                  <c:v>43329</c:v>
                </c:pt>
                <c:pt idx="426">
                  <c:v>43322</c:v>
                </c:pt>
                <c:pt idx="427">
                  <c:v>43315</c:v>
                </c:pt>
                <c:pt idx="428">
                  <c:v>43308</c:v>
                </c:pt>
                <c:pt idx="429">
                  <c:v>43301</c:v>
                </c:pt>
                <c:pt idx="430">
                  <c:v>43294</c:v>
                </c:pt>
                <c:pt idx="431">
                  <c:v>43287</c:v>
                </c:pt>
                <c:pt idx="432">
                  <c:v>43280</c:v>
                </c:pt>
                <c:pt idx="433">
                  <c:v>43273</c:v>
                </c:pt>
                <c:pt idx="434">
                  <c:v>43266</c:v>
                </c:pt>
                <c:pt idx="435">
                  <c:v>43259</c:v>
                </c:pt>
                <c:pt idx="436">
                  <c:v>43252</c:v>
                </c:pt>
                <c:pt idx="437">
                  <c:v>43245</c:v>
                </c:pt>
                <c:pt idx="438">
                  <c:v>43238</c:v>
                </c:pt>
                <c:pt idx="439">
                  <c:v>43231</c:v>
                </c:pt>
                <c:pt idx="440">
                  <c:v>43224</c:v>
                </c:pt>
                <c:pt idx="441">
                  <c:v>43217</c:v>
                </c:pt>
                <c:pt idx="442">
                  <c:v>43210</c:v>
                </c:pt>
                <c:pt idx="443">
                  <c:v>43203</c:v>
                </c:pt>
                <c:pt idx="444">
                  <c:v>43196</c:v>
                </c:pt>
                <c:pt idx="445">
                  <c:v>43189</c:v>
                </c:pt>
                <c:pt idx="446">
                  <c:v>43182</c:v>
                </c:pt>
                <c:pt idx="447">
                  <c:v>43175</c:v>
                </c:pt>
                <c:pt idx="448">
                  <c:v>43168</c:v>
                </c:pt>
                <c:pt idx="449">
                  <c:v>43161</c:v>
                </c:pt>
                <c:pt idx="450">
                  <c:v>43154</c:v>
                </c:pt>
                <c:pt idx="451">
                  <c:v>43145</c:v>
                </c:pt>
                <c:pt idx="452">
                  <c:v>43140</c:v>
                </c:pt>
                <c:pt idx="453">
                  <c:v>43133</c:v>
                </c:pt>
                <c:pt idx="454">
                  <c:v>43126</c:v>
                </c:pt>
                <c:pt idx="455">
                  <c:v>43119</c:v>
                </c:pt>
                <c:pt idx="456">
                  <c:v>43112</c:v>
                </c:pt>
                <c:pt idx="457">
                  <c:v>43105</c:v>
                </c:pt>
                <c:pt idx="458">
                  <c:v>43097</c:v>
                </c:pt>
                <c:pt idx="459">
                  <c:v>43091</c:v>
                </c:pt>
                <c:pt idx="460">
                  <c:v>43084</c:v>
                </c:pt>
                <c:pt idx="461">
                  <c:v>43077</c:v>
                </c:pt>
                <c:pt idx="462">
                  <c:v>43070</c:v>
                </c:pt>
                <c:pt idx="463">
                  <c:v>43063</c:v>
                </c:pt>
                <c:pt idx="464">
                  <c:v>43056</c:v>
                </c:pt>
                <c:pt idx="465">
                  <c:v>43049</c:v>
                </c:pt>
                <c:pt idx="466">
                  <c:v>43042</c:v>
                </c:pt>
                <c:pt idx="467">
                  <c:v>43035</c:v>
                </c:pt>
                <c:pt idx="468">
                  <c:v>43028</c:v>
                </c:pt>
                <c:pt idx="469">
                  <c:v>43021</c:v>
                </c:pt>
                <c:pt idx="470">
                  <c:v>43007</c:v>
                </c:pt>
                <c:pt idx="471">
                  <c:v>43000</c:v>
                </c:pt>
                <c:pt idx="472">
                  <c:v>42993</c:v>
                </c:pt>
                <c:pt idx="473">
                  <c:v>42986</c:v>
                </c:pt>
                <c:pt idx="474">
                  <c:v>42979</c:v>
                </c:pt>
                <c:pt idx="475">
                  <c:v>42972</c:v>
                </c:pt>
                <c:pt idx="476">
                  <c:v>42965</c:v>
                </c:pt>
                <c:pt idx="477">
                  <c:v>42958</c:v>
                </c:pt>
                <c:pt idx="478">
                  <c:v>42951</c:v>
                </c:pt>
                <c:pt idx="479">
                  <c:v>42944</c:v>
                </c:pt>
                <c:pt idx="480">
                  <c:v>42937</c:v>
                </c:pt>
                <c:pt idx="481">
                  <c:v>42930</c:v>
                </c:pt>
                <c:pt idx="482">
                  <c:v>42923</c:v>
                </c:pt>
                <c:pt idx="483">
                  <c:v>42916</c:v>
                </c:pt>
                <c:pt idx="484">
                  <c:v>42909</c:v>
                </c:pt>
                <c:pt idx="485">
                  <c:v>42902</c:v>
                </c:pt>
                <c:pt idx="486">
                  <c:v>42895</c:v>
                </c:pt>
                <c:pt idx="487">
                  <c:v>42888</c:v>
                </c:pt>
                <c:pt idx="488">
                  <c:v>42881</c:v>
                </c:pt>
                <c:pt idx="489">
                  <c:v>42874</c:v>
                </c:pt>
                <c:pt idx="490">
                  <c:v>42867</c:v>
                </c:pt>
                <c:pt idx="491">
                  <c:v>42859</c:v>
                </c:pt>
                <c:pt idx="492">
                  <c:v>42853</c:v>
                </c:pt>
                <c:pt idx="493">
                  <c:v>42846</c:v>
                </c:pt>
                <c:pt idx="494">
                  <c:v>42839</c:v>
                </c:pt>
                <c:pt idx="495">
                  <c:v>42832</c:v>
                </c:pt>
                <c:pt idx="496">
                  <c:v>42825</c:v>
                </c:pt>
                <c:pt idx="497">
                  <c:v>42818</c:v>
                </c:pt>
                <c:pt idx="498">
                  <c:v>42811</c:v>
                </c:pt>
                <c:pt idx="499">
                  <c:v>42804</c:v>
                </c:pt>
                <c:pt idx="500">
                  <c:v>42797</c:v>
                </c:pt>
                <c:pt idx="501">
                  <c:v>42790</c:v>
                </c:pt>
                <c:pt idx="502">
                  <c:v>42783</c:v>
                </c:pt>
                <c:pt idx="503">
                  <c:v>42776</c:v>
                </c:pt>
                <c:pt idx="504">
                  <c:v>42769</c:v>
                </c:pt>
                <c:pt idx="505">
                  <c:v>42761</c:v>
                </c:pt>
                <c:pt idx="506">
                  <c:v>42755</c:v>
                </c:pt>
                <c:pt idx="507">
                  <c:v>42748</c:v>
                </c:pt>
                <c:pt idx="508">
                  <c:v>42741</c:v>
                </c:pt>
                <c:pt idx="509">
                  <c:v>42733</c:v>
                </c:pt>
                <c:pt idx="510">
                  <c:v>42727</c:v>
                </c:pt>
                <c:pt idx="511">
                  <c:v>42720</c:v>
                </c:pt>
                <c:pt idx="512">
                  <c:v>42713</c:v>
                </c:pt>
                <c:pt idx="513">
                  <c:v>42706</c:v>
                </c:pt>
                <c:pt idx="514">
                  <c:v>42699</c:v>
                </c:pt>
                <c:pt idx="515">
                  <c:v>42692</c:v>
                </c:pt>
                <c:pt idx="516">
                  <c:v>42685</c:v>
                </c:pt>
                <c:pt idx="517">
                  <c:v>42678</c:v>
                </c:pt>
                <c:pt idx="518">
                  <c:v>42671</c:v>
                </c:pt>
                <c:pt idx="519">
                  <c:v>42664</c:v>
                </c:pt>
                <c:pt idx="520">
                  <c:v>42657</c:v>
                </c:pt>
                <c:pt idx="521">
                  <c:v>42650</c:v>
                </c:pt>
                <c:pt idx="522">
                  <c:v>42643</c:v>
                </c:pt>
                <c:pt idx="523">
                  <c:v>42636</c:v>
                </c:pt>
                <c:pt idx="524">
                  <c:v>42626</c:v>
                </c:pt>
                <c:pt idx="525">
                  <c:v>42622</c:v>
                </c:pt>
                <c:pt idx="526">
                  <c:v>42615</c:v>
                </c:pt>
                <c:pt idx="527">
                  <c:v>42608</c:v>
                </c:pt>
                <c:pt idx="528">
                  <c:v>42601</c:v>
                </c:pt>
                <c:pt idx="529">
                  <c:v>42594</c:v>
                </c:pt>
                <c:pt idx="530">
                  <c:v>42587</c:v>
                </c:pt>
                <c:pt idx="531">
                  <c:v>42580</c:v>
                </c:pt>
                <c:pt idx="532">
                  <c:v>42573</c:v>
                </c:pt>
                <c:pt idx="533">
                  <c:v>42566</c:v>
                </c:pt>
                <c:pt idx="534">
                  <c:v>42559</c:v>
                </c:pt>
                <c:pt idx="535">
                  <c:v>42552</c:v>
                </c:pt>
                <c:pt idx="536">
                  <c:v>42545</c:v>
                </c:pt>
                <c:pt idx="537">
                  <c:v>42538</c:v>
                </c:pt>
                <c:pt idx="538">
                  <c:v>42531</c:v>
                </c:pt>
                <c:pt idx="539">
                  <c:v>42524</c:v>
                </c:pt>
                <c:pt idx="540">
                  <c:v>42517</c:v>
                </c:pt>
                <c:pt idx="541">
                  <c:v>42510</c:v>
                </c:pt>
                <c:pt idx="542">
                  <c:v>42503</c:v>
                </c:pt>
                <c:pt idx="543">
                  <c:v>42494</c:v>
                </c:pt>
                <c:pt idx="544">
                  <c:v>42489</c:v>
                </c:pt>
                <c:pt idx="545">
                  <c:v>42482</c:v>
                </c:pt>
                <c:pt idx="546">
                  <c:v>42475</c:v>
                </c:pt>
                <c:pt idx="547">
                  <c:v>42468</c:v>
                </c:pt>
                <c:pt idx="548">
                  <c:v>42461</c:v>
                </c:pt>
                <c:pt idx="549">
                  <c:v>42454</c:v>
                </c:pt>
                <c:pt idx="550">
                  <c:v>42447</c:v>
                </c:pt>
                <c:pt idx="551">
                  <c:v>42440</c:v>
                </c:pt>
                <c:pt idx="552">
                  <c:v>42433</c:v>
                </c:pt>
                <c:pt idx="553">
                  <c:v>42426</c:v>
                </c:pt>
                <c:pt idx="554">
                  <c:v>42419</c:v>
                </c:pt>
                <c:pt idx="555">
                  <c:v>42412</c:v>
                </c:pt>
                <c:pt idx="556">
                  <c:v>42405</c:v>
                </c:pt>
                <c:pt idx="557">
                  <c:v>42398</c:v>
                </c:pt>
                <c:pt idx="558">
                  <c:v>42391</c:v>
                </c:pt>
                <c:pt idx="559">
                  <c:v>42384</c:v>
                </c:pt>
                <c:pt idx="560">
                  <c:v>42377</c:v>
                </c:pt>
                <c:pt idx="561">
                  <c:v>42368</c:v>
                </c:pt>
                <c:pt idx="562">
                  <c:v>42362</c:v>
                </c:pt>
                <c:pt idx="563">
                  <c:v>42356</c:v>
                </c:pt>
                <c:pt idx="564">
                  <c:v>42349</c:v>
                </c:pt>
                <c:pt idx="565">
                  <c:v>42342</c:v>
                </c:pt>
                <c:pt idx="566">
                  <c:v>42335</c:v>
                </c:pt>
                <c:pt idx="567">
                  <c:v>42328</c:v>
                </c:pt>
                <c:pt idx="568">
                  <c:v>42321</c:v>
                </c:pt>
                <c:pt idx="569">
                  <c:v>42314</c:v>
                </c:pt>
                <c:pt idx="570">
                  <c:v>42307</c:v>
                </c:pt>
                <c:pt idx="571">
                  <c:v>42300</c:v>
                </c:pt>
                <c:pt idx="572">
                  <c:v>42293</c:v>
                </c:pt>
                <c:pt idx="573">
                  <c:v>42285</c:v>
                </c:pt>
                <c:pt idx="574">
                  <c:v>42279</c:v>
                </c:pt>
                <c:pt idx="575">
                  <c:v>42272</c:v>
                </c:pt>
                <c:pt idx="576">
                  <c:v>42265</c:v>
                </c:pt>
                <c:pt idx="577">
                  <c:v>42258</c:v>
                </c:pt>
                <c:pt idx="578">
                  <c:v>42251</c:v>
                </c:pt>
                <c:pt idx="579">
                  <c:v>42244</c:v>
                </c:pt>
                <c:pt idx="580">
                  <c:v>42237</c:v>
                </c:pt>
                <c:pt idx="581">
                  <c:v>42229</c:v>
                </c:pt>
                <c:pt idx="582">
                  <c:v>42223</c:v>
                </c:pt>
                <c:pt idx="583">
                  <c:v>42216</c:v>
                </c:pt>
                <c:pt idx="584">
                  <c:v>42209</c:v>
                </c:pt>
                <c:pt idx="585">
                  <c:v>42202</c:v>
                </c:pt>
                <c:pt idx="586">
                  <c:v>42195</c:v>
                </c:pt>
                <c:pt idx="587">
                  <c:v>42188</c:v>
                </c:pt>
                <c:pt idx="588">
                  <c:v>42181</c:v>
                </c:pt>
                <c:pt idx="589">
                  <c:v>42174</c:v>
                </c:pt>
                <c:pt idx="590">
                  <c:v>42167</c:v>
                </c:pt>
                <c:pt idx="591">
                  <c:v>42160</c:v>
                </c:pt>
                <c:pt idx="592">
                  <c:v>42153</c:v>
                </c:pt>
                <c:pt idx="593">
                  <c:v>42146</c:v>
                </c:pt>
                <c:pt idx="594">
                  <c:v>42139</c:v>
                </c:pt>
                <c:pt idx="595">
                  <c:v>42132</c:v>
                </c:pt>
                <c:pt idx="596">
                  <c:v>42124</c:v>
                </c:pt>
                <c:pt idx="597">
                  <c:v>42118</c:v>
                </c:pt>
                <c:pt idx="598">
                  <c:v>42111</c:v>
                </c:pt>
                <c:pt idx="599">
                  <c:v>42104</c:v>
                </c:pt>
                <c:pt idx="600">
                  <c:v>42097</c:v>
                </c:pt>
                <c:pt idx="601">
                  <c:v>42090</c:v>
                </c:pt>
                <c:pt idx="602">
                  <c:v>42083</c:v>
                </c:pt>
                <c:pt idx="603">
                  <c:v>42076</c:v>
                </c:pt>
                <c:pt idx="604">
                  <c:v>42069</c:v>
                </c:pt>
                <c:pt idx="605">
                  <c:v>42062</c:v>
                </c:pt>
                <c:pt idx="606">
                  <c:v>42052</c:v>
                </c:pt>
                <c:pt idx="607">
                  <c:v>42048</c:v>
                </c:pt>
                <c:pt idx="608">
                  <c:v>42041</c:v>
                </c:pt>
                <c:pt idx="609">
                  <c:v>42034</c:v>
                </c:pt>
                <c:pt idx="610">
                  <c:v>42027</c:v>
                </c:pt>
                <c:pt idx="611">
                  <c:v>42020</c:v>
                </c:pt>
                <c:pt idx="612">
                  <c:v>42013</c:v>
                </c:pt>
                <c:pt idx="613">
                  <c:v>42006</c:v>
                </c:pt>
                <c:pt idx="614">
                  <c:v>41999</c:v>
                </c:pt>
                <c:pt idx="615">
                  <c:v>41992</c:v>
                </c:pt>
                <c:pt idx="616">
                  <c:v>41985</c:v>
                </c:pt>
                <c:pt idx="617">
                  <c:v>41978</c:v>
                </c:pt>
                <c:pt idx="618">
                  <c:v>41971</c:v>
                </c:pt>
                <c:pt idx="619">
                  <c:v>41964</c:v>
                </c:pt>
                <c:pt idx="620">
                  <c:v>41957</c:v>
                </c:pt>
                <c:pt idx="621">
                  <c:v>41950</c:v>
                </c:pt>
                <c:pt idx="622">
                  <c:v>41943</c:v>
                </c:pt>
                <c:pt idx="623">
                  <c:v>41936</c:v>
                </c:pt>
                <c:pt idx="624">
                  <c:v>41929</c:v>
                </c:pt>
                <c:pt idx="625">
                  <c:v>41922</c:v>
                </c:pt>
                <c:pt idx="626">
                  <c:v>41914</c:v>
                </c:pt>
                <c:pt idx="627">
                  <c:v>41908</c:v>
                </c:pt>
                <c:pt idx="628">
                  <c:v>41901</c:v>
                </c:pt>
                <c:pt idx="629">
                  <c:v>41894</c:v>
                </c:pt>
                <c:pt idx="630">
                  <c:v>41887</c:v>
                </c:pt>
                <c:pt idx="631">
                  <c:v>41880</c:v>
                </c:pt>
                <c:pt idx="632">
                  <c:v>41873</c:v>
                </c:pt>
                <c:pt idx="633">
                  <c:v>41865</c:v>
                </c:pt>
                <c:pt idx="634">
                  <c:v>41859</c:v>
                </c:pt>
                <c:pt idx="635">
                  <c:v>41852</c:v>
                </c:pt>
                <c:pt idx="636">
                  <c:v>41845</c:v>
                </c:pt>
                <c:pt idx="637">
                  <c:v>41838</c:v>
                </c:pt>
                <c:pt idx="638">
                  <c:v>41831</c:v>
                </c:pt>
                <c:pt idx="639">
                  <c:v>41824</c:v>
                </c:pt>
                <c:pt idx="640">
                  <c:v>41817</c:v>
                </c:pt>
                <c:pt idx="641">
                  <c:v>41810</c:v>
                </c:pt>
                <c:pt idx="642">
                  <c:v>41803</c:v>
                </c:pt>
                <c:pt idx="643">
                  <c:v>41795</c:v>
                </c:pt>
                <c:pt idx="644">
                  <c:v>41789</c:v>
                </c:pt>
                <c:pt idx="645">
                  <c:v>41782</c:v>
                </c:pt>
                <c:pt idx="646">
                  <c:v>41775</c:v>
                </c:pt>
                <c:pt idx="647">
                  <c:v>41768</c:v>
                </c:pt>
                <c:pt idx="648">
                  <c:v>41761</c:v>
                </c:pt>
                <c:pt idx="649">
                  <c:v>41754</c:v>
                </c:pt>
                <c:pt idx="650">
                  <c:v>41747</c:v>
                </c:pt>
                <c:pt idx="651">
                  <c:v>41740</c:v>
                </c:pt>
                <c:pt idx="652">
                  <c:v>41733</c:v>
                </c:pt>
                <c:pt idx="653">
                  <c:v>41726</c:v>
                </c:pt>
                <c:pt idx="654">
                  <c:v>41719</c:v>
                </c:pt>
                <c:pt idx="655">
                  <c:v>41712</c:v>
                </c:pt>
                <c:pt idx="656">
                  <c:v>41705</c:v>
                </c:pt>
                <c:pt idx="657">
                  <c:v>41698</c:v>
                </c:pt>
                <c:pt idx="658">
                  <c:v>41691</c:v>
                </c:pt>
                <c:pt idx="659">
                  <c:v>41684</c:v>
                </c:pt>
                <c:pt idx="660">
                  <c:v>41677</c:v>
                </c:pt>
                <c:pt idx="661">
                  <c:v>41668</c:v>
                </c:pt>
                <c:pt idx="662">
                  <c:v>41663</c:v>
                </c:pt>
                <c:pt idx="663">
                  <c:v>41656</c:v>
                </c:pt>
                <c:pt idx="664">
                  <c:v>41649</c:v>
                </c:pt>
                <c:pt idx="665">
                  <c:v>41642</c:v>
                </c:pt>
                <c:pt idx="666">
                  <c:v>41635</c:v>
                </c:pt>
                <c:pt idx="667">
                  <c:v>41628</c:v>
                </c:pt>
                <c:pt idx="668">
                  <c:v>41621</c:v>
                </c:pt>
                <c:pt idx="669">
                  <c:v>41614</c:v>
                </c:pt>
                <c:pt idx="670">
                  <c:v>41607</c:v>
                </c:pt>
                <c:pt idx="671">
                  <c:v>41600</c:v>
                </c:pt>
                <c:pt idx="672">
                  <c:v>41593</c:v>
                </c:pt>
                <c:pt idx="673">
                  <c:v>41586</c:v>
                </c:pt>
                <c:pt idx="674">
                  <c:v>41579</c:v>
                </c:pt>
                <c:pt idx="675">
                  <c:v>41572</c:v>
                </c:pt>
                <c:pt idx="676">
                  <c:v>41565</c:v>
                </c:pt>
                <c:pt idx="677">
                  <c:v>41558</c:v>
                </c:pt>
                <c:pt idx="678">
                  <c:v>41551</c:v>
                </c:pt>
                <c:pt idx="679">
                  <c:v>41544</c:v>
                </c:pt>
                <c:pt idx="680">
                  <c:v>41534</c:v>
                </c:pt>
                <c:pt idx="681">
                  <c:v>41530</c:v>
                </c:pt>
                <c:pt idx="682">
                  <c:v>41523</c:v>
                </c:pt>
                <c:pt idx="683">
                  <c:v>41516</c:v>
                </c:pt>
                <c:pt idx="684">
                  <c:v>41509</c:v>
                </c:pt>
                <c:pt idx="685">
                  <c:v>41502</c:v>
                </c:pt>
                <c:pt idx="686">
                  <c:v>41495</c:v>
                </c:pt>
                <c:pt idx="687">
                  <c:v>41488</c:v>
                </c:pt>
                <c:pt idx="688">
                  <c:v>41481</c:v>
                </c:pt>
                <c:pt idx="689">
                  <c:v>41474</c:v>
                </c:pt>
                <c:pt idx="690">
                  <c:v>41467</c:v>
                </c:pt>
                <c:pt idx="691">
                  <c:v>41460</c:v>
                </c:pt>
                <c:pt idx="692">
                  <c:v>41453</c:v>
                </c:pt>
                <c:pt idx="693">
                  <c:v>41446</c:v>
                </c:pt>
                <c:pt idx="694">
                  <c:v>41439</c:v>
                </c:pt>
                <c:pt idx="695">
                  <c:v>41432</c:v>
                </c:pt>
                <c:pt idx="696">
                  <c:v>41425</c:v>
                </c:pt>
                <c:pt idx="697">
                  <c:v>41418</c:v>
                </c:pt>
                <c:pt idx="698">
                  <c:v>41410</c:v>
                </c:pt>
                <c:pt idx="699">
                  <c:v>41404</c:v>
                </c:pt>
                <c:pt idx="700">
                  <c:v>41397</c:v>
                </c:pt>
                <c:pt idx="701">
                  <c:v>41390</c:v>
                </c:pt>
                <c:pt idx="702">
                  <c:v>41383</c:v>
                </c:pt>
                <c:pt idx="703">
                  <c:v>41376</c:v>
                </c:pt>
                <c:pt idx="704">
                  <c:v>41369</c:v>
                </c:pt>
                <c:pt idx="705">
                  <c:v>41362</c:v>
                </c:pt>
                <c:pt idx="706">
                  <c:v>41355</c:v>
                </c:pt>
                <c:pt idx="707">
                  <c:v>41348</c:v>
                </c:pt>
                <c:pt idx="708">
                  <c:v>41341</c:v>
                </c:pt>
                <c:pt idx="709">
                  <c:v>41333</c:v>
                </c:pt>
                <c:pt idx="710">
                  <c:v>41327</c:v>
                </c:pt>
                <c:pt idx="711">
                  <c:v>41320</c:v>
                </c:pt>
                <c:pt idx="712">
                  <c:v>41313</c:v>
                </c:pt>
                <c:pt idx="713">
                  <c:v>41306</c:v>
                </c:pt>
                <c:pt idx="714">
                  <c:v>41299</c:v>
                </c:pt>
                <c:pt idx="715">
                  <c:v>41292</c:v>
                </c:pt>
                <c:pt idx="716">
                  <c:v>41285</c:v>
                </c:pt>
                <c:pt idx="717">
                  <c:v>41278</c:v>
                </c:pt>
                <c:pt idx="718">
                  <c:v>41271</c:v>
                </c:pt>
                <c:pt idx="719">
                  <c:v>41264</c:v>
                </c:pt>
                <c:pt idx="720">
                  <c:v>41257</c:v>
                </c:pt>
                <c:pt idx="721">
                  <c:v>41250</c:v>
                </c:pt>
                <c:pt idx="722">
                  <c:v>41243</c:v>
                </c:pt>
                <c:pt idx="723">
                  <c:v>41236</c:v>
                </c:pt>
                <c:pt idx="724">
                  <c:v>41229</c:v>
                </c:pt>
                <c:pt idx="725">
                  <c:v>41222</c:v>
                </c:pt>
                <c:pt idx="726">
                  <c:v>41215</c:v>
                </c:pt>
                <c:pt idx="727">
                  <c:v>41208</c:v>
                </c:pt>
                <c:pt idx="728">
                  <c:v>41201</c:v>
                </c:pt>
                <c:pt idx="729">
                  <c:v>41194</c:v>
                </c:pt>
                <c:pt idx="730">
                  <c:v>41187</c:v>
                </c:pt>
                <c:pt idx="731">
                  <c:v>41180</c:v>
                </c:pt>
                <c:pt idx="732">
                  <c:v>41173</c:v>
                </c:pt>
                <c:pt idx="733">
                  <c:v>41166</c:v>
                </c:pt>
                <c:pt idx="734">
                  <c:v>41159</c:v>
                </c:pt>
                <c:pt idx="735">
                  <c:v>41152</c:v>
                </c:pt>
                <c:pt idx="736">
                  <c:v>41145</c:v>
                </c:pt>
                <c:pt idx="737">
                  <c:v>41138</c:v>
                </c:pt>
                <c:pt idx="738">
                  <c:v>41131</c:v>
                </c:pt>
                <c:pt idx="739">
                  <c:v>41124</c:v>
                </c:pt>
                <c:pt idx="740">
                  <c:v>41117</c:v>
                </c:pt>
                <c:pt idx="741">
                  <c:v>41110</c:v>
                </c:pt>
                <c:pt idx="742">
                  <c:v>41103</c:v>
                </c:pt>
                <c:pt idx="743">
                  <c:v>41096</c:v>
                </c:pt>
                <c:pt idx="744">
                  <c:v>41089</c:v>
                </c:pt>
                <c:pt idx="745">
                  <c:v>41082</c:v>
                </c:pt>
                <c:pt idx="746">
                  <c:v>41075</c:v>
                </c:pt>
                <c:pt idx="747">
                  <c:v>41068</c:v>
                </c:pt>
                <c:pt idx="748">
                  <c:v>41061</c:v>
                </c:pt>
                <c:pt idx="749">
                  <c:v>41054</c:v>
                </c:pt>
                <c:pt idx="750">
                  <c:v>41047</c:v>
                </c:pt>
                <c:pt idx="751">
                  <c:v>41040</c:v>
                </c:pt>
                <c:pt idx="752">
                  <c:v>41033</c:v>
                </c:pt>
                <c:pt idx="753">
                  <c:v>41026</c:v>
                </c:pt>
                <c:pt idx="754">
                  <c:v>41019</c:v>
                </c:pt>
                <c:pt idx="755">
                  <c:v>41012</c:v>
                </c:pt>
                <c:pt idx="756">
                  <c:v>41005</c:v>
                </c:pt>
                <c:pt idx="757">
                  <c:v>40998</c:v>
                </c:pt>
                <c:pt idx="758">
                  <c:v>40991</c:v>
                </c:pt>
                <c:pt idx="759">
                  <c:v>40984</c:v>
                </c:pt>
                <c:pt idx="760">
                  <c:v>40977</c:v>
                </c:pt>
                <c:pt idx="761">
                  <c:v>40970</c:v>
                </c:pt>
                <c:pt idx="762">
                  <c:v>40963</c:v>
                </c:pt>
                <c:pt idx="763">
                  <c:v>40956</c:v>
                </c:pt>
                <c:pt idx="764">
                  <c:v>40949</c:v>
                </c:pt>
                <c:pt idx="765">
                  <c:v>40942</c:v>
                </c:pt>
                <c:pt idx="766">
                  <c:v>40935</c:v>
                </c:pt>
                <c:pt idx="767">
                  <c:v>40928</c:v>
                </c:pt>
                <c:pt idx="768">
                  <c:v>40921</c:v>
                </c:pt>
                <c:pt idx="769">
                  <c:v>40914</c:v>
                </c:pt>
                <c:pt idx="770">
                  <c:v>40906</c:v>
                </c:pt>
                <c:pt idx="771">
                  <c:v>40900</c:v>
                </c:pt>
                <c:pt idx="772">
                  <c:v>40893</c:v>
                </c:pt>
                <c:pt idx="773">
                  <c:v>40886</c:v>
                </c:pt>
                <c:pt idx="774">
                  <c:v>40879</c:v>
                </c:pt>
                <c:pt idx="775">
                  <c:v>40872</c:v>
                </c:pt>
                <c:pt idx="776">
                  <c:v>40865</c:v>
                </c:pt>
                <c:pt idx="777">
                  <c:v>40858</c:v>
                </c:pt>
                <c:pt idx="778">
                  <c:v>40851</c:v>
                </c:pt>
                <c:pt idx="779">
                  <c:v>40844</c:v>
                </c:pt>
                <c:pt idx="780">
                  <c:v>40837</c:v>
                </c:pt>
                <c:pt idx="781">
                  <c:v>40830</c:v>
                </c:pt>
                <c:pt idx="782">
                  <c:v>40823</c:v>
                </c:pt>
                <c:pt idx="783">
                  <c:v>40816</c:v>
                </c:pt>
                <c:pt idx="784">
                  <c:v>40809</c:v>
                </c:pt>
                <c:pt idx="785">
                  <c:v>40802</c:v>
                </c:pt>
                <c:pt idx="786">
                  <c:v>40795</c:v>
                </c:pt>
                <c:pt idx="787">
                  <c:v>40788</c:v>
                </c:pt>
                <c:pt idx="788">
                  <c:v>40781</c:v>
                </c:pt>
                <c:pt idx="789">
                  <c:v>40774</c:v>
                </c:pt>
                <c:pt idx="790">
                  <c:v>40767</c:v>
                </c:pt>
                <c:pt idx="791">
                  <c:v>40760</c:v>
                </c:pt>
                <c:pt idx="792">
                  <c:v>40753</c:v>
                </c:pt>
                <c:pt idx="793">
                  <c:v>40746</c:v>
                </c:pt>
                <c:pt idx="794">
                  <c:v>40739</c:v>
                </c:pt>
                <c:pt idx="795">
                  <c:v>40732</c:v>
                </c:pt>
                <c:pt idx="796">
                  <c:v>40725</c:v>
                </c:pt>
                <c:pt idx="797">
                  <c:v>40718</c:v>
                </c:pt>
                <c:pt idx="798">
                  <c:v>40711</c:v>
                </c:pt>
                <c:pt idx="799">
                  <c:v>40704</c:v>
                </c:pt>
                <c:pt idx="800">
                  <c:v>40697</c:v>
                </c:pt>
                <c:pt idx="801">
                  <c:v>40690</c:v>
                </c:pt>
                <c:pt idx="802">
                  <c:v>40683</c:v>
                </c:pt>
                <c:pt idx="803">
                  <c:v>40676</c:v>
                </c:pt>
                <c:pt idx="804">
                  <c:v>40669</c:v>
                </c:pt>
                <c:pt idx="805">
                  <c:v>40662</c:v>
                </c:pt>
                <c:pt idx="806">
                  <c:v>40655</c:v>
                </c:pt>
                <c:pt idx="807">
                  <c:v>40648</c:v>
                </c:pt>
                <c:pt idx="808">
                  <c:v>40641</c:v>
                </c:pt>
                <c:pt idx="809">
                  <c:v>40634</c:v>
                </c:pt>
                <c:pt idx="810">
                  <c:v>40627</c:v>
                </c:pt>
                <c:pt idx="811">
                  <c:v>40620</c:v>
                </c:pt>
                <c:pt idx="812">
                  <c:v>40613</c:v>
                </c:pt>
                <c:pt idx="813">
                  <c:v>40606</c:v>
                </c:pt>
                <c:pt idx="814">
                  <c:v>40599</c:v>
                </c:pt>
                <c:pt idx="815">
                  <c:v>40592</c:v>
                </c:pt>
                <c:pt idx="816">
                  <c:v>40585</c:v>
                </c:pt>
                <c:pt idx="817">
                  <c:v>40575</c:v>
                </c:pt>
                <c:pt idx="818">
                  <c:v>40571</c:v>
                </c:pt>
                <c:pt idx="819">
                  <c:v>40564</c:v>
                </c:pt>
                <c:pt idx="820">
                  <c:v>40557</c:v>
                </c:pt>
                <c:pt idx="821">
                  <c:v>40550</c:v>
                </c:pt>
                <c:pt idx="822">
                  <c:v>40542</c:v>
                </c:pt>
                <c:pt idx="823">
                  <c:v>40536</c:v>
                </c:pt>
                <c:pt idx="824">
                  <c:v>40529</c:v>
                </c:pt>
                <c:pt idx="825">
                  <c:v>40522</c:v>
                </c:pt>
                <c:pt idx="826">
                  <c:v>40515</c:v>
                </c:pt>
                <c:pt idx="827">
                  <c:v>40508</c:v>
                </c:pt>
                <c:pt idx="828">
                  <c:v>40501</c:v>
                </c:pt>
                <c:pt idx="829">
                  <c:v>40494</c:v>
                </c:pt>
                <c:pt idx="830">
                  <c:v>40487</c:v>
                </c:pt>
                <c:pt idx="831">
                  <c:v>40480</c:v>
                </c:pt>
                <c:pt idx="832">
                  <c:v>40473</c:v>
                </c:pt>
                <c:pt idx="833">
                  <c:v>40466</c:v>
                </c:pt>
                <c:pt idx="834">
                  <c:v>40459</c:v>
                </c:pt>
                <c:pt idx="835">
                  <c:v>40452</c:v>
                </c:pt>
                <c:pt idx="836">
                  <c:v>40445</c:v>
                </c:pt>
                <c:pt idx="837">
                  <c:v>40438</c:v>
                </c:pt>
                <c:pt idx="838">
                  <c:v>40431</c:v>
                </c:pt>
                <c:pt idx="839">
                  <c:v>40424</c:v>
                </c:pt>
                <c:pt idx="840">
                  <c:v>40417</c:v>
                </c:pt>
                <c:pt idx="841">
                  <c:v>40410</c:v>
                </c:pt>
                <c:pt idx="842">
                  <c:v>40403</c:v>
                </c:pt>
                <c:pt idx="843">
                  <c:v>40396</c:v>
                </c:pt>
                <c:pt idx="844">
                  <c:v>40389</c:v>
                </c:pt>
                <c:pt idx="845">
                  <c:v>40382</c:v>
                </c:pt>
                <c:pt idx="846">
                  <c:v>40375</c:v>
                </c:pt>
                <c:pt idx="847">
                  <c:v>40368</c:v>
                </c:pt>
                <c:pt idx="848">
                  <c:v>40361</c:v>
                </c:pt>
                <c:pt idx="849">
                  <c:v>40354</c:v>
                </c:pt>
                <c:pt idx="850">
                  <c:v>40347</c:v>
                </c:pt>
                <c:pt idx="851">
                  <c:v>40340</c:v>
                </c:pt>
                <c:pt idx="852">
                  <c:v>40333</c:v>
                </c:pt>
                <c:pt idx="853">
                  <c:v>40326</c:v>
                </c:pt>
                <c:pt idx="854">
                  <c:v>40318</c:v>
                </c:pt>
                <c:pt idx="855">
                  <c:v>40312</c:v>
                </c:pt>
                <c:pt idx="856">
                  <c:v>40305</c:v>
                </c:pt>
                <c:pt idx="857">
                  <c:v>40298</c:v>
                </c:pt>
                <c:pt idx="858">
                  <c:v>40291</c:v>
                </c:pt>
                <c:pt idx="859">
                  <c:v>40284</c:v>
                </c:pt>
                <c:pt idx="860">
                  <c:v>40277</c:v>
                </c:pt>
                <c:pt idx="861">
                  <c:v>40270</c:v>
                </c:pt>
                <c:pt idx="862">
                  <c:v>40263</c:v>
                </c:pt>
                <c:pt idx="863">
                  <c:v>40256</c:v>
                </c:pt>
                <c:pt idx="864">
                  <c:v>40249</c:v>
                </c:pt>
                <c:pt idx="865">
                  <c:v>40242</c:v>
                </c:pt>
                <c:pt idx="866">
                  <c:v>40235</c:v>
                </c:pt>
                <c:pt idx="867">
                  <c:v>40228</c:v>
                </c:pt>
                <c:pt idx="868">
                  <c:v>40221</c:v>
                </c:pt>
                <c:pt idx="869">
                  <c:v>40214</c:v>
                </c:pt>
                <c:pt idx="870">
                  <c:v>40207</c:v>
                </c:pt>
                <c:pt idx="871">
                  <c:v>40200</c:v>
                </c:pt>
                <c:pt idx="872">
                  <c:v>40193</c:v>
                </c:pt>
                <c:pt idx="873">
                  <c:v>40186</c:v>
                </c:pt>
                <c:pt idx="874">
                  <c:v>40177</c:v>
                </c:pt>
                <c:pt idx="875">
                  <c:v>40171</c:v>
                </c:pt>
                <c:pt idx="876">
                  <c:v>40165</c:v>
                </c:pt>
                <c:pt idx="877">
                  <c:v>40158</c:v>
                </c:pt>
                <c:pt idx="878">
                  <c:v>40151</c:v>
                </c:pt>
                <c:pt idx="879">
                  <c:v>40144</c:v>
                </c:pt>
                <c:pt idx="880">
                  <c:v>40137</c:v>
                </c:pt>
                <c:pt idx="881">
                  <c:v>40130</c:v>
                </c:pt>
                <c:pt idx="882">
                  <c:v>40123</c:v>
                </c:pt>
                <c:pt idx="883">
                  <c:v>40116</c:v>
                </c:pt>
                <c:pt idx="884">
                  <c:v>40109</c:v>
                </c:pt>
                <c:pt idx="885">
                  <c:v>40102</c:v>
                </c:pt>
                <c:pt idx="886">
                  <c:v>40095</c:v>
                </c:pt>
                <c:pt idx="887">
                  <c:v>40087</c:v>
                </c:pt>
                <c:pt idx="888">
                  <c:v>40081</c:v>
                </c:pt>
                <c:pt idx="889">
                  <c:v>40074</c:v>
                </c:pt>
                <c:pt idx="890">
                  <c:v>40067</c:v>
                </c:pt>
                <c:pt idx="891">
                  <c:v>40060</c:v>
                </c:pt>
                <c:pt idx="892">
                  <c:v>40053</c:v>
                </c:pt>
                <c:pt idx="893">
                  <c:v>40046</c:v>
                </c:pt>
                <c:pt idx="894">
                  <c:v>40039</c:v>
                </c:pt>
                <c:pt idx="895">
                  <c:v>40032</c:v>
                </c:pt>
              </c:numCache>
            </c:numRef>
          </c:cat>
          <c:val>
            <c:numRef>
              <c:f>data!$Q$15:$Q$910</c:f>
              <c:numCache>
                <c:formatCode>_-* #,##0.0_-;\-* #,##0.0_-;_-* "-"_-;_-@_-</c:formatCode>
                <c:ptCount val="896"/>
                <c:pt idx="0">
                  <c:v>15559.913894324853</c:v>
                </c:pt>
                <c:pt idx="1">
                  <c:v>#N/A</c:v>
                </c:pt>
                <c:pt idx="2">
                  <c:v>15310.0972972973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13125.425227568268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7978.7823960880205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4877.5748031496069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3769.2578849721713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3546.5454545454545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3437.3751399776038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3527.7799511002445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3650.6727898966701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3381.0513595166167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2974.6895306859205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2969.5582479030754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2830.7023923444981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2585.8285714285712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2244.8882175226586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2517.5234521575985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2916.1082299887262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3245.6228571428569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3146.9510086455334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3311.5662650602417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3446.9558823529405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3384.6353543979503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2789.9174311926608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2554.1955555555555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2263.7504051863857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2097.9361179361181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2275.1390728476822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2324.2987697715289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2267.2036866359445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2288.9382273948072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2453.4899713467048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2922.7303102625297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3217.0297482837532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3230.7361111111109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3211.1816192560168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3341.9729119638823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3126.6202393906419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2974.2466321243523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2734.4683544303798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2509.5479876160994</c:v>
                </c:pt>
                <c:pt idx="510">
                  <c:v>#N/A</c:v>
                </c:pt>
                <c:pt idx="511">
                  <c:v>#N/A</c:v>
                </c:pt>
                <c:pt idx="512">
                  <c:v>#N/A</c:v>
                </c:pt>
                <c:pt idx="513">
                  <c:v>#N/A</c:v>
                </c:pt>
                <c:pt idx="514">
                  <c:v>#N/A</c:v>
                </c:pt>
                <c:pt idx="515">
                  <c:v>#N/A</c:v>
                </c:pt>
                <c:pt idx="516">
                  <c:v>#N/A</c:v>
                </c:pt>
                <c:pt idx="517">
                  <c:v>#N/A</c:v>
                </c:pt>
                <c:pt idx="518">
                  <c:v>#N/A</c:v>
                </c:pt>
                <c:pt idx="519">
                  <c:v>#N/A</c:v>
                </c:pt>
                <c:pt idx="520">
                  <c:v>#N/A</c:v>
                </c:pt>
                <c:pt idx="521">
                  <c:v>#N/A</c:v>
                </c:pt>
                <c:pt idx="522">
                  <c:v>2462.2048192771085</c:v>
                </c:pt>
                <c:pt idx="523">
                  <c:v>#N/A</c:v>
                </c:pt>
                <c:pt idx="524">
                  <c:v>#N/A</c:v>
                </c:pt>
                <c:pt idx="525">
                  <c:v>#N/A</c:v>
                </c:pt>
                <c:pt idx="526">
                  <c:v>#N/A</c:v>
                </c:pt>
                <c:pt idx="527">
                  <c:v>#N/A</c:v>
                </c:pt>
                <c:pt idx="528">
                  <c:v>#N/A</c:v>
                </c:pt>
                <c:pt idx="529">
                  <c:v>#N/A</c:v>
                </c:pt>
                <c:pt idx="530">
                  <c:v>#N/A</c:v>
                </c:pt>
                <c:pt idx="531">
                  <c:v>#N/A</c:v>
                </c:pt>
                <c:pt idx="532">
                  <c:v>#N/A</c:v>
                </c:pt>
                <c:pt idx="533">
                  <c:v>#N/A</c:v>
                </c:pt>
                <c:pt idx="534">
                  <c:v>#N/A</c:v>
                </c:pt>
                <c:pt idx="535">
                  <c:v>#N/A</c:v>
                </c:pt>
                <c:pt idx="536">
                  <c:v>2331.2694248234106</c:v>
                </c:pt>
                <c:pt idx="537">
                  <c:v>#N/A</c:v>
                </c:pt>
                <c:pt idx="538">
                  <c:v>#N/A</c:v>
                </c:pt>
                <c:pt idx="539">
                  <c:v>#N/A</c:v>
                </c:pt>
                <c:pt idx="540">
                  <c:v>#N/A</c:v>
                </c:pt>
                <c:pt idx="541">
                  <c:v>#N/A</c:v>
                </c:pt>
                <c:pt idx="542">
                  <c:v>#N/A</c:v>
                </c:pt>
                <c:pt idx="543">
                  <c:v>#N/A</c:v>
                </c:pt>
                <c:pt idx="544">
                  <c:v>#N/A</c:v>
                </c:pt>
                <c:pt idx="545">
                  <c:v>#N/A</c:v>
                </c:pt>
                <c:pt idx="546">
                  <c:v>#N/A</c:v>
                </c:pt>
                <c:pt idx="547">
                  <c:v>#N/A</c:v>
                </c:pt>
                <c:pt idx="548">
                  <c:v>#N/A</c:v>
                </c:pt>
                <c:pt idx="549">
                  <c:v>2148.5306859205775</c:v>
                </c:pt>
                <c:pt idx="550">
                  <c:v>#N/A</c:v>
                </c:pt>
                <c:pt idx="551">
                  <c:v>#N/A</c:v>
                </c:pt>
                <c:pt idx="552">
                  <c:v>#N/A</c:v>
                </c:pt>
                <c:pt idx="553">
                  <c:v>#N/A</c:v>
                </c:pt>
                <c:pt idx="554">
                  <c:v>#N/A</c:v>
                </c:pt>
                <c:pt idx="555">
                  <c:v>#N/A</c:v>
                </c:pt>
                <c:pt idx="556">
                  <c:v>#N/A</c:v>
                </c:pt>
                <c:pt idx="557">
                  <c:v>#N/A</c:v>
                </c:pt>
                <c:pt idx="558">
                  <c:v>#N/A</c:v>
                </c:pt>
                <c:pt idx="559">
                  <c:v>#N/A</c:v>
                </c:pt>
                <c:pt idx="560">
                  <c:v>#N/A</c:v>
                </c:pt>
                <c:pt idx="561">
                  <c:v>2212.0037593984962</c:v>
                </c:pt>
                <c:pt idx="562">
                  <c:v>#N/A</c:v>
                </c:pt>
                <c:pt idx="563">
                  <c:v>#N/A</c:v>
                </c:pt>
                <c:pt idx="564">
                  <c:v>#N/A</c:v>
                </c:pt>
                <c:pt idx="565">
                  <c:v>#N/A</c:v>
                </c:pt>
                <c:pt idx="566">
                  <c:v>#N/A</c:v>
                </c:pt>
                <c:pt idx="567">
                  <c:v>#N/A</c:v>
                </c:pt>
                <c:pt idx="568">
                  <c:v>#N/A</c:v>
                </c:pt>
                <c:pt idx="569">
                  <c:v>#N/A</c:v>
                </c:pt>
                <c:pt idx="570">
                  <c:v>#N/A</c:v>
                </c:pt>
                <c:pt idx="571">
                  <c:v>#N/A</c:v>
                </c:pt>
                <c:pt idx="572">
                  <c:v>#N/A</c:v>
                </c:pt>
                <c:pt idx="573">
                  <c:v>#N/A</c:v>
                </c:pt>
                <c:pt idx="574">
                  <c:v>#N/A</c:v>
                </c:pt>
                <c:pt idx="575">
                  <c:v>2261.319107662463</c:v>
                </c:pt>
                <c:pt idx="576">
                  <c:v>#N/A</c:v>
                </c:pt>
                <c:pt idx="577">
                  <c:v>#N/A</c:v>
                </c:pt>
                <c:pt idx="578">
                  <c:v>#N/A</c:v>
                </c:pt>
                <c:pt idx="579">
                  <c:v>#N/A</c:v>
                </c:pt>
                <c:pt idx="580">
                  <c:v>#N/A</c:v>
                </c:pt>
                <c:pt idx="581">
                  <c:v>#N/A</c:v>
                </c:pt>
                <c:pt idx="582">
                  <c:v>#N/A</c:v>
                </c:pt>
                <c:pt idx="583">
                  <c:v>#N/A</c:v>
                </c:pt>
                <c:pt idx="584">
                  <c:v>#N/A</c:v>
                </c:pt>
                <c:pt idx="585">
                  <c:v>#N/A</c:v>
                </c:pt>
                <c:pt idx="586">
                  <c:v>#N/A</c:v>
                </c:pt>
                <c:pt idx="587">
                  <c:v>#N/A</c:v>
                </c:pt>
                <c:pt idx="588">
                  <c:v>2361.8757062146897</c:v>
                </c:pt>
                <c:pt idx="589">
                  <c:v>#N/A</c:v>
                </c:pt>
                <c:pt idx="590">
                  <c:v>#N/A</c:v>
                </c:pt>
                <c:pt idx="591">
                  <c:v>#N/A</c:v>
                </c:pt>
                <c:pt idx="592">
                  <c:v>#N/A</c:v>
                </c:pt>
                <c:pt idx="593">
                  <c:v>#N/A</c:v>
                </c:pt>
                <c:pt idx="594">
                  <c:v>#N/A</c:v>
                </c:pt>
                <c:pt idx="595">
                  <c:v>#N/A</c:v>
                </c:pt>
                <c:pt idx="596">
                  <c:v>#N/A</c:v>
                </c:pt>
                <c:pt idx="597">
                  <c:v>#N/A</c:v>
                </c:pt>
                <c:pt idx="598">
                  <c:v>#N/A</c:v>
                </c:pt>
                <c:pt idx="599">
                  <c:v>#N/A</c:v>
                </c:pt>
                <c:pt idx="600">
                  <c:v>#N/A</c:v>
                </c:pt>
                <c:pt idx="601">
                  <c:v>2317.1701720841297</c:v>
                </c:pt>
                <c:pt idx="602">
                  <c:v>#N/A</c:v>
                </c:pt>
                <c:pt idx="603">
                  <c:v>#N/A</c:v>
                </c:pt>
                <c:pt idx="604">
                  <c:v>#N/A</c:v>
                </c:pt>
                <c:pt idx="605">
                  <c:v>#N/A</c:v>
                </c:pt>
                <c:pt idx="606">
                  <c:v>#N/A</c:v>
                </c:pt>
                <c:pt idx="607">
                  <c:v>#N/A</c:v>
                </c:pt>
                <c:pt idx="608">
                  <c:v>#N/A</c:v>
                </c:pt>
                <c:pt idx="609">
                  <c:v>#N/A</c:v>
                </c:pt>
                <c:pt idx="610">
                  <c:v>#N/A</c:v>
                </c:pt>
                <c:pt idx="611">
                  <c:v>#N/A</c:v>
                </c:pt>
                <c:pt idx="612">
                  <c:v>#N/A</c:v>
                </c:pt>
                <c:pt idx="613">
                  <c:v>#N/A</c:v>
                </c:pt>
                <c:pt idx="614">
                  <c:v>2256.5559845559847</c:v>
                </c:pt>
                <c:pt idx="615">
                  <c:v>#N/A</c:v>
                </c:pt>
                <c:pt idx="616">
                  <c:v>#N/A</c:v>
                </c:pt>
                <c:pt idx="617">
                  <c:v>#N/A</c:v>
                </c:pt>
                <c:pt idx="618">
                  <c:v>#N/A</c:v>
                </c:pt>
                <c:pt idx="619">
                  <c:v>#N/A</c:v>
                </c:pt>
                <c:pt idx="620">
                  <c:v>#N/A</c:v>
                </c:pt>
                <c:pt idx="621">
                  <c:v>#N/A</c:v>
                </c:pt>
                <c:pt idx="622">
                  <c:v>#N/A</c:v>
                </c:pt>
                <c:pt idx="623">
                  <c:v>#N/A</c:v>
                </c:pt>
                <c:pt idx="624">
                  <c:v>#N/A</c:v>
                </c:pt>
                <c:pt idx="625">
                  <c:v>#N/A</c:v>
                </c:pt>
                <c:pt idx="626">
                  <c:v>#N/A</c:v>
                </c:pt>
                <c:pt idx="627">
                  <c:v>2278.4747663551402</c:v>
                </c:pt>
                <c:pt idx="628">
                  <c:v>#N/A</c:v>
                </c:pt>
                <c:pt idx="629">
                  <c:v>#N/A</c:v>
                </c:pt>
                <c:pt idx="630">
                  <c:v>#N/A</c:v>
                </c:pt>
                <c:pt idx="631">
                  <c:v>#N/A</c:v>
                </c:pt>
                <c:pt idx="632">
                  <c:v>#N/A</c:v>
                </c:pt>
                <c:pt idx="633">
                  <c:v>#N/A</c:v>
                </c:pt>
                <c:pt idx="634">
                  <c:v>#N/A</c:v>
                </c:pt>
                <c:pt idx="635">
                  <c:v>#N/A</c:v>
                </c:pt>
                <c:pt idx="636">
                  <c:v>#N/A</c:v>
                </c:pt>
                <c:pt idx="637">
                  <c:v>#N/A</c:v>
                </c:pt>
                <c:pt idx="638">
                  <c:v>#N/A</c:v>
                </c:pt>
                <c:pt idx="639">
                  <c:v>#N/A</c:v>
                </c:pt>
                <c:pt idx="640">
                  <c:v>2371.9801192842942</c:v>
                </c:pt>
                <c:pt idx="641">
                  <c:v>#N/A</c:v>
                </c:pt>
                <c:pt idx="642">
                  <c:v>#N/A</c:v>
                </c:pt>
                <c:pt idx="643">
                  <c:v>#N/A</c:v>
                </c:pt>
                <c:pt idx="644">
                  <c:v>#N/A</c:v>
                </c:pt>
                <c:pt idx="645">
                  <c:v>#N/A</c:v>
                </c:pt>
                <c:pt idx="646">
                  <c:v>#N/A</c:v>
                </c:pt>
                <c:pt idx="647">
                  <c:v>#N/A</c:v>
                </c:pt>
                <c:pt idx="648">
                  <c:v>#N/A</c:v>
                </c:pt>
                <c:pt idx="649">
                  <c:v>#N/A</c:v>
                </c:pt>
                <c:pt idx="650">
                  <c:v>#N/A</c:v>
                </c:pt>
                <c:pt idx="651">
                  <c:v>#N/A</c:v>
                </c:pt>
                <c:pt idx="652">
                  <c:v>#N/A</c:v>
                </c:pt>
                <c:pt idx="653">
                  <c:v>2448.1977342945415</c:v>
                </c:pt>
                <c:pt idx="654">
                  <c:v>#N/A</c:v>
                </c:pt>
                <c:pt idx="655">
                  <c:v>#N/A</c:v>
                </c:pt>
                <c:pt idx="656">
                  <c:v>#N/A</c:v>
                </c:pt>
                <c:pt idx="657">
                  <c:v>#N/A</c:v>
                </c:pt>
                <c:pt idx="658">
                  <c:v>#N/A</c:v>
                </c:pt>
                <c:pt idx="659">
                  <c:v>#N/A</c:v>
                </c:pt>
                <c:pt idx="660">
                  <c:v>#N/A</c:v>
                </c:pt>
                <c:pt idx="661">
                  <c:v>#N/A</c:v>
                </c:pt>
                <c:pt idx="662">
                  <c:v>#N/A</c:v>
                </c:pt>
                <c:pt idx="663">
                  <c:v>#N/A</c:v>
                </c:pt>
                <c:pt idx="664">
                  <c:v>#N/A</c:v>
                </c:pt>
                <c:pt idx="665">
                  <c:v>#N/A</c:v>
                </c:pt>
                <c:pt idx="666">
                  <c:v>2591.9482200647253</c:v>
                </c:pt>
                <c:pt idx="667">
                  <c:v>#N/A</c:v>
                </c:pt>
                <c:pt idx="668">
                  <c:v>#N/A</c:v>
                </c:pt>
                <c:pt idx="669">
                  <c:v>#N/A</c:v>
                </c:pt>
                <c:pt idx="670">
                  <c:v>#N/A</c:v>
                </c:pt>
                <c:pt idx="671">
                  <c:v>#N/A</c:v>
                </c:pt>
                <c:pt idx="672">
                  <c:v>#N/A</c:v>
                </c:pt>
                <c:pt idx="673">
                  <c:v>#N/A</c:v>
                </c:pt>
                <c:pt idx="674">
                  <c:v>#N/A</c:v>
                </c:pt>
                <c:pt idx="675">
                  <c:v>#N/A</c:v>
                </c:pt>
                <c:pt idx="676">
                  <c:v>#N/A</c:v>
                </c:pt>
                <c:pt idx="677">
                  <c:v>#N/A</c:v>
                </c:pt>
                <c:pt idx="678">
                  <c:v>#N/A</c:v>
                </c:pt>
                <c:pt idx="679">
                  <c:v>2587.524115755627</c:v>
                </c:pt>
                <c:pt idx="680">
                  <c:v>#N/A</c:v>
                </c:pt>
                <c:pt idx="681">
                  <c:v>#N/A</c:v>
                </c:pt>
                <c:pt idx="682">
                  <c:v>#N/A</c:v>
                </c:pt>
                <c:pt idx="683">
                  <c:v>#N/A</c:v>
                </c:pt>
                <c:pt idx="684">
                  <c:v>#N/A</c:v>
                </c:pt>
                <c:pt idx="685">
                  <c:v>#N/A</c:v>
                </c:pt>
                <c:pt idx="686">
                  <c:v>#N/A</c:v>
                </c:pt>
                <c:pt idx="687">
                  <c:v>#N/A</c:v>
                </c:pt>
                <c:pt idx="688">
                  <c:v>#N/A</c:v>
                </c:pt>
                <c:pt idx="689">
                  <c:v>#N/A</c:v>
                </c:pt>
                <c:pt idx="690">
                  <c:v>#N/A</c:v>
                </c:pt>
                <c:pt idx="691">
                  <c:v>#N/A</c:v>
                </c:pt>
                <c:pt idx="692">
                  <c:v>2627.4782608695655</c:v>
                </c:pt>
                <c:pt idx="693">
                  <c:v>#N/A</c:v>
                </c:pt>
                <c:pt idx="694">
                  <c:v>#N/A</c:v>
                </c:pt>
                <c:pt idx="695">
                  <c:v>#N/A</c:v>
                </c:pt>
                <c:pt idx="696">
                  <c:v>#N/A</c:v>
                </c:pt>
                <c:pt idx="697">
                  <c:v>#N/A</c:v>
                </c:pt>
                <c:pt idx="698">
                  <c:v>#N/A</c:v>
                </c:pt>
                <c:pt idx="699">
                  <c:v>#N/A</c:v>
                </c:pt>
                <c:pt idx="700">
                  <c:v>#N/A</c:v>
                </c:pt>
                <c:pt idx="701">
                  <c:v>#N/A</c:v>
                </c:pt>
                <c:pt idx="702">
                  <c:v>#N/A</c:v>
                </c:pt>
                <c:pt idx="703">
                  <c:v>#N/A</c:v>
                </c:pt>
                <c:pt idx="704">
                  <c:v>#N/A</c:v>
                </c:pt>
                <c:pt idx="705">
                  <c:v>2626.4934497816594</c:v>
                </c:pt>
                <c:pt idx="706">
                  <c:v>#N/A</c:v>
                </c:pt>
                <c:pt idx="707">
                  <c:v>#N/A</c:v>
                </c:pt>
                <c:pt idx="708">
                  <c:v>#N/A</c:v>
                </c:pt>
                <c:pt idx="709">
                  <c:v>#N/A</c:v>
                </c:pt>
                <c:pt idx="710">
                  <c:v>#N/A</c:v>
                </c:pt>
                <c:pt idx="711">
                  <c:v>#N/A</c:v>
                </c:pt>
                <c:pt idx="712">
                  <c:v>#N/A</c:v>
                </c:pt>
                <c:pt idx="713">
                  <c:v>#N/A</c:v>
                </c:pt>
                <c:pt idx="714">
                  <c:v>#N/A</c:v>
                </c:pt>
                <c:pt idx="715">
                  <c:v>#N/A</c:v>
                </c:pt>
                <c:pt idx="716">
                  <c:v>#N/A</c:v>
                </c:pt>
                <c:pt idx="717">
                  <c:v>#N/A</c:v>
                </c:pt>
                <c:pt idx="718">
                  <c:v>2653.8870431893688</c:v>
                </c:pt>
                <c:pt idx="719">
                  <c:v>#N/A</c:v>
                </c:pt>
                <c:pt idx="720">
                  <c:v>#N/A</c:v>
                </c:pt>
                <c:pt idx="721">
                  <c:v>#N/A</c:v>
                </c:pt>
                <c:pt idx="722">
                  <c:v>#N/A</c:v>
                </c:pt>
                <c:pt idx="723">
                  <c:v>#N/A</c:v>
                </c:pt>
                <c:pt idx="724">
                  <c:v>#N/A</c:v>
                </c:pt>
                <c:pt idx="725">
                  <c:v>#N/A</c:v>
                </c:pt>
                <c:pt idx="726">
                  <c:v>#N/A</c:v>
                </c:pt>
                <c:pt idx="727">
                  <c:v>#N/A</c:v>
                </c:pt>
                <c:pt idx="728">
                  <c:v>#N/A</c:v>
                </c:pt>
                <c:pt idx="729">
                  <c:v>#N/A</c:v>
                </c:pt>
                <c:pt idx="730">
                  <c:v>#N/A</c:v>
                </c:pt>
                <c:pt idx="731">
                  <c:v>2598.1041214750539</c:v>
                </c:pt>
                <c:pt idx="732">
                  <c:v>#N/A</c:v>
                </c:pt>
                <c:pt idx="733">
                  <c:v>#N/A</c:v>
                </c:pt>
                <c:pt idx="734">
                  <c:v>#N/A</c:v>
                </c:pt>
                <c:pt idx="735">
                  <c:v>#N/A</c:v>
                </c:pt>
                <c:pt idx="736">
                  <c:v>#N/A</c:v>
                </c:pt>
                <c:pt idx="737">
                  <c:v>#N/A</c:v>
                </c:pt>
                <c:pt idx="738">
                  <c:v>#N/A</c:v>
                </c:pt>
                <c:pt idx="739">
                  <c:v>#N/A</c:v>
                </c:pt>
                <c:pt idx="740">
                  <c:v>#N/A</c:v>
                </c:pt>
                <c:pt idx="741">
                  <c:v>#N/A</c:v>
                </c:pt>
                <c:pt idx="742">
                  <c:v>#N/A</c:v>
                </c:pt>
                <c:pt idx="743">
                  <c:v>#N/A</c:v>
                </c:pt>
                <c:pt idx="744">
                  <c:v>2674.0528846153843</c:v>
                </c:pt>
                <c:pt idx="745">
                  <c:v>#N/A</c:v>
                </c:pt>
                <c:pt idx="746">
                  <c:v>#N/A</c:v>
                </c:pt>
                <c:pt idx="747">
                  <c:v>#N/A</c:v>
                </c:pt>
                <c:pt idx="748">
                  <c:v>#N/A</c:v>
                </c:pt>
                <c:pt idx="749">
                  <c:v>#N/A</c:v>
                </c:pt>
                <c:pt idx="750">
                  <c:v>#N/A</c:v>
                </c:pt>
                <c:pt idx="751">
                  <c:v>#N/A</c:v>
                </c:pt>
                <c:pt idx="752">
                  <c:v>#N/A</c:v>
                </c:pt>
                <c:pt idx="753">
                  <c:v>#N/A</c:v>
                </c:pt>
                <c:pt idx="754">
                  <c:v>#N/A</c:v>
                </c:pt>
                <c:pt idx="755">
                  <c:v>#N/A</c:v>
                </c:pt>
                <c:pt idx="756">
                  <c:v>#N/A</c:v>
                </c:pt>
                <c:pt idx="757">
                  <c:v>2576.5970149253731</c:v>
                </c:pt>
                <c:pt idx="758">
                  <c:v>#N/A</c:v>
                </c:pt>
                <c:pt idx="759">
                  <c:v>#N/A</c:v>
                </c:pt>
                <c:pt idx="760">
                  <c:v>#N/A</c:v>
                </c:pt>
                <c:pt idx="761">
                  <c:v>#N/A</c:v>
                </c:pt>
                <c:pt idx="762">
                  <c:v>#N/A</c:v>
                </c:pt>
                <c:pt idx="763">
                  <c:v>#N/A</c:v>
                </c:pt>
                <c:pt idx="764">
                  <c:v>#N/A</c:v>
                </c:pt>
                <c:pt idx="765">
                  <c:v>#N/A</c:v>
                </c:pt>
                <c:pt idx="766">
                  <c:v>#N/A</c:v>
                </c:pt>
                <c:pt idx="767">
                  <c:v>#N/A</c:v>
                </c:pt>
                <c:pt idx="768">
                  <c:v>#N/A</c:v>
                </c:pt>
                <c:pt idx="769">
                  <c:v>#N/A</c:v>
                </c:pt>
                <c:pt idx="770">
                  <c:v>2605.0986920332939</c:v>
                </c:pt>
                <c:pt idx="771">
                  <c:v>#N/A</c:v>
                </c:pt>
                <c:pt idx="772">
                  <c:v>#N/A</c:v>
                </c:pt>
                <c:pt idx="773">
                  <c:v>#N/A</c:v>
                </c:pt>
                <c:pt idx="774">
                  <c:v>#N/A</c:v>
                </c:pt>
                <c:pt idx="775">
                  <c:v>#N/A</c:v>
                </c:pt>
                <c:pt idx="776">
                  <c:v>#N/A</c:v>
                </c:pt>
                <c:pt idx="777">
                  <c:v>#N/A</c:v>
                </c:pt>
                <c:pt idx="778">
                  <c:v>#N/A</c:v>
                </c:pt>
                <c:pt idx="779">
                  <c:v>#N/A</c:v>
                </c:pt>
                <c:pt idx="780">
                  <c:v>#N/A</c:v>
                </c:pt>
                <c:pt idx="781">
                  <c:v>#N/A</c:v>
                </c:pt>
                <c:pt idx="782">
                  <c:v>#N/A</c:v>
                </c:pt>
                <c:pt idx="783">
                  <c:v>2631.4498141263944</c:v>
                </c:pt>
                <c:pt idx="784">
                  <c:v>#N/A</c:v>
                </c:pt>
                <c:pt idx="785">
                  <c:v>#N/A</c:v>
                </c:pt>
                <c:pt idx="786">
                  <c:v>#N/A</c:v>
                </c:pt>
                <c:pt idx="787">
                  <c:v>#N/A</c:v>
                </c:pt>
                <c:pt idx="788">
                  <c:v>#N/A</c:v>
                </c:pt>
                <c:pt idx="789">
                  <c:v>#N/A</c:v>
                </c:pt>
                <c:pt idx="790">
                  <c:v>#N/A</c:v>
                </c:pt>
                <c:pt idx="791">
                  <c:v>#N/A</c:v>
                </c:pt>
                <c:pt idx="792">
                  <c:v>#N/A</c:v>
                </c:pt>
                <c:pt idx="793">
                  <c:v>#N/A</c:v>
                </c:pt>
                <c:pt idx="794">
                  <c:v>#N/A</c:v>
                </c:pt>
                <c:pt idx="795">
                  <c:v>#N/A</c:v>
                </c:pt>
                <c:pt idx="796">
                  <c:v>#N/A</c:v>
                </c:pt>
                <c:pt idx="797">
                  <c:v>2718.2795232936078</c:v>
                </c:pt>
                <c:pt idx="798">
                  <c:v>#N/A</c:v>
                </c:pt>
                <c:pt idx="799">
                  <c:v>#N/A</c:v>
                </c:pt>
                <c:pt idx="800">
                  <c:v>#N/A</c:v>
                </c:pt>
                <c:pt idx="801">
                  <c:v>#N/A</c:v>
                </c:pt>
                <c:pt idx="802">
                  <c:v>#N/A</c:v>
                </c:pt>
                <c:pt idx="803">
                  <c:v>#N/A</c:v>
                </c:pt>
                <c:pt idx="804">
                  <c:v>#N/A</c:v>
                </c:pt>
                <c:pt idx="805">
                  <c:v>#N/A</c:v>
                </c:pt>
                <c:pt idx="806">
                  <c:v>#N/A</c:v>
                </c:pt>
                <c:pt idx="807">
                  <c:v>#N/A</c:v>
                </c:pt>
                <c:pt idx="808">
                  <c:v>#N/A</c:v>
                </c:pt>
                <c:pt idx="809">
                  <c:v>#N/A</c:v>
                </c:pt>
                <c:pt idx="810">
                  <c:v>2605.547568710359</c:v>
                </c:pt>
                <c:pt idx="811">
                  <c:v>#N/A</c:v>
                </c:pt>
                <c:pt idx="812">
                  <c:v>#N/A</c:v>
                </c:pt>
                <c:pt idx="813">
                  <c:v>#N/A</c:v>
                </c:pt>
                <c:pt idx="814">
                  <c:v>#N/A</c:v>
                </c:pt>
                <c:pt idx="815">
                  <c:v>#N/A</c:v>
                </c:pt>
                <c:pt idx="816">
                  <c:v>#N/A</c:v>
                </c:pt>
                <c:pt idx="817">
                  <c:v>#N/A</c:v>
                </c:pt>
                <c:pt idx="818">
                  <c:v>#N/A</c:v>
                </c:pt>
                <c:pt idx="819">
                  <c:v>#N/A</c:v>
                </c:pt>
                <c:pt idx="820">
                  <c:v>#N/A</c:v>
                </c:pt>
                <c:pt idx="821">
                  <c:v>#N/A</c:v>
                </c:pt>
                <c:pt idx="822">
                  <c:v>2524.3076923076924</c:v>
                </c:pt>
                <c:pt idx="823">
                  <c:v>#N/A</c:v>
                </c:pt>
                <c:pt idx="824">
                  <c:v>#N/A</c:v>
                </c:pt>
                <c:pt idx="825">
                  <c:v>#N/A</c:v>
                </c:pt>
                <c:pt idx="826">
                  <c:v>#N/A</c:v>
                </c:pt>
                <c:pt idx="827">
                  <c:v>#N/A</c:v>
                </c:pt>
                <c:pt idx="828">
                  <c:v>#N/A</c:v>
                </c:pt>
                <c:pt idx="829">
                  <c:v>#N/A</c:v>
                </c:pt>
                <c:pt idx="830">
                  <c:v>#N/A</c:v>
                </c:pt>
                <c:pt idx="831">
                  <c:v>#N/A</c:v>
                </c:pt>
                <c:pt idx="832">
                  <c:v>#N/A</c:v>
                </c:pt>
                <c:pt idx="833">
                  <c:v>#N/A</c:v>
                </c:pt>
                <c:pt idx="834">
                  <c:v>#N/A</c:v>
                </c:pt>
                <c:pt idx="835">
                  <c:v>#N/A</c:v>
                </c:pt>
                <c:pt idx="836">
                  <c:v>2437.7557755775574</c:v>
                </c:pt>
                <c:pt idx="837">
                  <c:v>#N/A</c:v>
                </c:pt>
                <c:pt idx="838">
                  <c:v>#N/A</c:v>
                </c:pt>
                <c:pt idx="839">
                  <c:v>#N/A</c:v>
                </c:pt>
                <c:pt idx="840">
                  <c:v>#N/A</c:v>
                </c:pt>
                <c:pt idx="841">
                  <c:v>#N/A</c:v>
                </c:pt>
                <c:pt idx="842">
                  <c:v>#N/A</c:v>
                </c:pt>
                <c:pt idx="843">
                  <c:v>#N/A</c:v>
                </c:pt>
                <c:pt idx="844">
                  <c:v>#N/A</c:v>
                </c:pt>
                <c:pt idx="845">
                  <c:v>#N/A</c:v>
                </c:pt>
                <c:pt idx="846">
                  <c:v>#N/A</c:v>
                </c:pt>
                <c:pt idx="847">
                  <c:v>#N/A</c:v>
                </c:pt>
                <c:pt idx="848">
                  <c:v>#N/A</c:v>
                </c:pt>
                <c:pt idx="849">
                  <c:v>2345.5457627118644</c:v>
                </c:pt>
                <c:pt idx="850">
                  <c:v>#N/A</c:v>
                </c:pt>
                <c:pt idx="851">
                  <c:v>#N/A</c:v>
                </c:pt>
                <c:pt idx="852">
                  <c:v>#N/A</c:v>
                </c:pt>
                <c:pt idx="853">
                  <c:v>#N/A</c:v>
                </c:pt>
                <c:pt idx="854">
                  <c:v>#N/A</c:v>
                </c:pt>
                <c:pt idx="855">
                  <c:v>#N/A</c:v>
                </c:pt>
                <c:pt idx="856">
                  <c:v>#N/A</c:v>
                </c:pt>
                <c:pt idx="857">
                  <c:v>#N/A</c:v>
                </c:pt>
                <c:pt idx="858">
                  <c:v>#N/A</c:v>
                </c:pt>
                <c:pt idx="859">
                  <c:v>#N/A</c:v>
                </c:pt>
                <c:pt idx="860">
                  <c:v>#N/A</c:v>
                </c:pt>
                <c:pt idx="861">
                  <c:v>#N/A</c:v>
                </c:pt>
                <c:pt idx="862">
                  <c:v>2155.8349206349208</c:v>
                </c:pt>
                <c:pt idx="863">
                  <c:v>#N/A</c:v>
                </c:pt>
                <c:pt idx="864">
                  <c:v>#N/A</c:v>
                </c:pt>
                <c:pt idx="865">
                  <c:v>#N/A</c:v>
                </c:pt>
                <c:pt idx="866">
                  <c:v>#N/A</c:v>
                </c:pt>
                <c:pt idx="867">
                  <c:v>#N/A</c:v>
                </c:pt>
                <c:pt idx="868">
                  <c:v>#N/A</c:v>
                </c:pt>
                <c:pt idx="869">
                  <c:v>#N/A</c:v>
                </c:pt>
                <c:pt idx="870">
                  <c:v>#N/A</c:v>
                </c:pt>
                <c:pt idx="871">
                  <c:v>#N/A</c:v>
                </c:pt>
                <c:pt idx="872">
                  <c:v>#N/A</c:v>
                </c:pt>
                <c:pt idx="873">
                  <c:v>#N/A</c:v>
                </c:pt>
                <c:pt idx="874">
                  <c:v>2075.3586844809865</c:v>
                </c:pt>
                <c:pt idx="875">
                  <c:v>#N/A</c:v>
                </c:pt>
                <c:pt idx="876">
                  <c:v>#N/A</c:v>
                </c:pt>
                <c:pt idx="877">
                  <c:v>#N/A</c:v>
                </c:pt>
                <c:pt idx="878">
                  <c:v>#N/A</c:v>
                </c:pt>
                <c:pt idx="879">
                  <c:v>#N/A</c:v>
                </c:pt>
                <c:pt idx="880">
                  <c:v>#N/A</c:v>
                </c:pt>
                <c:pt idx="881">
                  <c:v>#N/A</c:v>
                </c:pt>
                <c:pt idx="882">
                  <c:v>#N/A</c:v>
                </c:pt>
                <c:pt idx="883">
                  <c:v>#N/A</c:v>
                </c:pt>
                <c:pt idx="884">
                  <c:v>#N/A</c:v>
                </c:pt>
                <c:pt idx="885">
                  <c:v>#N/A</c:v>
                </c:pt>
                <c:pt idx="886">
                  <c:v>#N/A</c:v>
                </c:pt>
                <c:pt idx="887">
                  <c:v>#N/A</c:v>
                </c:pt>
                <c:pt idx="888">
                  <c:v>1869.0386740331494</c:v>
                </c:pt>
                <c:pt idx="889">
                  <c:v>#N/A</c:v>
                </c:pt>
                <c:pt idx="890">
                  <c:v>#N/A</c:v>
                </c:pt>
                <c:pt idx="891">
                  <c:v>#N/A</c:v>
                </c:pt>
                <c:pt idx="892">
                  <c:v>#N/A</c:v>
                </c:pt>
                <c:pt idx="893">
                  <c:v>#N/A</c:v>
                </c:pt>
                <c:pt idx="894">
                  <c:v>#N/A</c:v>
                </c:pt>
                <c:pt idx="89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D93-4116-BDF0-1C3A36FCD2CF}"/>
            </c:ext>
          </c:extLst>
        </c:ser>
        <c:ser>
          <c:idx val="4"/>
          <c:order val="3"/>
          <c:tx>
            <c:strRef>
              <c:f>data!$R$13</c:f>
              <c:strCache>
                <c:ptCount val="1"/>
                <c:pt idx="0">
                  <c:v>10x</c:v>
                </c:pt>
              </c:strCache>
            </c:strRef>
          </c:tx>
          <c:spPr>
            <a:ln w="12700">
              <a:solidFill>
                <a:schemeClr val="accent2">
                  <a:lumMod val="75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data!$A$15:$A$910</c:f>
              <c:numCache>
                <c:formatCode>m/d/yyyy</c:formatCode>
                <c:ptCount val="896"/>
                <c:pt idx="0">
                  <c:v>46303</c:v>
                </c:pt>
                <c:pt idx="1">
                  <c:v>46297</c:v>
                </c:pt>
                <c:pt idx="2">
                  <c:v>46288</c:v>
                </c:pt>
                <c:pt idx="3">
                  <c:v>46283</c:v>
                </c:pt>
                <c:pt idx="4">
                  <c:v>46276</c:v>
                </c:pt>
                <c:pt idx="5">
                  <c:v>46269</c:v>
                </c:pt>
                <c:pt idx="6">
                  <c:v>46262</c:v>
                </c:pt>
                <c:pt idx="7">
                  <c:v>46255</c:v>
                </c:pt>
                <c:pt idx="8">
                  <c:v>46248</c:v>
                </c:pt>
                <c:pt idx="9">
                  <c:v>46241</c:v>
                </c:pt>
                <c:pt idx="10">
                  <c:v>46234</c:v>
                </c:pt>
                <c:pt idx="11">
                  <c:v>46227</c:v>
                </c:pt>
                <c:pt idx="12">
                  <c:v>46219</c:v>
                </c:pt>
                <c:pt idx="13">
                  <c:v>46213</c:v>
                </c:pt>
                <c:pt idx="14">
                  <c:v>46206</c:v>
                </c:pt>
                <c:pt idx="15">
                  <c:v>46199</c:v>
                </c:pt>
                <c:pt idx="16">
                  <c:v>46192</c:v>
                </c:pt>
                <c:pt idx="17">
                  <c:v>46185</c:v>
                </c:pt>
                <c:pt idx="18">
                  <c:v>46178</c:v>
                </c:pt>
                <c:pt idx="19">
                  <c:v>46171</c:v>
                </c:pt>
                <c:pt idx="20">
                  <c:v>46164</c:v>
                </c:pt>
                <c:pt idx="21">
                  <c:v>46157</c:v>
                </c:pt>
                <c:pt idx="22">
                  <c:v>46150</c:v>
                </c:pt>
                <c:pt idx="23">
                  <c:v>46142</c:v>
                </c:pt>
                <c:pt idx="24">
                  <c:v>46136</c:v>
                </c:pt>
                <c:pt idx="25">
                  <c:v>46129</c:v>
                </c:pt>
                <c:pt idx="26">
                  <c:v>46122</c:v>
                </c:pt>
                <c:pt idx="27">
                  <c:v>46115</c:v>
                </c:pt>
                <c:pt idx="28">
                  <c:v>46108</c:v>
                </c:pt>
                <c:pt idx="29">
                  <c:v>46101</c:v>
                </c:pt>
                <c:pt idx="30">
                  <c:v>46094</c:v>
                </c:pt>
                <c:pt idx="31">
                  <c:v>46087</c:v>
                </c:pt>
                <c:pt idx="32">
                  <c:v>46080</c:v>
                </c:pt>
                <c:pt idx="33">
                  <c:v>46073</c:v>
                </c:pt>
                <c:pt idx="34">
                  <c:v>46066</c:v>
                </c:pt>
                <c:pt idx="35">
                  <c:v>46059</c:v>
                </c:pt>
                <c:pt idx="36">
                  <c:v>46052</c:v>
                </c:pt>
                <c:pt idx="37">
                  <c:v>46045</c:v>
                </c:pt>
                <c:pt idx="38">
                  <c:v>46038</c:v>
                </c:pt>
                <c:pt idx="39">
                  <c:v>46031</c:v>
                </c:pt>
                <c:pt idx="40">
                  <c:v>46024</c:v>
                </c:pt>
                <c:pt idx="41">
                  <c:v>46017</c:v>
                </c:pt>
                <c:pt idx="42">
                  <c:v>46010</c:v>
                </c:pt>
                <c:pt idx="43">
                  <c:v>46003</c:v>
                </c:pt>
                <c:pt idx="44">
                  <c:v>45996</c:v>
                </c:pt>
                <c:pt idx="45">
                  <c:v>45989</c:v>
                </c:pt>
                <c:pt idx="46">
                  <c:v>45982</c:v>
                </c:pt>
                <c:pt idx="47">
                  <c:v>45975</c:v>
                </c:pt>
                <c:pt idx="48">
                  <c:v>45968</c:v>
                </c:pt>
                <c:pt idx="49">
                  <c:v>45961</c:v>
                </c:pt>
                <c:pt idx="50">
                  <c:v>45954</c:v>
                </c:pt>
                <c:pt idx="51">
                  <c:v>45947</c:v>
                </c:pt>
                <c:pt idx="52">
                  <c:v>45940</c:v>
                </c:pt>
                <c:pt idx="53">
                  <c:v>45932</c:v>
                </c:pt>
                <c:pt idx="54">
                  <c:v>45926</c:v>
                </c:pt>
                <c:pt idx="55">
                  <c:v>45919</c:v>
                </c:pt>
                <c:pt idx="56">
                  <c:v>45912</c:v>
                </c:pt>
                <c:pt idx="57">
                  <c:v>45905</c:v>
                </c:pt>
                <c:pt idx="58">
                  <c:v>45898</c:v>
                </c:pt>
                <c:pt idx="59">
                  <c:v>45891</c:v>
                </c:pt>
                <c:pt idx="60">
                  <c:v>45883</c:v>
                </c:pt>
                <c:pt idx="61">
                  <c:v>45877</c:v>
                </c:pt>
                <c:pt idx="62">
                  <c:v>45870</c:v>
                </c:pt>
                <c:pt idx="63">
                  <c:v>45863</c:v>
                </c:pt>
                <c:pt idx="64">
                  <c:v>45856</c:v>
                </c:pt>
                <c:pt idx="65">
                  <c:v>45849</c:v>
                </c:pt>
                <c:pt idx="66">
                  <c:v>45842</c:v>
                </c:pt>
                <c:pt idx="67">
                  <c:v>45835</c:v>
                </c:pt>
                <c:pt idx="68">
                  <c:v>45828</c:v>
                </c:pt>
                <c:pt idx="69">
                  <c:v>45821</c:v>
                </c:pt>
                <c:pt idx="70">
                  <c:v>45813</c:v>
                </c:pt>
                <c:pt idx="71">
                  <c:v>45807</c:v>
                </c:pt>
                <c:pt idx="72">
                  <c:v>45800</c:v>
                </c:pt>
                <c:pt idx="73">
                  <c:v>45793</c:v>
                </c:pt>
                <c:pt idx="74">
                  <c:v>45786</c:v>
                </c:pt>
                <c:pt idx="75">
                  <c:v>45779</c:v>
                </c:pt>
                <c:pt idx="76">
                  <c:v>45772</c:v>
                </c:pt>
                <c:pt idx="77">
                  <c:v>45765</c:v>
                </c:pt>
                <c:pt idx="78">
                  <c:v>45758</c:v>
                </c:pt>
                <c:pt idx="79">
                  <c:v>45751</c:v>
                </c:pt>
                <c:pt idx="80">
                  <c:v>45744</c:v>
                </c:pt>
                <c:pt idx="81">
                  <c:v>45737</c:v>
                </c:pt>
                <c:pt idx="82">
                  <c:v>45730</c:v>
                </c:pt>
                <c:pt idx="83">
                  <c:v>45723</c:v>
                </c:pt>
                <c:pt idx="84">
                  <c:v>45716</c:v>
                </c:pt>
                <c:pt idx="85">
                  <c:v>45709</c:v>
                </c:pt>
                <c:pt idx="86">
                  <c:v>45702</c:v>
                </c:pt>
                <c:pt idx="87">
                  <c:v>45695</c:v>
                </c:pt>
                <c:pt idx="88">
                  <c:v>45688</c:v>
                </c:pt>
                <c:pt idx="89">
                  <c:v>45681</c:v>
                </c:pt>
                <c:pt idx="90">
                  <c:v>45674</c:v>
                </c:pt>
                <c:pt idx="91">
                  <c:v>45667</c:v>
                </c:pt>
                <c:pt idx="92">
                  <c:v>45660</c:v>
                </c:pt>
                <c:pt idx="93">
                  <c:v>45653</c:v>
                </c:pt>
                <c:pt idx="94">
                  <c:v>45646</c:v>
                </c:pt>
                <c:pt idx="95">
                  <c:v>45639</c:v>
                </c:pt>
                <c:pt idx="96">
                  <c:v>45632</c:v>
                </c:pt>
                <c:pt idx="97">
                  <c:v>45625</c:v>
                </c:pt>
                <c:pt idx="98">
                  <c:v>45618</c:v>
                </c:pt>
                <c:pt idx="99">
                  <c:v>45611</c:v>
                </c:pt>
                <c:pt idx="100">
                  <c:v>45604</c:v>
                </c:pt>
                <c:pt idx="101">
                  <c:v>45597</c:v>
                </c:pt>
                <c:pt idx="102">
                  <c:v>45590</c:v>
                </c:pt>
                <c:pt idx="103">
                  <c:v>45583</c:v>
                </c:pt>
                <c:pt idx="104">
                  <c:v>45576</c:v>
                </c:pt>
                <c:pt idx="105">
                  <c:v>45569</c:v>
                </c:pt>
                <c:pt idx="106">
                  <c:v>45562</c:v>
                </c:pt>
                <c:pt idx="107">
                  <c:v>45555</c:v>
                </c:pt>
                <c:pt idx="108">
                  <c:v>45548</c:v>
                </c:pt>
                <c:pt idx="109">
                  <c:v>45541</c:v>
                </c:pt>
                <c:pt idx="110">
                  <c:v>45534</c:v>
                </c:pt>
                <c:pt idx="111">
                  <c:v>45527</c:v>
                </c:pt>
                <c:pt idx="112">
                  <c:v>45520</c:v>
                </c:pt>
                <c:pt idx="113">
                  <c:v>45513</c:v>
                </c:pt>
                <c:pt idx="114">
                  <c:v>45506</c:v>
                </c:pt>
                <c:pt idx="115">
                  <c:v>45499</c:v>
                </c:pt>
                <c:pt idx="116">
                  <c:v>45492</c:v>
                </c:pt>
                <c:pt idx="117">
                  <c:v>45485</c:v>
                </c:pt>
                <c:pt idx="118">
                  <c:v>45478</c:v>
                </c:pt>
                <c:pt idx="119">
                  <c:v>45471</c:v>
                </c:pt>
                <c:pt idx="120">
                  <c:v>45464</c:v>
                </c:pt>
                <c:pt idx="121">
                  <c:v>45457</c:v>
                </c:pt>
                <c:pt idx="122">
                  <c:v>45450</c:v>
                </c:pt>
                <c:pt idx="123">
                  <c:v>45443</c:v>
                </c:pt>
                <c:pt idx="124">
                  <c:v>45436</c:v>
                </c:pt>
                <c:pt idx="125">
                  <c:v>45429</c:v>
                </c:pt>
                <c:pt idx="126">
                  <c:v>45422</c:v>
                </c:pt>
                <c:pt idx="127">
                  <c:v>45415</c:v>
                </c:pt>
                <c:pt idx="128">
                  <c:v>45408</c:v>
                </c:pt>
                <c:pt idx="129">
                  <c:v>45401</c:v>
                </c:pt>
                <c:pt idx="130">
                  <c:v>45394</c:v>
                </c:pt>
                <c:pt idx="131">
                  <c:v>45387</c:v>
                </c:pt>
                <c:pt idx="132">
                  <c:v>45380</c:v>
                </c:pt>
                <c:pt idx="133">
                  <c:v>45373</c:v>
                </c:pt>
                <c:pt idx="134">
                  <c:v>45366</c:v>
                </c:pt>
                <c:pt idx="135">
                  <c:v>45359</c:v>
                </c:pt>
                <c:pt idx="136">
                  <c:v>45351</c:v>
                </c:pt>
                <c:pt idx="137">
                  <c:v>45345</c:v>
                </c:pt>
                <c:pt idx="138">
                  <c:v>45338</c:v>
                </c:pt>
                <c:pt idx="139">
                  <c:v>45330</c:v>
                </c:pt>
                <c:pt idx="140">
                  <c:v>45324</c:v>
                </c:pt>
                <c:pt idx="141">
                  <c:v>45317</c:v>
                </c:pt>
                <c:pt idx="142">
                  <c:v>45310</c:v>
                </c:pt>
                <c:pt idx="143">
                  <c:v>45303</c:v>
                </c:pt>
                <c:pt idx="144">
                  <c:v>45296</c:v>
                </c:pt>
                <c:pt idx="145">
                  <c:v>45288</c:v>
                </c:pt>
                <c:pt idx="146">
                  <c:v>45282</c:v>
                </c:pt>
                <c:pt idx="147">
                  <c:v>45275</c:v>
                </c:pt>
                <c:pt idx="148">
                  <c:v>45268</c:v>
                </c:pt>
                <c:pt idx="149">
                  <c:v>45261</c:v>
                </c:pt>
                <c:pt idx="150">
                  <c:v>45254</c:v>
                </c:pt>
                <c:pt idx="151">
                  <c:v>45247</c:v>
                </c:pt>
                <c:pt idx="152">
                  <c:v>45240</c:v>
                </c:pt>
                <c:pt idx="153">
                  <c:v>45233</c:v>
                </c:pt>
                <c:pt idx="154">
                  <c:v>45226</c:v>
                </c:pt>
                <c:pt idx="155">
                  <c:v>45219</c:v>
                </c:pt>
                <c:pt idx="156">
                  <c:v>45212</c:v>
                </c:pt>
                <c:pt idx="157">
                  <c:v>45205</c:v>
                </c:pt>
                <c:pt idx="158">
                  <c:v>45196</c:v>
                </c:pt>
                <c:pt idx="159">
                  <c:v>45191</c:v>
                </c:pt>
                <c:pt idx="160">
                  <c:v>45184</c:v>
                </c:pt>
                <c:pt idx="161">
                  <c:v>45177</c:v>
                </c:pt>
                <c:pt idx="162">
                  <c:v>45170</c:v>
                </c:pt>
                <c:pt idx="163">
                  <c:v>45163</c:v>
                </c:pt>
                <c:pt idx="164">
                  <c:v>45156</c:v>
                </c:pt>
                <c:pt idx="165">
                  <c:v>45149</c:v>
                </c:pt>
                <c:pt idx="166">
                  <c:v>45142</c:v>
                </c:pt>
                <c:pt idx="167">
                  <c:v>45135</c:v>
                </c:pt>
                <c:pt idx="168">
                  <c:v>45128</c:v>
                </c:pt>
                <c:pt idx="169">
                  <c:v>45121</c:v>
                </c:pt>
                <c:pt idx="170">
                  <c:v>45114</c:v>
                </c:pt>
                <c:pt idx="171">
                  <c:v>45107</c:v>
                </c:pt>
                <c:pt idx="172">
                  <c:v>45100</c:v>
                </c:pt>
                <c:pt idx="173">
                  <c:v>45093</c:v>
                </c:pt>
                <c:pt idx="174">
                  <c:v>45086</c:v>
                </c:pt>
                <c:pt idx="175">
                  <c:v>45079</c:v>
                </c:pt>
                <c:pt idx="176">
                  <c:v>45072</c:v>
                </c:pt>
                <c:pt idx="177">
                  <c:v>45065</c:v>
                </c:pt>
                <c:pt idx="178">
                  <c:v>45058</c:v>
                </c:pt>
                <c:pt idx="179">
                  <c:v>45050</c:v>
                </c:pt>
                <c:pt idx="180">
                  <c:v>45044</c:v>
                </c:pt>
                <c:pt idx="181">
                  <c:v>45037</c:v>
                </c:pt>
                <c:pt idx="182">
                  <c:v>45030</c:v>
                </c:pt>
                <c:pt idx="183">
                  <c:v>45023</c:v>
                </c:pt>
                <c:pt idx="184">
                  <c:v>45016</c:v>
                </c:pt>
                <c:pt idx="185">
                  <c:v>45009</c:v>
                </c:pt>
                <c:pt idx="186">
                  <c:v>45002</c:v>
                </c:pt>
                <c:pt idx="187">
                  <c:v>44995</c:v>
                </c:pt>
                <c:pt idx="188">
                  <c:v>44988</c:v>
                </c:pt>
                <c:pt idx="189">
                  <c:v>44981</c:v>
                </c:pt>
                <c:pt idx="190">
                  <c:v>44974</c:v>
                </c:pt>
                <c:pt idx="191">
                  <c:v>44967</c:v>
                </c:pt>
                <c:pt idx="192">
                  <c:v>44960</c:v>
                </c:pt>
                <c:pt idx="193">
                  <c:v>44953</c:v>
                </c:pt>
                <c:pt idx="194">
                  <c:v>44946</c:v>
                </c:pt>
                <c:pt idx="195">
                  <c:v>44939</c:v>
                </c:pt>
                <c:pt idx="196">
                  <c:v>44932</c:v>
                </c:pt>
                <c:pt idx="197">
                  <c:v>44924</c:v>
                </c:pt>
                <c:pt idx="198">
                  <c:v>44918</c:v>
                </c:pt>
                <c:pt idx="199">
                  <c:v>44911</c:v>
                </c:pt>
                <c:pt idx="200">
                  <c:v>44904</c:v>
                </c:pt>
                <c:pt idx="201">
                  <c:v>44897</c:v>
                </c:pt>
                <c:pt idx="202">
                  <c:v>44890</c:v>
                </c:pt>
                <c:pt idx="203">
                  <c:v>44883</c:v>
                </c:pt>
                <c:pt idx="204">
                  <c:v>44876</c:v>
                </c:pt>
                <c:pt idx="205">
                  <c:v>44869</c:v>
                </c:pt>
                <c:pt idx="206">
                  <c:v>44862</c:v>
                </c:pt>
                <c:pt idx="207">
                  <c:v>44855</c:v>
                </c:pt>
                <c:pt idx="208">
                  <c:v>44848</c:v>
                </c:pt>
                <c:pt idx="209">
                  <c:v>44841</c:v>
                </c:pt>
                <c:pt idx="210">
                  <c:v>44834</c:v>
                </c:pt>
                <c:pt idx="211">
                  <c:v>44827</c:v>
                </c:pt>
                <c:pt idx="212">
                  <c:v>44820</c:v>
                </c:pt>
                <c:pt idx="213">
                  <c:v>44812</c:v>
                </c:pt>
                <c:pt idx="214">
                  <c:v>44806</c:v>
                </c:pt>
                <c:pt idx="215">
                  <c:v>44799</c:v>
                </c:pt>
                <c:pt idx="216">
                  <c:v>44792</c:v>
                </c:pt>
                <c:pt idx="217">
                  <c:v>44785</c:v>
                </c:pt>
                <c:pt idx="218">
                  <c:v>44778</c:v>
                </c:pt>
                <c:pt idx="219">
                  <c:v>44771</c:v>
                </c:pt>
                <c:pt idx="220">
                  <c:v>44764</c:v>
                </c:pt>
                <c:pt idx="221">
                  <c:v>44757</c:v>
                </c:pt>
                <c:pt idx="222">
                  <c:v>44750</c:v>
                </c:pt>
                <c:pt idx="223">
                  <c:v>44743</c:v>
                </c:pt>
                <c:pt idx="224">
                  <c:v>44736</c:v>
                </c:pt>
                <c:pt idx="225">
                  <c:v>44729</c:v>
                </c:pt>
                <c:pt idx="226">
                  <c:v>44722</c:v>
                </c:pt>
                <c:pt idx="227">
                  <c:v>44715</c:v>
                </c:pt>
                <c:pt idx="228">
                  <c:v>44708</c:v>
                </c:pt>
                <c:pt idx="229">
                  <c:v>44701</c:v>
                </c:pt>
                <c:pt idx="230">
                  <c:v>44694</c:v>
                </c:pt>
                <c:pt idx="231">
                  <c:v>44687</c:v>
                </c:pt>
                <c:pt idx="232">
                  <c:v>44680</c:v>
                </c:pt>
                <c:pt idx="233">
                  <c:v>44673</c:v>
                </c:pt>
                <c:pt idx="234">
                  <c:v>44666</c:v>
                </c:pt>
                <c:pt idx="235">
                  <c:v>44659</c:v>
                </c:pt>
                <c:pt idx="236">
                  <c:v>44652</c:v>
                </c:pt>
                <c:pt idx="237">
                  <c:v>44645</c:v>
                </c:pt>
                <c:pt idx="238">
                  <c:v>44638</c:v>
                </c:pt>
                <c:pt idx="239">
                  <c:v>44631</c:v>
                </c:pt>
                <c:pt idx="240">
                  <c:v>44624</c:v>
                </c:pt>
                <c:pt idx="241">
                  <c:v>44617</c:v>
                </c:pt>
                <c:pt idx="242">
                  <c:v>44610</c:v>
                </c:pt>
                <c:pt idx="243">
                  <c:v>44603</c:v>
                </c:pt>
                <c:pt idx="244">
                  <c:v>44596</c:v>
                </c:pt>
                <c:pt idx="245">
                  <c:v>44589</c:v>
                </c:pt>
                <c:pt idx="246">
                  <c:v>44582</c:v>
                </c:pt>
                <c:pt idx="247">
                  <c:v>44575</c:v>
                </c:pt>
                <c:pt idx="248">
                  <c:v>44568</c:v>
                </c:pt>
                <c:pt idx="249">
                  <c:v>44560</c:v>
                </c:pt>
                <c:pt idx="250">
                  <c:v>44554</c:v>
                </c:pt>
                <c:pt idx="251">
                  <c:v>44547</c:v>
                </c:pt>
                <c:pt idx="252">
                  <c:v>44540</c:v>
                </c:pt>
                <c:pt idx="253">
                  <c:v>44533</c:v>
                </c:pt>
                <c:pt idx="254">
                  <c:v>44526</c:v>
                </c:pt>
                <c:pt idx="255">
                  <c:v>44519</c:v>
                </c:pt>
                <c:pt idx="256">
                  <c:v>44512</c:v>
                </c:pt>
                <c:pt idx="257">
                  <c:v>44505</c:v>
                </c:pt>
                <c:pt idx="258">
                  <c:v>44498</c:v>
                </c:pt>
                <c:pt idx="259">
                  <c:v>44491</c:v>
                </c:pt>
                <c:pt idx="260">
                  <c:v>44484</c:v>
                </c:pt>
                <c:pt idx="261">
                  <c:v>44477</c:v>
                </c:pt>
                <c:pt idx="262">
                  <c:v>44470</c:v>
                </c:pt>
                <c:pt idx="263">
                  <c:v>44463</c:v>
                </c:pt>
                <c:pt idx="264">
                  <c:v>44456</c:v>
                </c:pt>
                <c:pt idx="265">
                  <c:v>44449</c:v>
                </c:pt>
                <c:pt idx="266">
                  <c:v>44442</c:v>
                </c:pt>
                <c:pt idx="267">
                  <c:v>44435</c:v>
                </c:pt>
                <c:pt idx="268">
                  <c:v>44428</c:v>
                </c:pt>
                <c:pt idx="269">
                  <c:v>44421</c:v>
                </c:pt>
                <c:pt idx="270">
                  <c:v>44414</c:v>
                </c:pt>
                <c:pt idx="271">
                  <c:v>44407</c:v>
                </c:pt>
                <c:pt idx="272">
                  <c:v>44400</c:v>
                </c:pt>
                <c:pt idx="273">
                  <c:v>44393</c:v>
                </c:pt>
                <c:pt idx="274">
                  <c:v>44386</c:v>
                </c:pt>
                <c:pt idx="275">
                  <c:v>44379</c:v>
                </c:pt>
                <c:pt idx="276">
                  <c:v>44372</c:v>
                </c:pt>
                <c:pt idx="277">
                  <c:v>44365</c:v>
                </c:pt>
                <c:pt idx="278">
                  <c:v>44358</c:v>
                </c:pt>
                <c:pt idx="279">
                  <c:v>44351</c:v>
                </c:pt>
                <c:pt idx="280">
                  <c:v>44344</c:v>
                </c:pt>
                <c:pt idx="281">
                  <c:v>44337</c:v>
                </c:pt>
                <c:pt idx="282">
                  <c:v>44330</c:v>
                </c:pt>
                <c:pt idx="283">
                  <c:v>44323</c:v>
                </c:pt>
                <c:pt idx="284">
                  <c:v>44316</c:v>
                </c:pt>
                <c:pt idx="285">
                  <c:v>44309</c:v>
                </c:pt>
                <c:pt idx="286">
                  <c:v>44302</c:v>
                </c:pt>
                <c:pt idx="287">
                  <c:v>44295</c:v>
                </c:pt>
                <c:pt idx="288">
                  <c:v>44288</c:v>
                </c:pt>
                <c:pt idx="289">
                  <c:v>44281</c:v>
                </c:pt>
                <c:pt idx="290">
                  <c:v>44274</c:v>
                </c:pt>
                <c:pt idx="291">
                  <c:v>44267</c:v>
                </c:pt>
                <c:pt idx="292">
                  <c:v>44260</c:v>
                </c:pt>
                <c:pt idx="293">
                  <c:v>44253</c:v>
                </c:pt>
                <c:pt idx="294">
                  <c:v>44246</c:v>
                </c:pt>
                <c:pt idx="295">
                  <c:v>44237</c:v>
                </c:pt>
                <c:pt idx="296">
                  <c:v>44232</c:v>
                </c:pt>
                <c:pt idx="297">
                  <c:v>44225</c:v>
                </c:pt>
                <c:pt idx="298">
                  <c:v>44218</c:v>
                </c:pt>
                <c:pt idx="299">
                  <c:v>44211</c:v>
                </c:pt>
                <c:pt idx="300">
                  <c:v>44204</c:v>
                </c:pt>
                <c:pt idx="301">
                  <c:v>44195</c:v>
                </c:pt>
                <c:pt idx="302">
                  <c:v>44189</c:v>
                </c:pt>
                <c:pt idx="303">
                  <c:v>44183</c:v>
                </c:pt>
                <c:pt idx="304">
                  <c:v>44176</c:v>
                </c:pt>
                <c:pt idx="305">
                  <c:v>44169</c:v>
                </c:pt>
                <c:pt idx="306">
                  <c:v>44162</c:v>
                </c:pt>
                <c:pt idx="307">
                  <c:v>44155</c:v>
                </c:pt>
                <c:pt idx="308">
                  <c:v>44148</c:v>
                </c:pt>
                <c:pt idx="309">
                  <c:v>44141</c:v>
                </c:pt>
                <c:pt idx="310">
                  <c:v>44134</c:v>
                </c:pt>
                <c:pt idx="311">
                  <c:v>44127</c:v>
                </c:pt>
                <c:pt idx="312">
                  <c:v>44120</c:v>
                </c:pt>
                <c:pt idx="313">
                  <c:v>44112</c:v>
                </c:pt>
                <c:pt idx="314">
                  <c:v>44103</c:v>
                </c:pt>
                <c:pt idx="315">
                  <c:v>44099</c:v>
                </c:pt>
                <c:pt idx="316">
                  <c:v>44092</c:v>
                </c:pt>
                <c:pt idx="317">
                  <c:v>44085</c:v>
                </c:pt>
                <c:pt idx="318">
                  <c:v>44078</c:v>
                </c:pt>
                <c:pt idx="319">
                  <c:v>44071</c:v>
                </c:pt>
                <c:pt idx="320">
                  <c:v>44064</c:v>
                </c:pt>
                <c:pt idx="321">
                  <c:v>44057</c:v>
                </c:pt>
                <c:pt idx="322">
                  <c:v>44050</c:v>
                </c:pt>
                <c:pt idx="323">
                  <c:v>44043</c:v>
                </c:pt>
                <c:pt idx="324">
                  <c:v>44036</c:v>
                </c:pt>
                <c:pt idx="325">
                  <c:v>44029</c:v>
                </c:pt>
                <c:pt idx="326">
                  <c:v>44022</c:v>
                </c:pt>
                <c:pt idx="327">
                  <c:v>44015</c:v>
                </c:pt>
                <c:pt idx="328">
                  <c:v>44008</c:v>
                </c:pt>
                <c:pt idx="329">
                  <c:v>44001</c:v>
                </c:pt>
                <c:pt idx="330">
                  <c:v>43994</c:v>
                </c:pt>
                <c:pt idx="331">
                  <c:v>43987</c:v>
                </c:pt>
                <c:pt idx="332">
                  <c:v>43980</c:v>
                </c:pt>
                <c:pt idx="333">
                  <c:v>43973</c:v>
                </c:pt>
                <c:pt idx="334">
                  <c:v>43966</c:v>
                </c:pt>
                <c:pt idx="335">
                  <c:v>43959</c:v>
                </c:pt>
                <c:pt idx="336">
                  <c:v>43950</c:v>
                </c:pt>
                <c:pt idx="337">
                  <c:v>43945</c:v>
                </c:pt>
                <c:pt idx="338">
                  <c:v>43938</c:v>
                </c:pt>
                <c:pt idx="339">
                  <c:v>43931</c:v>
                </c:pt>
                <c:pt idx="340">
                  <c:v>43924</c:v>
                </c:pt>
                <c:pt idx="341">
                  <c:v>43917</c:v>
                </c:pt>
                <c:pt idx="342">
                  <c:v>43910</c:v>
                </c:pt>
                <c:pt idx="343">
                  <c:v>43903</c:v>
                </c:pt>
                <c:pt idx="344">
                  <c:v>43896</c:v>
                </c:pt>
                <c:pt idx="345">
                  <c:v>43889</c:v>
                </c:pt>
                <c:pt idx="346">
                  <c:v>43882</c:v>
                </c:pt>
                <c:pt idx="347">
                  <c:v>43875</c:v>
                </c:pt>
                <c:pt idx="348">
                  <c:v>43868</c:v>
                </c:pt>
                <c:pt idx="349">
                  <c:v>43861</c:v>
                </c:pt>
                <c:pt idx="350">
                  <c:v>43853</c:v>
                </c:pt>
                <c:pt idx="351">
                  <c:v>43847</c:v>
                </c:pt>
                <c:pt idx="352">
                  <c:v>43840</c:v>
                </c:pt>
                <c:pt idx="353">
                  <c:v>43833</c:v>
                </c:pt>
                <c:pt idx="354">
                  <c:v>43826</c:v>
                </c:pt>
                <c:pt idx="355">
                  <c:v>43819</c:v>
                </c:pt>
                <c:pt idx="356">
                  <c:v>43812</c:v>
                </c:pt>
                <c:pt idx="357">
                  <c:v>43805</c:v>
                </c:pt>
                <c:pt idx="358">
                  <c:v>43798</c:v>
                </c:pt>
                <c:pt idx="359">
                  <c:v>43791</c:v>
                </c:pt>
                <c:pt idx="360">
                  <c:v>43784</c:v>
                </c:pt>
                <c:pt idx="361">
                  <c:v>43777</c:v>
                </c:pt>
                <c:pt idx="362">
                  <c:v>43770</c:v>
                </c:pt>
                <c:pt idx="363">
                  <c:v>43763</c:v>
                </c:pt>
                <c:pt idx="364">
                  <c:v>43756</c:v>
                </c:pt>
                <c:pt idx="365">
                  <c:v>43749</c:v>
                </c:pt>
                <c:pt idx="366">
                  <c:v>43742</c:v>
                </c:pt>
                <c:pt idx="367">
                  <c:v>43735</c:v>
                </c:pt>
                <c:pt idx="368">
                  <c:v>43728</c:v>
                </c:pt>
                <c:pt idx="369">
                  <c:v>43719</c:v>
                </c:pt>
                <c:pt idx="370">
                  <c:v>43714</c:v>
                </c:pt>
                <c:pt idx="371">
                  <c:v>43707</c:v>
                </c:pt>
                <c:pt idx="372">
                  <c:v>43700</c:v>
                </c:pt>
                <c:pt idx="373">
                  <c:v>43693</c:v>
                </c:pt>
                <c:pt idx="374">
                  <c:v>43686</c:v>
                </c:pt>
                <c:pt idx="375">
                  <c:v>43679</c:v>
                </c:pt>
                <c:pt idx="376">
                  <c:v>43672</c:v>
                </c:pt>
                <c:pt idx="377">
                  <c:v>43665</c:v>
                </c:pt>
                <c:pt idx="378">
                  <c:v>43658</c:v>
                </c:pt>
                <c:pt idx="379">
                  <c:v>43651</c:v>
                </c:pt>
                <c:pt idx="380">
                  <c:v>43644</c:v>
                </c:pt>
                <c:pt idx="381">
                  <c:v>43637</c:v>
                </c:pt>
                <c:pt idx="382">
                  <c:v>43630</c:v>
                </c:pt>
                <c:pt idx="383">
                  <c:v>43623</c:v>
                </c:pt>
                <c:pt idx="384">
                  <c:v>43616</c:v>
                </c:pt>
                <c:pt idx="385">
                  <c:v>43609</c:v>
                </c:pt>
                <c:pt idx="386">
                  <c:v>43602</c:v>
                </c:pt>
                <c:pt idx="387">
                  <c:v>43595</c:v>
                </c:pt>
                <c:pt idx="388">
                  <c:v>43588</c:v>
                </c:pt>
                <c:pt idx="389">
                  <c:v>43581</c:v>
                </c:pt>
                <c:pt idx="390">
                  <c:v>43574</c:v>
                </c:pt>
                <c:pt idx="391">
                  <c:v>43567</c:v>
                </c:pt>
                <c:pt idx="392">
                  <c:v>43560</c:v>
                </c:pt>
                <c:pt idx="393">
                  <c:v>43553</c:v>
                </c:pt>
                <c:pt idx="394">
                  <c:v>43546</c:v>
                </c:pt>
                <c:pt idx="395">
                  <c:v>43539</c:v>
                </c:pt>
                <c:pt idx="396">
                  <c:v>43532</c:v>
                </c:pt>
                <c:pt idx="397">
                  <c:v>43524</c:v>
                </c:pt>
                <c:pt idx="398">
                  <c:v>43518</c:v>
                </c:pt>
                <c:pt idx="399">
                  <c:v>43511</c:v>
                </c:pt>
                <c:pt idx="400">
                  <c:v>43504</c:v>
                </c:pt>
                <c:pt idx="401">
                  <c:v>43497</c:v>
                </c:pt>
                <c:pt idx="402">
                  <c:v>43490</c:v>
                </c:pt>
                <c:pt idx="403">
                  <c:v>43483</c:v>
                </c:pt>
                <c:pt idx="404">
                  <c:v>43476</c:v>
                </c:pt>
                <c:pt idx="405">
                  <c:v>43469</c:v>
                </c:pt>
                <c:pt idx="406">
                  <c:v>43462</c:v>
                </c:pt>
                <c:pt idx="407">
                  <c:v>43455</c:v>
                </c:pt>
                <c:pt idx="408">
                  <c:v>43448</c:v>
                </c:pt>
                <c:pt idx="409">
                  <c:v>43441</c:v>
                </c:pt>
                <c:pt idx="410">
                  <c:v>43434</c:v>
                </c:pt>
                <c:pt idx="411">
                  <c:v>43427</c:v>
                </c:pt>
                <c:pt idx="412">
                  <c:v>43420</c:v>
                </c:pt>
                <c:pt idx="413">
                  <c:v>43413</c:v>
                </c:pt>
                <c:pt idx="414">
                  <c:v>43406</c:v>
                </c:pt>
                <c:pt idx="415">
                  <c:v>43399</c:v>
                </c:pt>
                <c:pt idx="416">
                  <c:v>43392</c:v>
                </c:pt>
                <c:pt idx="417">
                  <c:v>43385</c:v>
                </c:pt>
                <c:pt idx="418">
                  <c:v>43378</c:v>
                </c:pt>
                <c:pt idx="419">
                  <c:v>43371</c:v>
                </c:pt>
                <c:pt idx="420">
                  <c:v>43364</c:v>
                </c:pt>
                <c:pt idx="421">
                  <c:v>43357</c:v>
                </c:pt>
                <c:pt idx="422">
                  <c:v>43350</c:v>
                </c:pt>
                <c:pt idx="423">
                  <c:v>43343</c:v>
                </c:pt>
                <c:pt idx="424">
                  <c:v>43336</c:v>
                </c:pt>
                <c:pt idx="425">
                  <c:v>43329</c:v>
                </c:pt>
                <c:pt idx="426">
                  <c:v>43322</c:v>
                </c:pt>
                <c:pt idx="427">
                  <c:v>43315</c:v>
                </c:pt>
                <c:pt idx="428">
                  <c:v>43308</c:v>
                </c:pt>
                <c:pt idx="429">
                  <c:v>43301</c:v>
                </c:pt>
                <c:pt idx="430">
                  <c:v>43294</c:v>
                </c:pt>
                <c:pt idx="431">
                  <c:v>43287</c:v>
                </c:pt>
                <c:pt idx="432">
                  <c:v>43280</c:v>
                </c:pt>
                <c:pt idx="433">
                  <c:v>43273</c:v>
                </c:pt>
                <c:pt idx="434">
                  <c:v>43266</c:v>
                </c:pt>
                <c:pt idx="435">
                  <c:v>43259</c:v>
                </c:pt>
                <c:pt idx="436">
                  <c:v>43252</c:v>
                </c:pt>
                <c:pt idx="437">
                  <c:v>43245</c:v>
                </c:pt>
                <c:pt idx="438">
                  <c:v>43238</c:v>
                </c:pt>
                <c:pt idx="439">
                  <c:v>43231</c:v>
                </c:pt>
                <c:pt idx="440">
                  <c:v>43224</c:v>
                </c:pt>
                <c:pt idx="441">
                  <c:v>43217</c:v>
                </c:pt>
                <c:pt idx="442">
                  <c:v>43210</c:v>
                </c:pt>
                <c:pt idx="443">
                  <c:v>43203</c:v>
                </c:pt>
                <c:pt idx="444">
                  <c:v>43196</c:v>
                </c:pt>
                <c:pt idx="445">
                  <c:v>43189</c:v>
                </c:pt>
                <c:pt idx="446">
                  <c:v>43182</c:v>
                </c:pt>
                <c:pt idx="447">
                  <c:v>43175</c:v>
                </c:pt>
                <c:pt idx="448">
                  <c:v>43168</c:v>
                </c:pt>
                <c:pt idx="449">
                  <c:v>43161</c:v>
                </c:pt>
                <c:pt idx="450">
                  <c:v>43154</c:v>
                </c:pt>
                <c:pt idx="451">
                  <c:v>43145</c:v>
                </c:pt>
                <c:pt idx="452">
                  <c:v>43140</c:v>
                </c:pt>
                <c:pt idx="453">
                  <c:v>43133</c:v>
                </c:pt>
                <c:pt idx="454">
                  <c:v>43126</c:v>
                </c:pt>
                <c:pt idx="455">
                  <c:v>43119</c:v>
                </c:pt>
                <c:pt idx="456">
                  <c:v>43112</c:v>
                </c:pt>
                <c:pt idx="457">
                  <c:v>43105</c:v>
                </c:pt>
                <c:pt idx="458">
                  <c:v>43097</c:v>
                </c:pt>
                <c:pt idx="459">
                  <c:v>43091</c:v>
                </c:pt>
                <c:pt idx="460">
                  <c:v>43084</c:v>
                </c:pt>
                <c:pt idx="461">
                  <c:v>43077</c:v>
                </c:pt>
                <c:pt idx="462">
                  <c:v>43070</c:v>
                </c:pt>
                <c:pt idx="463">
                  <c:v>43063</c:v>
                </c:pt>
                <c:pt idx="464">
                  <c:v>43056</c:v>
                </c:pt>
                <c:pt idx="465">
                  <c:v>43049</c:v>
                </c:pt>
                <c:pt idx="466">
                  <c:v>43042</c:v>
                </c:pt>
                <c:pt idx="467">
                  <c:v>43035</c:v>
                </c:pt>
                <c:pt idx="468">
                  <c:v>43028</c:v>
                </c:pt>
                <c:pt idx="469">
                  <c:v>43021</c:v>
                </c:pt>
                <c:pt idx="470">
                  <c:v>43007</c:v>
                </c:pt>
                <c:pt idx="471">
                  <c:v>43000</c:v>
                </c:pt>
                <c:pt idx="472">
                  <c:v>42993</c:v>
                </c:pt>
                <c:pt idx="473">
                  <c:v>42986</c:v>
                </c:pt>
                <c:pt idx="474">
                  <c:v>42979</c:v>
                </c:pt>
                <c:pt idx="475">
                  <c:v>42972</c:v>
                </c:pt>
                <c:pt idx="476">
                  <c:v>42965</c:v>
                </c:pt>
                <c:pt idx="477">
                  <c:v>42958</c:v>
                </c:pt>
                <c:pt idx="478">
                  <c:v>42951</c:v>
                </c:pt>
                <c:pt idx="479">
                  <c:v>42944</c:v>
                </c:pt>
                <c:pt idx="480">
                  <c:v>42937</c:v>
                </c:pt>
                <c:pt idx="481">
                  <c:v>42930</c:v>
                </c:pt>
                <c:pt idx="482">
                  <c:v>42923</c:v>
                </c:pt>
                <c:pt idx="483">
                  <c:v>42916</c:v>
                </c:pt>
                <c:pt idx="484">
                  <c:v>42909</c:v>
                </c:pt>
                <c:pt idx="485">
                  <c:v>42902</c:v>
                </c:pt>
                <c:pt idx="486">
                  <c:v>42895</c:v>
                </c:pt>
                <c:pt idx="487">
                  <c:v>42888</c:v>
                </c:pt>
                <c:pt idx="488">
                  <c:v>42881</c:v>
                </c:pt>
                <c:pt idx="489">
                  <c:v>42874</c:v>
                </c:pt>
                <c:pt idx="490">
                  <c:v>42867</c:v>
                </c:pt>
                <c:pt idx="491">
                  <c:v>42859</c:v>
                </c:pt>
                <c:pt idx="492">
                  <c:v>42853</c:v>
                </c:pt>
                <c:pt idx="493">
                  <c:v>42846</c:v>
                </c:pt>
                <c:pt idx="494">
                  <c:v>42839</c:v>
                </c:pt>
                <c:pt idx="495">
                  <c:v>42832</c:v>
                </c:pt>
                <c:pt idx="496">
                  <c:v>42825</c:v>
                </c:pt>
                <c:pt idx="497">
                  <c:v>42818</c:v>
                </c:pt>
                <c:pt idx="498">
                  <c:v>42811</c:v>
                </c:pt>
                <c:pt idx="499">
                  <c:v>42804</c:v>
                </c:pt>
                <c:pt idx="500">
                  <c:v>42797</c:v>
                </c:pt>
                <c:pt idx="501">
                  <c:v>42790</c:v>
                </c:pt>
                <c:pt idx="502">
                  <c:v>42783</c:v>
                </c:pt>
                <c:pt idx="503">
                  <c:v>42776</c:v>
                </c:pt>
                <c:pt idx="504">
                  <c:v>42769</c:v>
                </c:pt>
                <c:pt idx="505">
                  <c:v>42761</c:v>
                </c:pt>
                <c:pt idx="506">
                  <c:v>42755</c:v>
                </c:pt>
                <c:pt idx="507">
                  <c:v>42748</c:v>
                </c:pt>
                <c:pt idx="508">
                  <c:v>42741</c:v>
                </c:pt>
                <c:pt idx="509">
                  <c:v>42733</c:v>
                </c:pt>
                <c:pt idx="510">
                  <c:v>42727</c:v>
                </c:pt>
                <c:pt idx="511">
                  <c:v>42720</c:v>
                </c:pt>
                <c:pt idx="512">
                  <c:v>42713</c:v>
                </c:pt>
                <c:pt idx="513">
                  <c:v>42706</c:v>
                </c:pt>
                <c:pt idx="514">
                  <c:v>42699</c:v>
                </c:pt>
                <c:pt idx="515">
                  <c:v>42692</c:v>
                </c:pt>
                <c:pt idx="516">
                  <c:v>42685</c:v>
                </c:pt>
                <c:pt idx="517">
                  <c:v>42678</c:v>
                </c:pt>
                <c:pt idx="518">
                  <c:v>42671</c:v>
                </c:pt>
                <c:pt idx="519">
                  <c:v>42664</c:v>
                </c:pt>
                <c:pt idx="520">
                  <c:v>42657</c:v>
                </c:pt>
                <c:pt idx="521">
                  <c:v>42650</c:v>
                </c:pt>
                <c:pt idx="522">
                  <c:v>42643</c:v>
                </c:pt>
                <c:pt idx="523">
                  <c:v>42636</c:v>
                </c:pt>
                <c:pt idx="524">
                  <c:v>42626</c:v>
                </c:pt>
                <c:pt idx="525">
                  <c:v>42622</c:v>
                </c:pt>
                <c:pt idx="526">
                  <c:v>42615</c:v>
                </c:pt>
                <c:pt idx="527">
                  <c:v>42608</c:v>
                </c:pt>
                <c:pt idx="528">
                  <c:v>42601</c:v>
                </c:pt>
                <c:pt idx="529">
                  <c:v>42594</c:v>
                </c:pt>
                <c:pt idx="530">
                  <c:v>42587</c:v>
                </c:pt>
                <c:pt idx="531">
                  <c:v>42580</c:v>
                </c:pt>
                <c:pt idx="532">
                  <c:v>42573</c:v>
                </c:pt>
                <c:pt idx="533">
                  <c:v>42566</c:v>
                </c:pt>
                <c:pt idx="534">
                  <c:v>42559</c:v>
                </c:pt>
                <c:pt idx="535">
                  <c:v>42552</c:v>
                </c:pt>
                <c:pt idx="536">
                  <c:v>42545</c:v>
                </c:pt>
                <c:pt idx="537">
                  <c:v>42538</c:v>
                </c:pt>
                <c:pt idx="538">
                  <c:v>42531</c:v>
                </c:pt>
                <c:pt idx="539">
                  <c:v>42524</c:v>
                </c:pt>
                <c:pt idx="540">
                  <c:v>42517</c:v>
                </c:pt>
                <c:pt idx="541">
                  <c:v>42510</c:v>
                </c:pt>
                <c:pt idx="542">
                  <c:v>42503</c:v>
                </c:pt>
                <c:pt idx="543">
                  <c:v>42494</c:v>
                </c:pt>
                <c:pt idx="544">
                  <c:v>42489</c:v>
                </c:pt>
                <c:pt idx="545">
                  <c:v>42482</c:v>
                </c:pt>
                <c:pt idx="546">
                  <c:v>42475</c:v>
                </c:pt>
                <c:pt idx="547">
                  <c:v>42468</c:v>
                </c:pt>
                <c:pt idx="548">
                  <c:v>42461</c:v>
                </c:pt>
                <c:pt idx="549">
                  <c:v>42454</c:v>
                </c:pt>
                <c:pt idx="550">
                  <c:v>42447</c:v>
                </c:pt>
                <c:pt idx="551">
                  <c:v>42440</c:v>
                </c:pt>
                <c:pt idx="552">
                  <c:v>42433</c:v>
                </c:pt>
                <c:pt idx="553">
                  <c:v>42426</c:v>
                </c:pt>
                <c:pt idx="554">
                  <c:v>42419</c:v>
                </c:pt>
                <c:pt idx="555">
                  <c:v>42412</c:v>
                </c:pt>
                <c:pt idx="556">
                  <c:v>42405</c:v>
                </c:pt>
                <c:pt idx="557">
                  <c:v>42398</c:v>
                </c:pt>
                <c:pt idx="558">
                  <c:v>42391</c:v>
                </c:pt>
                <c:pt idx="559">
                  <c:v>42384</c:v>
                </c:pt>
                <c:pt idx="560">
                  <c:v>42377</c:v>
                </c:pt>
                <c:pt idx="561">
                  <c:v>42368</c:v>
                </c:pt>
                <c:pt idx="562">
                  <c:v>42362</c:v>
                </c:pt>
                <c:pt idx="563">
                  <c:v>42356</c:v>
                </c:pt>
                <c:pt idx="564">
                  <c:v>42349</c:v>
                </c:pt>
                <c:pt idx="565">
                  <c:v>42342</c:v>
                </c:pt>
                <c:pt idx="566">
                  <c:v>42335</c:v>
                </c:pt>
                <c:pt idx="567">
                  <c:v>42328</c:v>
                </c:pt>
                <c:pt idx="568">
                  <c:v>42321</c:v>
                </c:pt>
                <c:pt idx="569">
                  <c:v>42314</c:v>
                </c:pt>
                <c:pt idx="570">
                  <c:v>42307</c:v>
                </c:pt>
                <c:pt idx="571">
                  <c:v>42300</c:v>
                </c:pt>
                <c:pt idx="572">
                  <c:v>42293</c:v>
                </c:pt>
                <c:pt idx="573">
                  <c:v>42285</c:v>
                </c:pt>
                <c:pt idx="574">
                  <c:v>42279</c:v>
                </c:pt>
                <c:pt idx="575">
                  <c:v>42272</c:v>
                </c:pt>
                <c:pt idx="576">
                  <c:v>42265</c:v>
                </c:pt>
                <c:pt idx="577">
                  <c:v>42258</c:v>
                </c:pt>
                <c:pt idx="578">
                  <c:v>42251</c:v>
                </c:pt>
                <c:pt idx="579">
                  <c:v>42244</c:v>
                </c:pt>
                <c:pt idx="580">
                  <c:v>42237</c:v>
                </c:pt>
                <c:pt idx="581">
                  <c:v>42229</c:v>
                </c:pt>
                <c:pt idx="582">
                  <c:v>42223</c:v>
                </c:pt>
                <c:pt idx="583">
                  <c:v>42216</c:v>
                </c:pt>
                <c:pt idx="584">
                  <c:v>42209</c:v>
                </c:pt>
                <c:pt idx="585">
                  <c:v>42202</c:v>
                </c:pt>
                <c:pt idx="586">
                  <c:v>42195</c:v>
                </c:pt>
                <c:pt idx="587">
                  <c:v>42188</c:v>
                </c:pt>
                <c:pt idx="588">
                  <c:v>42181</c:v>
                </c:pt>
                <c:pt idx="589">
                  <c:v>42174</c:v>
                </c:pt>
                <c:pt idx="590">
                  <c:v>42167</c:v>
                </c:pt>
                <c:pt idx="591">
                  <c:v>42160</c:v>
                </c:pt>
                <c:pt idx="592">
                  <c:v>42153</c:v>
                </c:pt>
                <c:pt idx="593">
                  <c:v>42146</c:v>
                </c:pt>
                <c:pt idx="594">
                  <c:v>42139</c:v>
                </c:pt>
                <c:pt idx="595">
                  <c:v>42132</c:v>
                </c:pt>
                <c:pt idx="596">
                  <c:v>42124</c:v>
                </c:pt>
                <c:pt idx="597">
                  <c:v>42118</c:v>
                </c:pt>
                <c:pt idx="598">
                  <c:v>42111</c:v>
                </c:pt>
                <c:pt idx="599">
                  <c:v>42104</c:v>
                </c:pt>
                <c:pt idx="600">
                  <c:v>42097</c:v>
                </c:pt>
                <c:pt idx="601">
                  <c:v>42090</c:v>
                </c:pt>
                <c:pt idx="602">
                  <c:v>42083</c:v>
                </c:pt>
                <c:pt idx="603">
                  <c:v>42076</c:v>
                </c:pt>
                <c:pt idx="604">
                  <c:v>42069</c:v>
                </c:pt>
                <c:pt idx="605">
                  <c:v>42062</c:v>
                </c:pt>
                <c:pt idx="606">
                  <c:v>42052</c:v>
                </c:pt>
                <c:pt idx="607">
                  <c:v>42048</c:v>
                </c:pt>
                <c:pt idx="608">
                  <c:v>42041</c:v>
                </c:pt>
                <c:pt idx="609">
                  <c:v>42034</c:v>
                </c:pt>
                <c:pt idx="610">
                  <c:v>42027</c:v>
                </c:pt>
                <c:pt idx="611">
                  <c:v>42020</c:v>
                </c:pt>
                <c:pt idx="612">
                  <c:v>42013</c:v>
                </c:pt>
                <c:pt idx="613">
                  <c:v>42006</c:v>
                </c:pt>
                <c:pt idx="614">
                  <c:v>41999</c:v>
                </c:pt>
                <c:pt idx="615">
                  <c:v>41992</c:v>
                </c:pt>
                <c:pt idx="616">
                  <c:v>41985</c:v>
                </c:pt>
                <c:pt idx="617">
                  <c:v>41978</c:v>
                </c:pt>
                <c:pt idx="618">
                  <c:v>41971</c:v>
                </c:pt>
                <c:pt idx="619">
                  <c:v>41964</c:v>
                </c:pt>
                <c:pt idx="620">
                  <c:v>41957</c:v>
                </c:pt>
                <c:pt idx="621">
                  <c:v>41950</c:v>
                </c:pt>
                <c:pt idx="622">
                  <c:v>41943</c:v>
                </c:pt>
                <c:pt idx="623">
                  <c:v>41936</c:v>
                </c:pt>
                <c:pt idx="624">
                  <c:v>41929</c:v>
                </c:pt>
                <c:pt idx="625">
                  <c:v>41922</c:v>
                </c:pt>
                <c:pt idx="626">
                  <c:v>41914</c:v>
                </c:pt>
                <c:pt idx="627">
                  <c:v>41908</c:v>
                </c:pt>
                <c:pt idx="628">
                  <c:v>41901</c:v>
                </c:pt>
                <c:pt idx="629">
                  <c:v>41894</c:v>
                </c:pt>
                <c:pt idx="630">
                  <c:v>41887</c:v>
                </c:pt>
                <c:pt idx="631">
                  <c:v>41880</c:v>
                </c:pt>
                <c:pt idx="632">
                  <c:v>41873</c:v>
                </c:pt>
                <c:pt idx="633">
                  <c:v>41865</c:v>
                </c:pt>
                <c:pt idx="634">
                  <c:v>41859</c:v>
                </c:pt>
                <c:pt idx="635">
                  <c:v>41852</c:v>
                </c:pt>
                <c:pt idx="636">
                  <c:v>41845</c:v>
                </c:pt>
                <c:pt idx="637">
                  <c:v>41838</c:v>
                </c:pt>
                <c:pt idx="638">
                  <c:v>41831</c:v>
                </c:pt>
                <c:pt idx="639">
                  <c:v>41824</c:v>
                </c:pt>
                <c:pt idx="640">
                  <c:v>41817</c:v>
                </c:pt>
                <c:pt idx="641">
                  <c:v>41810</c:v>
                </c:pt>
                <c:pt idx="642">
                  <c:v>41803</c:v>
                </c:pt>
                <c:pt idx="643">
                  <c:v>41795</c:v>
                </c:pt>
                <c:pt idx="644">
                  <c:v>41789</c:v>
                </c:pt>
                <c:pt idx="645">
                  <c:v>41782</c:v>
                </c:pt>
                <c:pt idx="646">
                  <c:v>41775</c:v>
                </c:pt>
                <c:pt idx="647">
                  <c:v>41768</c:v>
                </c:pt>
                <c:pt idx="648">
                  <c:v>41761</c:v>
                </c:pt>
                <c:pt idx="649">
                  <c:v>41754</c:v>
                </c:pt>
                <c:pt idx="650">
                  <c:v>41747</c:v>
                </c:pt>
                <c:pt idx="651">
                  <c:v>41740</c:v>
                </c:pt>
                <c:pt idx="652">
                  <c:v>41733</c:v>
                </c:pt>
                <c:pt idx="653">
                  <c:v>41726</c:v>
                </c:pt>
                <c:pt idx="654">
                  <c:v>41719</c:v>
                </c:pt>
                <c:pt idx="655">
                  <c:v>41712</c:v>
                </c:pt>
                <c:pt idx="656">
                  <c:v>41705</c:v>
                </c:pt>
                <c:pt idx="657">
                  <c:v>41698</c:v>
                </c:pt>
                <c:pt idx="658">
                  <c:v>41691</c:v>
                </c:pt>
                <c:pt idx="659">
                  <c:v>41684</c:v>
                </c:pt>
                <c:pt idx="660">
                  <c:v>41677</c:v>
                </c:pt>
                <c:pt idx="661">
                  <c:v>41668</c:v>
                </c:pt>
                <c:pt idx="662">
                  <c:v>41663</c:v>
                </c:pt>
                <c:pt idx="663">
                  <c:v>41656</c:v>
                </c:pt>
                <c:pt idx="664">
                  <c:v>41649</c:v>
                </c:pt>
                <c:pt idx="665">
                  <c:v>41642</c:v>
                </c:pt>
                <c:pt idx="666">
                  <c:v>41635</c:v>
                </c:pt>
                <c:pt idx="667">
                  <c:v>41628</c:v>
                </c:pt>
                <c:pt idx="668">
                  <c:v>41621</c:v>
                </c:pt>
                <c:pt idx="669">
                  <c:v>41614</c:v>
                </c:pt>
                <c:pt idx="670">
                  <c:v>41607</c:v>
                </c:pt>
                <c:pt idx="671">
                  <c:v>41600</c:v>
                </c:pt>
                <c:pt idx="672">
                  <c:v>41593</c:v>
                </c:pt>
                <c:pt idx="673">
                  <c:v>41586</c:v>
                </c:pt>
                <c:pt idx="674">
                  <c:v>41579</c:v>
                </c:pt>
                <c:pt idx="675">
                  <c:v>41572</c:v>
                </c:pt>
                <c:pt idx="676">
                  <c:v>41565</c:v>
                </c:pt>
                <c:pt idx="677">
                  <c:v>41558</c:v>
                </c:pt>
                <c:pt idx="678">
                  <c:v>41551</c:v>
                </c:pt>
                <c:pt idx="679">
                  <c:v>41544</c:v>
                </c:pt>
                <c:pt idx="680">
                  <c:v>41534</c:v>
                </c:pt>
                <c:pt idx="681">
                  <c:v>41530</c:v>
                </c:pt>
                <c:pt idx="682">
                  <c:v>41523</c:v>
                </c:pt>
                <c:pt idx="683">
                  <c:v>41516</c:v>
                </c:pt>
                <c:pt idx="684">
                  <c:v>41509</c:v>
                </c:pt>
                <c:pt idx="685">
                  <c:v>41502</c:v>
                </c:pt>
                <c:pt idx="686">
                  <c:v>41495</c:v>
                </c:pt>
                <c:pt idx="687">
                  <c:v>41488</c:v>
                </c:pt>
                <c:pt idx="688">
                  <c:v>41481</c:v>
                </c:pt>
                <c:pt idx="689">
                  <c:v>41474</c:v>
                </c:pt>
                <c:pt idx="690">
                  <c:v>41467</c:v>
                </c:pt>
                <c:pt idx="691">
                  <c:v>41460</c:v>
                </c:pt>
                <c:pt idx="692">
                  <c:v>41453</c:v>
                </c:pt>
                <c:pt idx="693">
                  <c:v>41446</c:v>
                </c:pt>
                <c:pt idx="694">
                  <c:v>41439</c:v>
                </c:pt>
                <c:pt idx="695">
                  <c:v>41432</c:v>
                </c:pt>
                <c:pt idx="696">
                  <c:v>41425</c:v>
                </c:pt>
                <c:pt idx="697">
                  <c:v>41418</c:v>
                </c:pt>
                <c:pt idx="698">
                  <c:v>41410</c:v>
                </c:pt>
                <c:pt idx="699">
                  <c:v>41404</c:v>
                </c:pt>
                <c:pt idx="700">
                  <c:v>41397</c:v>
                </c:pt>
                <c:pt idx="701">
                  <c:v>41390</c:v>
                </c:pt>
                <c:pt idx="702">
                  <c:v>41383</c:v>
                </c:pt>
                <c:pt idx="703">
                  <c:v>41376</c:v>
                </c:pt>
                <c:pt idx="704">
                  <c:v>41369</c:v>
                </c:pt>
                <c:pt idx="705">
                  <c:v>41362</c:v>
                </c:pt>
                <c:pt idx="706">
                  <c:v>41355</c:v>
                </c:pt>
                <c:pt idx="707">
                  <c:v>41348</c:v>
                </c:pt>
                <c:pt idx="708">
                  <c:v>41341</c:v>
                </c:pt>
                <c:pt idx="709">
                  <c:v>41333</c:v>
                </c:pt>
                <c:pt idx="710">
                  <c:v>41327</c:v>
                </c:pt>
                <c:pt idx="711">
                  <c:v>41320</c:v>
                </c:pt>
                <c:pt idx="712">
                  <c:v>41313</c:v>
                </c:pt>
                <c:pt idx="713">
                  <c:v>41306</c:v>
                </c:pt>
                <c:pt idx="714">
                  <c:v>41299</c:v>
                </c:pt>
                <c:pt idx="715">
                  <c:v>41292</c:v>
                </c:pt>
                <c:pt idx="716">
                  <c:v>41285</c:v>
                </c:pt>
                <c:pt idx="717">
                  <c:v>41278</c:v>
                </c:pt>
                <c:pt idx="718">
                  <c:v>41271</c:v>
                </c:pt>
                <c:pt idx="719">
                  <c:v>41264</c:v>
                </c:pt>
                <c:pt idx="720">
                  <c:v>41257</c:v>
                </c:pt>
                <c:pt idx="721">
                  <c:v>41250</c:v>
                </c:pt>
                <c:pt idx="722">
                  <c:v>41243</c:v>
                </c:pt>
                <c:pt idx="723">
                  <c:v>41236</c:v>
                </c:pt>
                <c:pt idx="724">
                  <c:v>41229</c:v>
                </c:pt>
                <c:pt idx="725">
                  <c:v>41222</c:v>
                </c:pt>
                <c:pt idx="726">
                  <c:v>41215</c:v>
                </c:pt>
                <c:pt idx="727">
                  <c:v>41208</c:v>
                </c:pt>
                <c:pt idx="728">
                  <c:v>41201</c:v>
                </c:pt>
                <c:pt idx="729">
                  <c:v>41194</c:v>
                </c:pt>
                <c:pt idx="730">
                  <c:v>41187</c:v>
                </c:pt>
                <c:pt idx="731">
                  <c:v>41180</c:v>
                </c:pt>
                <c:pt idx="732">
                  <c:v>41173</c:v>
                </c:pt>
                <c:pt idx="733">
                  <c:v>41166</c:v>
                </c:pt>
                <c:pt idx="734">
                  <c:v>41159</c:v>
                </c:pt>
                <c:pt idx="735">
                  <c:v>41152</c:v>
                </c:pt>
                <c:pt idx="736">
                  <c:v>41145</c:v>
                </c:pt>
                <c:pt idx="737">
                  <c:v>41138</c:v>
                </c:pt>
                <c:pt idx="738">
                  <c:v>41131</c:v>
                </c:pt>
                <c:pt idx="739">
                  <c:v>41124</c:v>
                </c:pt>
                <c:pt idx="740">
                  <c:v>41117</c:v>
                </c:pt>
                <c:pt idx="741">
                  <c:v>41110</c:v>
                </c:pt>
                <c:pt idx="742">
                  <c:v>41103</c:v>
                </c:pt>
                <c:pt idx="743">
                  <c:v>41096</c:v>
                </c:pt>
                <c:pt idx="744">
                  <c:v>41089</c:v>
                </c:pt>
                <c:pt idx="745">
                  <c:v>41082</c:v>
                </c:pt>
                <c:pt idx="746">
                  <c:v>41075</c:v>
                </c:pt>
                <c:pt idx="747">
                  <c:v>41068</c:v>
                </c:pt>
                <c:pt idx="748">
                  <c:v>41061</c:v>
                </c:pt>
                <c:pt idx="749">
                  <c:v>41054</c:v>
                </c:pt>
                <c:pt idx="750">
                  <c:v>41047</c:v>
                </c:pt>
                <c:pt idx="751">
                  <c:v>41040</c:v>
                </c:pt>
                <c:pt idx="752">
                  <c:v>41033</c:v>
                </c:pt>
                <c:pt idx="753">
                  <c:v>41026</c:v>
                </c:pt>
                <c:pt idx="754">
                  <c:v>41019</c:v>
                </c:pt>
                <c:pt idx="755">
                  <c:v>41012</c:v>
                </c:pt>
                <c:pt idx="756">
                  <c:v>41005</c:v>
                </c:pt>
                <c:pt idx="757">
                  <c:v>40998</c:v>
                </c:pt>
                <c:pt idx="758">
                  <c:v>40991</c:v>
                </c:pt>
                <c:pt idx="759">
                  <c:v>40984</c:v>
                </c:pt>
                <c:pt idx="760">
                  <c:v>40977</c:v>
                </c:pt>
                <c:pt idx="761">
                  <c:v>40970</c:v>
                </c:pt>
                <c:pt idx="762">
                  <c:v>40963</c:v>
                </c:pt>
                <c:pt idx="763">
                  <c:v>40956</c:v>
                </c:pt>
                <c:pt idx="764">
                  <c:v>40949</c:v>
                </c:pt>
                <c:pt idx="765">
                  <c:v>40942</c:v>
                </c:pt>
                <c:pt idx="766">
                  <c:v>40935</c:v>
                </c:pt>
                <c:pt idx="767">
                  <c:v>40928</c:v>
                </c:pt>
                <c:pt idx="768">
                  <c:v>40921</c:v>
                </c:pt>
                <c:pt idx="769">
                  <c:v>40914</c:v>
                </c:pt>
                <c:pt idx="770">
                  <c:v>40906</c:v>
                </c:pt>
                <c:pt idx="771">
                  <c:v>40900</c:v>
                </c:pt>
                <c:pt idx="772">
                  <c:v>40893</c:v>
                </c:pt>
                <c:pt idx="773">
                  <c:v>40886</c:v>
                </c:pt>
                <c:pt idx="774">
                  <c:v>40879</c:v>
                </c:pt>
                <c:pt idx="775">
                  <c:v>40872</c:v>
                </c:pt>
                <c:pt idx="776">
                  <c:v>40865</c:v>
                </c:pt>
                <c:pt idx="777">
                  <c:v>40858</c:v>
                </c:pt>
                <c:pt idx="778">
                  <c:v>40851</c:v>
                </c:pt>
                <c:pt idx="779">
                  <c:v>40844</c:v>
                </c:pt>
                <c:pt idx="780">
                  <c:v>40837</c:v>
                </c:pt>
                <c:pt idx="781">
                  <c:v>40830</c:v>
                </c:pt>
                <c:pt idx="782">
                  <c:v>40823</c:v>
                </c:pt>
                <c:pt idx="783">
                  <c:v>40816</c:v>
                </c:pt>
                <c:pt idx="784">
                  <c:v>40809</c:v>
                </c:pt>
                <c:pt idx="785">
                  <c:v>40802</c:v>
                </c:pt>
                <c:pt idx="786">
                  <c:v>40795</c:v>
                </c:pt>
                <c:pt idx="787">
                  <c:v>40788</c:v>
                </c:pt>
                <c:pt idx="788">
                  <c:v>40781</c:v>
                </c:pt>
                <c:pt idx="789">
                  <c:v>40774</c:v>
                </c:pt>
                <c:pt idx="790">
                  <c:v>40767</c:v>
                </c:pt>
                <c:pt idx="791">
                  <c:v>40760</c:v>
                </c:pt>
                <c:pt idx="792">
                  <c:v>40753</c:v>
                </c:pt>
                <c:pt idx="793">
                  <c:v>40746</c:v>
                </c:pt>
                <c:pt idx="794">
                  <c:v>40739</c:v>
                </c:pt>
                <c:pt idx="795">
                  <c:v>40732</c:v>
                </c:pt>
                <c:pt idx="796">
                  <c:v>40725</c:v>
                </c:pt>
                <c:pt idx="797">
                  <c:v>40718</c:v>
                </c:pt>
                <c:pt idx="798">
                  <c:v>40711</c:v>
                </c:pt>
                <c:pt idx="799">
                  <c:v>40704</c:v>
                </c:pt>
                <c:pt idx="800">
                  <c:v>40697</c:v>
                </c:pt>
                <c:pt idx="801">
                  <c:v>40690</c:v>
                </c:pt>
                <c:pt idx="802">
                  <c:v>40683</c:v>
                </c:pt>
                <c:pt idx="803">
                  <c:v>40676</c:v>
                </c:pt>
                <c:pt idx="804">
                  <c:v>40669</c:v>
                </c:pt>
                <c:pt idx="805">
                  <c:v>40662</c:v>
                </c:pt>
                <c:pt idx="806">
                  <c:v>40655</c:v>
                </c:pt>
                <c:pt idx="807">
                  <c:v>40648</c:v>
                </c:pt>
                <c:pt idx="808">
                  <c:v>40641</c:v>
                </c:pt>
                <c:pt idx="809">
                  <c:v>40634</c:v>
                </c:pt>
                <c:pt idx="810">
                  <c:v>40627</c:v>
                </c:pt>
                <c:pt idx="811">
                  <c:v>40620</c:v>
                </c:pt>
                <c:pt idx="812">
                  <c:v>40613</c:v>
                </c:pt>
                <c:pt idx="813">
                  <c:v>40606</c:v>
                </c:pt>
                <c:pt idx="814">
                  <c:v>40599</c:v>
                </c:pt>
                <c:pt idx="815">
                  <c:v>40592</c:v>
                </c:pt>
                <c:pt idx="816">
                  <c:v>40585</c:v>
                </c:pt>
                <c:pt idx="817">
                  <c:v>40575</c:v>
                </c:pt>
                <c:pt idx="818">
                  <c:v>40571</c:v>
                </c:pt>
                <c:pt idx="819">
                  <c:v>40564</c:v>
                </c:pt>
                <c:pt idx="820">
                  <c:v>40557</c:v>
                </c:pt>
                <c:pt idx="821">
                  <c:v>40550</c:v>
                </c:pt>
                <c:pt idx="822">
                  <c:v>40542</c:v>
                </c:pt>
                <c:pt idx="823">
                  <c:v>40536</c:v>
                </c:pt>
                <c:pt idx="824">
                  <c:v>40529</c:v>
                </c:pt>
                <c:pt idx="825">
                  <c:v>40522</c:v>
                </c:pt>
                <c:pt idx="826">
                  <c:v>40515</c:v>
                </c:pt>
                <c:pt idx="827">
                  <c:v>40508</c:v>
                </c:pt>
                <c:pt idx="828">
                  <c:v>40501</c:v>
                </c:pt>
                <c:pt idx="829">
                  <c:v>40494</c:v>
                </c:pt>
                <c:pt idx="830">
                  <c:v>40487</c:v>
                </c:pt>
                <c:pt idx="831">
                  <c:v>40480</c:v>
                </c:pt>
                <c:pt idx="832">
                  <c:v>40473</c:v>
                </c:pt>
                <c:pt idx="833">
                  <c:v>40466</c:v>
                </c:pt>
                <c:pt idx="834">
                  <c:v>40459</c:v>
                </c:pt>
                <c:pt idx="835">
                  <c:v>40452</c:v>
                </c:pt>
                <c:pt idx="836">
                  <c:v>40445</c:v>
                </c:pt>
                <c:pt idx="837">
                  <c:v>40438</c:v>
                </c:pt>
                <c:pt idx="838">
                  <c:v>40431</c:v>
                </c:pt>
                <c:pt idx="839">
                  <c:v>40424</c:v>
                </c:pt>
                <c:pt idx="840">
                  <c:v>40417</c:v>
                </c:pt>
                <c:pt idx="841">
                  <c:v>40410</c:v>
                </c:pt>
                <c:pt idx="842">
                  <c:v>40403</c:v>
                </c:pt>
                <c:pt idx="843">
                  <c:v>40396</c:v>
                </c:pt>
                <c:pt idx="844">
                  <c:v>40389</c:v>
                </c:pt>
                <c:pt idx="845">
                  <c:v>40382</c:v>
                </c:pt>
                <c:pt idx="846">
                  <c:v>40375</c:v>
                </c:pt>
                <c:pt idx="847">
                  <c:v>40368</c:v>
                </c:pt>
                <c:pt idx="848">
                  <c:v>40361</c:v>
                </c:pt>
                <c:pt idx="849">
                  <c:v>40354</c:v>
                </c:pt>
                <c:pt idx="850">
                  <c:v>40347</c:v>
                </c:pt>
                <c:pt idx="851">
                  <c:v>40340</c:v>
                </c:pt>
                <c:pt idx="852">
                  <c:v>40333</c:v>
                </c:pt>
                <c:pt idx="853">
                  <c:v>40326</c:v>
                </c:pt>
                <c:pt idx="854">
                  <c:v>40318</c:v>
                </c:pt>
                <c:pt idx="855">
                  <c:v>40312</c:v>
                </c:pt>
                <c:pt idx="856">
                  <c:v>40305</c:v>
                </c:pt>
                <c:pt idx="857">
                  <c:v>40298</c:v>
                </c:pt>
                <c:pt idx="858">
                  <c:v>40291</c:v>
                </c:pt>
                <c:pt idx="859">
                  <c:v>40284</c:v>
                </c:pt>
                <c:pt idx="860">
                  <c:v>40277</c:v>
                </c:pt>
                <c:pt idx="861">
                  <c:v>40270</c:v>
                </c:pt>
                <c:pt idx="862">
                  <c:v>40263</c:v>
                </c:pt>
                <c:pt idx="863">
                  <c:v>40256</c:v>
                </c:pt>
                <c:pt idx="864">
                  <c:v>40249</c:v>
                </c:pt>
                <c:pt idx="865">
                  <c:v>40242</c:v>
                </c:pt>
                <c:pt idx="866">
                  <c:v>40235</c:v>
                </c:pt>
                <c:pt idx="867">
                  <c:v>40228</c:v>
                </c:pt>
                <c:pt idx="868">
                  <c:v>40221</c:v>
                </c:pt>
                <c:pt idx="869">
                  <c:v>40214</c:v>
                </c:pt>
                <c:pt idx="870">
                  <c:v>40207</c:v>
                </c:pt>
                <c:pt idx="871">
                  <c:v>40200</c:v>
                </c:pt>
                <c:pt idx="872">
                  <c:v>40193</c:v>
                </c:pt>
                <c:pt idx="873">
                  <c:v>40186</c:v>
                </c:pt>
                <c:pt idx="874">
                  <c:v>40177</c:v>
                </c:pt>
                <c:pt idx="875">
                  <c:v>40171</c:v>
                </c:pt>
                <c:pt idx="876">
                  <c:v>40165</c:v>
                </c:pt>
                <c:pt idx="877">
                  <c:v>40158</c:v>
                </c:pt>
                <c:pt idx="878">
                  <c:v>40151</c:v>
                </c:pt>
                <c:pt idx="879">
                  <c:v>40144</c:v>
                </c:pt>
                <c:pt idx="880">
                  <c:v>40137</c:v>
                </c:pt>
                <c:pt idx="881">
                  <c:v>40130</c:v>
                </c:pt>
                <c:pt idx="882">
                  <c:v>40123</c:v>
                </c:pt>
                <c:pt idx="883">
                  <c:v>40116</c:v>
                </c:pt>
                <c:pt idx="884">
                  <c:v>40109</c:v>
                </c:pt>
                <c:pt idx="885">
                  <c:v>40102</c:v>
                </c:pt>
                <c:pt idx="886">
                  <c:v>40095</c:v>
                </c:pt>
                <c:pt idx="887">
                  <c:v>40087</c:v>
                </c:pt>
                <c:pt idx="888">
                  <c:v>40081</c:v>
                </c:pt>
                <c:pt idx="889">
                  <c:v>40074</c:v>
                </c:pt>
                <c:pt idx="890">
                  <c:v>40067</c:v>
                </c:pt>
                <c:pt idx="891">
                  <c:v>40060</c:v>
                </c:pt>
                <c:pt idx="892">
                  <c:v>40053</c:v>
                </c:pt>
                <c:pt idx="893">
                  <c:v>40046</c:v>
                </c:pt>
                <c:pt idx="894">
                  <c:v>40039</c:v>
                </c:pt>
                <c:pt idx="895">
                  <c:v>40032</c:v>
                </c:pt>
              </c:numCache>
            </c:numRef>
          </c:cat>
          <c:val>
            <c:numRef>
              <c:f>data!$R$15:$R$910</c:f>
              <c:numCache>
                <c:formatCode>_-* #,##0.0_-;\-* #,##0.0_-;_-* "-"_-;_-@_-</c:formatCode>
                <c:ptCount val="896"/>
                <c:pt idx="0">
                  <c:v>12966.594911937378</c:v>
                </c:pt>
                <c:pt idx="1">
                  <c:v>#N/A</c:v>
                </c:pt>
                <c:pt idx="2">
                  <c:v>12758.414414414414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10937.854356306891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6648.9853300733494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4064.6456692913389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3141.0482374768089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2955.4545454545455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2864.4792833146698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2939.8166259168706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3042.2273249138921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2817.5427995971804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2478.9079422382674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2474.6318732525629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2358.9186602870814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2154.8571428571431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1870.7401812688822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2097.9362101313322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2430.0901916572716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2704.6857142857143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2622.4591738712775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2759.6385542168678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2872.4632352941171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2820.5294619982919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2324.9311926605506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2128.4962962962959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1886.4586709886546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1748.2800982800982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1895.9492273730682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1936.915641476274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1889.3364055299539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1907.4485228290059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2044.5749761222539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2435.6085918854415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2680.8581235697939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2692.2800925925926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2675.9846827133479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2784.9774266365689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2605.5168661588682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2478.538860103627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2278.7236286919829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2091.2899896800827</c:v>
                </c:pt>
                <c:pt idx="510">
                  <c:v>#N/A</c:v>
                </c:pt>
                <c:pt idx="511">
                  <c:v>#N/A</c:v>
                </c:pt>
                <c:pt idx="512">
                  <c:v>#N/A</c:v>
                </c:pt>
                <c:pt idx="513">
                  <c:v>#N/A</c:v>
                </c:pt>
                <c:pt idx="514">
                  <c:v>#N/A</c:v>
                </c:pt>
                <c:pt idx="515">
                  <c:v>#N/A</c:v>
                </c:pt>
                <c:pt idx="516">
                  <c:v>#N/A</c:v>
                </c:pt>
                <c:pt idx="517">
                  <c:v>#N/A</c:v>
                </c:pt>
                <c:pt idx="518">
                  <c:v>#N/A</c:v>
                </c:pt>
                <c:pt idx="519">
                  <c:v>#N/A</c:v>
                </c:pt>
                <c:pt idx="520">
                  <c:v>#N/A</c:v>
                </c:pt>
                <c:pt idx="521">
                  <c:v>#N/A</c:v>
                </c:pt>
                <c:pt idx="522">
                  <c:v>2051.8373493975905</c:v>
                </c:pt>
                <c:pt idx="523">
                  <c:v>#N/A</c:v>
                </c:pt>
                <c:pt idx="524">
                  <c:v>#N/A</c:v>
                </c:pt>
                <c:pt idx="525">
                  <c:v>#N/A</c:v>
                </c:pt>
                <c:pt idx="526">
                  <c:v>#N/A</c:v>
                </c:pt>
                <c:pt idx="527">
                  <c:v>#N/A</c:v>
                </c:pt>
                <c:pt idx="528">
                  <c:v>#N/A</c:v>
                </c:pt>
                <c:pt idx="529">
                  <c:v>#N/A</c:v>
                </c:pt>
                <c:pt idx="530">
                  <c:v>#N/A</c:v>
                </c:pt>
                <c:pt idx="531">
                  <c:v>#N/A</c:v>
                </c:pt>
                <c:pt idx="532">
                  <c:v>#N/A</c:v>
                </c:pt>
                <c:pt idx="533">
                  <c:v>#N/A</c:v>
                </c:pt>
                <c:pt idx="534">
                  <c:v>#N/A</c:v>
                </c:pt>
                <c:pt idx="535">
                  <c:v>#N/A</c:v>
                </c:pt>
                <c:pt idx="536">
                  <c:v>1942.7245206861758</c:v>
                </c:pt>
                <c:pt idx="537">
                  <c:v>#N/A</c:v>
                </c:pt>
                <c:pt idx="538">
                  <c:v>#N/A</c:v>
                </c:pt>
                <c:pt idx="539">
                  <c:v>#N/A</c:v>
                </c:pt>
                <c:pt idx="540">
                  <c:v>#N/A</c:v>
                </c:pt>
                <c:pt idx="541">
                  <c:v>#N/A</c:v>
                </c:pt>
                <c:pt idx="542">
                  <c:v>#N/A</c:v>
                </c:pt>
                <c:pt idx="543">
                  <c:v>#N/A</c:v>
                </c:pt>
                <c:pt idx="544">
                  <c:v>#N/A</c:v>
                </c:pt>
                <c:pt idx="545">
                  <c:v>#N/A</c:v>
                </c:pt>
                <c:pt idx="546">
                  <c:v>#N/A</c:v>
                </c:pt>
                <c:pt idx="547">
                  <c:v>#N/A</c:v>
                </c:pt>
                <c:pt idx="548">
                  <c:v>#N/A</c:v>
                </c:pt>
                <c:pt idx="549">
                  <c:v>1790.4422382671478</c:v>
                </c:pt>
                <c:pt idx="550">
                  <c:v>#N/A</c:v>
                </c:pt>
                <c:pt idx="551">
                  <c:v>#N/A</c:v>
                </c:pt>
                <c:pt idx="552">
                  <c:v>#N/A</c:v>
                </c:pt>
                <c:pt idx="553">
                  <c:v>#N/A</c:v>
                </c:pt>
                <c:pt idx="554">
                  <c:v>#N/A</c:v>
                </c:pt>
                <c:pt idx="555">
                  <c:v>#N/A</c:v>
                </c:pt>
                <c:pt idx="556">
                  <c:v>#N/A</c:v>
                </c:pt>
                <c:pt idx="557">
                  <c:v>#N/A</c:v>
                </c:pt>
                <c:pt idx="558">
                  <c:v>#N/A</c:v>
                </c:pt>
                <c:pt idx="559">
                  <c:v>#N/A</c:v>
                </c:pt>
                <c:pt idx="560">
                  <c:v>#N/A</c:v>
                </c:pt>
                <c:pt idx="561">
                  <c:v>1843.3364661654132</c:v>
                </c:pt>
                <c:pt idx="562">
                  <c:v>#N/A</c:v>
                </c:pt>
                <c:pt idx="563">
                  <c:v>#N/A</c:v>
                </c:pt>
                <c:pt idx="564">
                  <c:v>#N/A</c:v>
                </c:pt>
                <c:pt idx="565">
                  <c:v>#N/A</c:v>
                </c:pt>
                <c:pt idx="566">
                  <c:v>#N/A</c:v>
                </c:pt>
                <c:pt idx="567">
                  <c:v>#N/A</c:v>
                </c:pt>
                <c:pt idx="568">
                  <c:v>#N/A</c:v>
                </c:pt>
                <c:pt idx="569">
                  <c:v>#N/A</c:v>
                </c:pt>
                <c:pt idx="570">
                  <c:v>#N/A</c:v>
                </c:pt>
                <c:pt idx="571">
                  <c:v>#N/A</c:v>
                </c:pt>
                <c:pt idx="572">
                  <c:v>#N/A</c:v>
                </c:pt>
                <c:pt idx="573">
                  <c:v>#N/A</c:v>
                </c:pt>
                <c:pt idx="574">
                  <c:v>#N/A</c:v>
                </c:pt>
                <c:pt idx="575">
                  <c:v>1884.4325897187196</c:v>
                </c:pt>
                <c:pt idx="576">
                  <c:v>#N/A</c:v>
                </c:pt>
                <c:pt idx="577">
                  <c:v>#N/A</c:v>
                </c:pt>
                <c:pt idx="578">
                  <c:v>#N/A</c:v>
                </c:pt>
                <c:pt idx="579">
                  <c:v>#N/A</c:v>
                </c:pt>
                <c:pt idx="580">
                  <c:v>#N/A</c:v>
                </c:pt>
                <c:pt idx="581">
                  <c:v>#N/A</c:v>
                </c:pt>
                <c:pt idx="582">
                  <c:v>#N/A</c:v>
                </c:pt>
                <c:pt idx="583">
                  <c:v>#N/A</c:v>
                </c:pt>
                <c:pt idx="584">
                  <c:v>#N/A</c:v>
                </c:pt>
                <c:pt idx="585">
                  <c:v>#N/A</c:v>
                </c:pt>
                <c:pt idx="586">
                  <c:v>#N/A</c:v>
                </c:pt>
                <c:pt idx="587">
                  <c:v>#N/A</c:v>
                </c:pt>
                <c:pt idx="588">
                  <c:v>1968.2297551789081</c:v>
                </c:pt>
                <c:pt idx="589">
                  <c:v>#N/A</c:v>
                </c:pt>
                <c:pt idx="590">
                  <c:v>#N/A</c:v>
                </c:pt>
                <c:pt idx="591">
                  <c:v>#N/A</c:v>
                </c:pt>
                <c:pt idx="592">
                  <c:v>#N/A</c:v>
                </c:pt>
                <c:pt idx="593">
                  <c:v>#N/A</c:v>
                </c:pt>
                <c:pt idx="594">
                  <c:v>#N/A</c:v>
                </c:pt>
                <c:pt idx="595">
                  <c:v>#N/A</c:v>
                </c:pt>
                <c:pt idx="596">
                  <c:v>#N/A</c:v>
                </c:pt>
                <c:pt idx="597">
                  <c:v>#N/A</c:v>
                </c:pt>
                <c:pt idx="598">
                  <c:v>#N/A</c:v>
                </c:pt>
                <c:pt idx="599">
                  <c:v>#N/A</c:v>
                </c:pt>
                <c:pt idx="600">
                  <c:v>#N/A</c:v>
                </c:pt>
                <c:pt idx="601">
                  <c:v>1930.9751434034415</c:v>
                </c:pt>
                <c:pt idx="602">
                  <c:v>#N/A</c:v>
                </c:pt>
                <c:pt idx="603">
                  <c:v>#N/A</c:v>
                </c:pt>
                <c:pt idx="604">
                  <c:v>#N/A</c:v>
                </c:pt>
                <c:pt idx="605">
                  <c:v>#N/A</c:v>
                </c:pt>
                <c:pt idx="606">
                  <c:v>#N/A</c:v>
                </c:pt>
                <c:pt idx="607">
                  <c:v>#N/A</c:v>
                </c:pt>
                <c:pt idx="608">
                  <c:v>#N/A</c:v>
                </c:pt>
                <c:pt idx="609">
                  <c:v>#N/A</c:v>
                </c:pt>
                <c:pt idx="610">
                  <c:v>#N/A</c:v>
                </c:pt>
                <c:pt idx="611">
                  <c:v>#N/A</c:v>
                </c:pt>
                <c:pt idx="612">
                  <c:v>#N/A</c:v>
                </c:pt>
                <c:pt idx="613">
                  <c:v>#N/A</c:v>
                </c:pt>
                <c:pt idx="614">
                  <c:v>1880.4633204633208</c:v>
                </c:pt>
                <c:pt idx="615">
                  <c:v>#N/A</c:v>
                </c:pt>
                <c:pt idx="616">
                  <c:v>#N/A</c:v>
                </c:pt>
                <c:pt idx="617">
                  <c:v>#N/A</c:v>
                </c:pt>
                <c:pt idx="618">
                  <c:v>#N/A</c:v>
                </c:pt>
                <c:pt idx="619">
                  <c:v>#N/A</c:v>
                </c:pt>
                <c:pt idx="620">
                  <c:v>#N/A</c:v>
                </c:pt>
                <c:pt idx="621">
                  <c:v>#N/A</c:v>
                </c:pt>
                <c:pt idx="622">
                  <c:v>#N/A</c:v>
                </c:pt>
                <c:pt idx="623">
                  <c:v>#N/A</c:v>
                </c:pt>
                <c:pt idx="624">
                  <c:v>#N/A</c:v>
                </c:pt>
                <c:pt idx="625">
                  <c:v>#N/A</c:v>
                </c:pt>
                <c:pt idx="626">
                  <c:v>#N/A</c:v>
                </c:pt>
                <c:pt idx="627">
                  <c:v>1898.7289719626172</c:v>
                </c:pt>
                <c:pt idx="628">
                  <c:v>#N/A</c:v>
                </c:pt>
                <c:pt idx="629">
                  <c:v>#N/A</c:v>
                </c:pt>
                <c:pt idx="630">
                  <c:v>#N/A</c:v>
                </c:pt>
                <c:pt idx="631">
                  <c:v>#N/A</c:v>
                </c:pt>
                <c:pt idx="632">
                  <c:v>#N/A</c:v>
                </c:pt>
                <c:pt idx="633">
                  <c:v>#N/A</c:v>
                </c:pt>
                <c:pt idx="634">
                  <c:v>#N/A</c:v>
                </c:pt>
                <c:pt idx="635">
                  <c:v>#N/A</c:v>
                </c:pt>
                <c:pt idx="636">
                  <c:v>#N/A</c:v>
                </c:pt>
                <c:pt idx="637">
                  <c:v>#N/A</c:v>
                </c:pt>
                <c:pt idx="638">
                  <c:v>#N/A</c:v>
                </c:pt>
                <c:pt idx="639">
                  <c:v>#N/A</c:v>
                </c:pt>
                <c:pt idx="640">
                  <c:v>1976.6500994035782</c:v>
                </c:pt>
                <c:pt idx="641">
                  <c:v>#N/A</c:v>
                </c:pt>
                <c:pt idx="642">
                  <c:v>#N/A</c:v>
                </c:pt>
                <c:pt idx="643">
                  <c:v>#N/A</c:v>
                </c:pt>
                <c:pt idx="644">
                  <c:v>#N/A</c:v>
                </c:pt>
                <c:pt idx="645">
                  <c:v>#N/A</c:v>
                </c:pt>
                <c:pt idx="646">
                  <c:v>#N/A</c:v>
                </c:pt>
                <c:pt idx="647">
                  <c:v>#N/A</c:v>
                </c:pt>
                <c:pt idx="648">
                  <c:v>#N/A</c:v>
                </c:pt>
                <c:pt idx="649">
                  <c:v>#N/A</c:v>
                </c:pt>
                <c:pt idx="650">
                  <c:v>#N/A</c:v>
                </c:pt>
                <c:pt idx="651">
                  <c:v>#N/A</c:v>
                </c:pt>
                <c:pt idx="652">
                  <c:v>#N/A</c:v>
                </c:pt>
                <c:pt idx="653">
                  <c:v>2040.1647785787845</c:v>
                </c:pt>
                <c:pt idx="654">
                  <c:v>#N/A</c:v>
                </c:pt>
                <c:pt idx="655">
                  <c:v>#N/A</c:v>
                </c:pt>
                <c:pt idx="656">
                  <c:v>#N/A</c:v>
                </c:pt>
                <c:pt idx="657">
                  <c:v>#N/A</c:v>
                </c:pt>
                <c:pt idx="658">
                  <c:v>#N/A</c:v>
                </c:pt>
                <c:pt idx="659">
                  <c:v>#N/A</c:v>
                </c:pt>
                <c:pt idx="660">
                  <c:v>#N/A</c:v>
                </c:pt>
                <c:pt idx="661">
                  <c:v>#N/A</c:v>
                </c:pt>
                <c:pt idx="662">
                  <c:v>#N/A</c:v>
                </c:pt>
                <c:pt idx="663">
                  <c:v>#N/A</c:v>
                </c:pt>
                <c:pt idx="664">
                  <c:v>#N/A</c:v>
                </c:pt>
                <c:pt idx="665">
                  <c:v>#N/A</c:v>
                </c:pt>
                <c:pt idx="666">
                  <c:v>2159.9568500539376</c:v>
                </c:pt>
                <c:pt idx="667">
                  <c:v>#N/A</c:v>
                </c:pt>
                <c:pt idx="668">
                  <c:v>#N/A</c:v>
                </c:pt>
                <c:pt idx="669">
                  <c:v>#N/A</c:v>
                </c:pt>
                <c:pt idx="670">
                  <c:v>#N/A</c:v>
                </c:pt>
                <c:pt idx="671">
                  <c:v>#N/A</c:v>
                </c:pt>
                <c:pt idx="672">
                  <c:v>#N/A</c:v>
                </c:pt>
                <c:pt idx="673">
                  <c:v>#N/A</c:v>
                </c:pt>
                <c:pt idx="674">
                  <c:v>#N/A</c:v>
                </c:pt>
                <c:pt idx="675">
                  <c:v>#N/A</c:v>
                </c:pt>
                <c:pt idx="676">
                  <c:v>#N/A</c:v>
                </c:pt>
                <c:pt idx="677">
                  <c:v>#N/A</c:v>
                </c:pt>
                <c:pt idx="678">
                  <c:v>#N/A</c:v>
                </c:pt>
                <c:pt idx="679">
                  <c:v>2156.2700964630226</c:v>
                </c:pt>
                <c:pt idx="680">
                  <c:v>#N/A</c:v>
                </c:pt>
                <c:pt idx="681">
                  <c:v>#N/A</c:v>
                </c:pt>
                <c:pt idx="682">
                  <c:v>#N/A</c:v>
                </c:pt>
                <c:pt idx="683">
                  <c:v>#N/A</c:v>
                </c:pt>
                <c:pt idx="684">
                  <c:v>#N/A</c:v>
                </c:pt>
                <c:pt idx="685">
                  <c:v>#N/A</c:v>
                </c:pt>
                <c:pt idx="686">
                  <c:v>#N/A</c:v>
                </c:pt>
                <c:pt idx="687">
                  <c:v>#N/A</c:v>
                </c:pt>
                <c:pt idx="688">
                  <c:v>#N/A</c:v>
                </c:pt>
                <c:pt idx="689">
                  <c:v>#N/A</c:v>
                </c:pt>
                <c:pt idx="690">
                  <c:v>#N/A</c:v>
                </c:pt>
                <c:pt idx="691">
                  <c:v>#N/A</c:v>
                </c:pt>
                <c:pt idx="692">
                  <c:v>2189.5652173913045</c:v>
                </c:pt>
                <c:pt idx="693">
                  <c:v>#N/A</c:v>
                </c:pt>
                <c:pt idx="694">
                  <c:v>#N/A</c:v>
                </c:pt>
                <c:pt idx="695">
                  <c:v>#N/A</c:v>
                </c:pt>
                <c:pt idx="696">
                  <c:v>#N/A</c:v>
                </c:pt>
                <c:pt idx="697">
                  <c:v>#N/A</c:v>
                </c:pt>
                <c:pt idx="698">
                  <c:v>#N/A</c:v>
                </c:pt>
                <c:pt idx="699">
                  <c:v>#N/A</c:v>
                </c:pt>
                <c:pt idx="700">
                  <c:v>#N/A</c:v>
                </c:pt>
                <c:pt idx="701">
                  <c:v>#N/A</c:v>
                </c:pt>
                <c:pt idx="702">
                  <c:v>#N/A</c:v>
                </c:pt>
                <c:pt idx="703">
                  <c:v>#N/A</c:v>
                </c:pt>
                <c:pt idx="704">
                  <c:v>#N/A</c:v>
                </c:pt>
                <c:pt idx="705">
                  <c:v>2188.7445414847161</c:v>
                </c:pt>
                <c:pt idx="706">
                  <c:v>#N/A</c:v>
                </c:pt>
                <c:pt idx="707">
                  <c:v>#N/A</c:v>
                </c:pt>
                <c:pt idx="708">
                  <c:v>#N/A</c:v>
                </c:pt>
                <c:pt idx="709">
                  <c:v>#N/A</c:v>
                </c:pt>
                <c:pt idx="710">
                  <c:v>#N/A</c:v>
                </c:pt>
                <c:pt idx="711">
                  <c:v>#N/A</c:v>
                </c:pt>
                <c:pt idx="712">
                  <c:v>#N/A</c:v>
                </c:pt>
                <c:pt idx="713">
                  <c:v>#N/A</c:v>
                </c:pt>
                <c:pt idx="714">
                  <c:v>#N/A</c:v>
                </c:pt>
                <c:pt idx="715">
                  <c:v>#N/A</c:v>
                </c:pt>
                <c:pt idx="716">
                  <c:v>#N/A</c:v>
                </c:pt>
                <c:pt idx="717">
                  <c:v>#N/A</c:v>
                </c:pt>
                <c:pt idx="718">
                  <c:v>2211.5725359911407</c:v>
                </c:pt>
                <c:pt idx="719">
                  <c:v>#N/A</c:v>
                </c:pt>
                <c:pt idx="720">
                  <c:v>#N/A</c:v>
                </c:pt>
                <c:pt idx="721">
                  <c:v>#N/A</c:v>
                </c:pt>
                <c:pt idx="722">
                  <c:v>#N/A</c:v>
                </c:pt>
                <c:pt idx="723">
                  <c:v>#N/A</c:v>
                </c:pt>
                <c:pt idx="724">
                  <c:v>#N/A</c:v>
                </c:pt>
                <c:pt idx="725">
                  <c:v>#N/A</c:v>
                </c:pt>
                <c:pt idx="726">
                  <c:v>#N/A</c:v>
                </c:pt>
                <c:pt idx="727">
                  <c:v>#N/A</c:v>
                </c:pt>
                <c:pt idx="728">
                  <c:v>#N/A</c:v>
                </c:pt>
                <c:pt idx="729">
                  <c:v>#N/A</c:v>
                </c:pt>
                <c:pt idx="730">
                  <c:v>#N/A</c:v>
                </c:pt>
                <c:pt idx="731">
                  <c:v>2165.0867678958784</c:v>
                </c:pt>
                <c:pt idx="732">
                  <c:v>#N/A</c:v>
                </c:pt>
                <c:pt idx="733">
                  <c:v>#N/A</c:v>
                </c:pt>
                <c:pt idx="734">
                  <c:v>#N/A</c:v>
                </c:pt>
                <c:pt idx="735">
                  <c:v>#N/A</c:v>
                </c:pt>
                <c:pt idx="736">
                  <c:v>#N/A</c:v>
                </c:pt>
                <c:pt idx="737">
                  <c:v>#N/A</c:v>
                </c:pt>
                <c:pt idx="738">
                  <c:v>#N/A</c:v>
                </c:pt>
                <c:pt idx="739">
                  <c:v>#N/A</c:v>
                </c:pt>
                <c:pt idx="740">
                  <c:v>#N/A</c:v>
                </c:pt>
                <c:pt idx="741">
                  <c:v>#N/A</c:v>
                </c:pt>
                <c:pt idx="742">
                  <c:v>#N/A</c:v>
                </c:pt>
                <c:pt idx="743">
                  <c:v>#N/A</c:v>
                </c:pt>
                <c:pt idx="744">
                  <c:v>2228.3774038461538</c:v>
                </c:pt>
                <c:pt idx="745">
                  <c:v>#N/A</c:v>
                </c:pt>
                <c:pt idx="746">
                  <c:v>#N/A</c:v>
                </c:pt>
                <c:pt idx="747">
                  <c:v>#N/A</c:v>
                </c:pt>
                <c:pt idx="748">
                  <c:v>#N/A</c:v>
                </c:pt>
                <c:pt idx="749">
                  <c:v>#N/A</c:v>
                </c:pt>
                <c:pt idx="750">
                  <c:v>#N/A</c:v>
                </c:pt>
                <c:pt idx="751">
                  <c:v>#N/A</c:v>
                </c:pt>
                <c:pt idx="752">
                  <c:v>#N/A</c:v>
                </c:pt>
                <c:pt idx="753">
                  <c:v>#N/A</c:v>
                </c:pt>
                <c:pt idx="754">
                  <c:v>#N/A</c:v>
                </c:pt>
                <c:pt idx="755">
                  <c:v>#N/A</c:v>
                </c:pt>
                <c:pt idx="756">
                  <c:v>#N/A</c:v>
                </c:pt>
                <c:pt idx="757">
                  <c:v>2147.1641791044776</c:v>
                </c:pt>
                <c:pt idx="758">
                  <c:v>#N/A</c:v>
                </c:pt>
                <c:pt idx="759">
                  <c:v>#N/A</c:v>
                </c:pt>
                <c:pt idx="760">
                  <c:v>#N/A</c:v>
                </c:pt>
                <c:pt idx="761">
                  <c:v>#N/A</c:v>
                </c:pt>
                <c:pt idx="762">
                  <c:v>#N/A</c:v>
                </c:pt>
                <c:pt idx="763">
                  <c:v>#N/A</c:v>
                </c:pt>
                <c:pt idx="764">
                  <c:v>#N/A</c:v>
                </c:pt>
                <c:pt idx="765">
                  <c:v>#N/A</c:v>
                </c:pt>
                <c:pt idx="766">
                  <c:v>#N/A</c:v>
                </c:pt>
                <c:pt idx="767">
                  <c:v>#N/A</c:v>
                </c:pt>
                <c:pt idx="768">
                  <c:v>#N/A</c:v>
                </c:pt>
                <c:pt idx="769">
                  <c:v>#N/A</c:v>
                </c:pt>
                <c:pt idx="770">
                  <c:v>2170.9155766944114</c:v>
                </c:pt>
                <c:pt idx="771">
                  <c:v>#N/A</c:v>
                </c:pt>
                <c:pt idx="772">
                  <c:v>#N/A</c:v>
                </c:pt>
                <c:pt idx="773">
                  <c:v>#N/A</c:v>
                </c:pt>
                <c:pt idx="774">
                  <c:v>#N/A</c:v>
                </c:pt>
                <c:pt idx="775">
                  <c:v>#N/A</c:v>
                </c:pt>
                <c:pt idx="776">
                  <c:v>#N/A</c:v>
                </c:pt>
                <c:pt idx="777">
                  <c:v>#N/A</c:v>
                </c:pt>
                <c:pt idx="778">
                  <c:v>#N/A</c:v>
                </c:pt>
                <c:pt idx="779">
                  <c:v>#N/A</c:v>
                </c:pt>
                <c:pt idx="780">
                  <c:v>#N/A</c:v>
                </c:pt>
                <c:pt idx="781">
                  <c:v>#N/A</c:v>
                </c:pt>
                <c:pt idx="782">
                  <c:v>#N/A</c:v>
                </c:pt>
                <c:pt idx="783">
                  <c:v>2192.8748451053284</c:v>
                </c:pt>
                <c:pt idx="784">
                  <c:v>#N/A</c:v>
                </c:pt>
                <c:pt idx="785">
                  <c:v>#N/A</c:v>
                </c:pt>
                <c:pt idx="786">
                  <c:v>#N/A</c:v>
                </c:pt>
                <c:pt idx="787">
                  <c:v>#N/A</c:v>
                </c:pt>
                <c:pt idx="788">
                  <c:v>#N/A</c:v>
                </c:pt>
                <c:pt idx="789">
                  <c:v>#N/A</c:v>
                </c:pt>
                <c:pt idx="790">
                  <c:v>#N/A</c:v>
                </c:pt>
                <c:pt idx="791">
                  <c:v>#N/A</c:v>
                </c:pt>
                <c:pt idx="792">
                  <c:v>#N/A</c:v>
                </c:pt>
                <c:pt idx="793">
                  <c:v>#N/A</c:v>
                </c:pt>
                <c:pt idx="794">
                  <c:v>#N/A</c:v>
                </c:pt>
                <c:pt idx="795">
                  <c:v>#N/A</c:v>
                </c:pt>
                <c:pt idx="796">
                  <c:v>#N/A</c:v>
                </c:pt>
                <c:pt idx="797">
                  <c:v>2265.2329360780063</c:v>
                </c:pt>
                <c:pt idx="798">
                  <c:v>#N/A</c:v>
                </c:pt>
                <c:pt idx="799">
                  <c:v>#N/A</c:v>
                </c:pt>
                <c:pt idx="800">
                  <c:v>#N/A</c:v>
                </c:pt>
                <c:pt idx="801">
                  <c:v>#N/A</c:v>
                </c:pt>
                <c:pt idx="802">
                  <c:v>#N/A</c:v>
                </c:pt>
                <c:pt idx="803">
                  <c:v>#N/A</c:v>
                </c:pt>
                <c:pt idx="804">
                  <c:v>#N/A</c:v>
                </c:pt>
                <c:pt idx="805">
                  <c:v>#N/A</c:v>
                </c:pt>
                <c:pt idx="806">
                  <c:v>#N/A</c:v>
                </c:pt>
                <c:pt idx="807">
                  <c:v>#N/A</c:v>
                </c:pt>
                <c:pt idx="808">
                  <c:v>#N/A</c:v>
                </c:pt>
                <c:pt idx="809">
                  <c:v>#N/A</c:v>
                </c:pt>
                <c:pt idx="810">
                  <c:v>2171.289640591966</c:v>
                </c:pt>
                <c:pt idx="811">
                  <c:v>#N/A</c:v>
                </c:pt>
                <c:pt idx="812">
                  <c:v>#N/A</c:v>
                </c:pt>
                <c:pt idx="813">
                  <c:v>#N/A</c:v>
                </c:pt>
                <c:pt idx="814">
                  <c:v>#N/A</c:v>
                </c:pt>
                <c:pt idx="815">
                  <c:v>#N/A</c:v>
                </c:pt>
                <c:pt idx="816">
                  <c:v>#N/A</c:v>
                </c:pt>
                <c:pt idx="817">
                  <c:v>#N/A</c:v>
                </c:pt>
                <c:pt idx="818">
                  <c:v>#N/A</c:v>
                </c:pt>
                <c:pt idx="819">
                  <c:v>#N/A</c:v>
                </c:pt>
                <c:pt idx="820">
                  <c:v>#N/A</c:v>
                </c:pt>
                <c:pt idx="821">
                  <c:v>#N/A</c:v>
                </c:pt>
                <c:pt idx="822">
                  <c:v>2103.5897435897436</c:v>
                </c:pt>
                <c:pt idx="823">
                  <c:v>#N/A</c:v>
                </c:pt>
                <c:pt idx="824">
                  <c:v>#N/A</c:v>
                </c:pt>
                <c:pt idx="825">
                  <c:v>#N/A</c:v>
                </c:pt>
                <c:pt idx="826">
                  <c:v>#N/A</c:v>
                </c:pt>
                <c:pt idx="827">
                  <c:v>#N/A</c:v>
                </c:pt>
                <c:pt idx="828">
                  <c:v>#N/A</c:v>
                </c:pt>
                <c:pt idx="829">
                  <c:v>#N/A</c:v>
                </c:pt>
                <c:pt idx="830">
                  <c:v>#N/A</c:v>
                </c:pt>
                <c:pt idx="831">
                  <c:v>#N/A</c:v>
                </c:pt>
                <c:pt idx="832">
                  <c:v>#N/A</c:v>
                </c:pt>
                <c:pt idx="833">
                  <c:v>#N/A</c:v>
                </c:pt>
                <c:pt idx="834">
                  <c:v>#N/A</c:v>
                </c:pt>
                <c:pt idx="835">
                  <c:v>#N/A</c:v>
                </c:pt>
                <c:pt idx="836">
                  <c:v>2031.4631463146316</c:v>
                </c:pt>
                <c:pt idx="837">
                  <c:v>#N/A</c:v>
                </c:pt>
                <c:pt idx="838">
                  <c:v>#N/A</c:v>
                </c:pt>
                <c:pt idx="839">
                  <c:v>#N/A</c:v>
                </c:pt>
                <c:pt idx="840">
                  <c:v>#N/A</c:v>
                </c:pt>
                <c:pt idx="841">
                  <c:v>#N/A</c:v>
                </c:pt>
                <c:pt idx="842">
                  <c:v>#N/A</c:v>
                </c:pt>
                <c:pt idx="843">
                  <c:v>#N/A</c:v>
                </c:pt>
                <c:pt idx="844">
                  <c:v>#N/A</c:v>
                </c:pt>
                <c:pt idx="845">
                  <c:v>#N/A</c:v>
                </c:pt>
                <c:pt idx="846">
                  <c:v>#N/A</c:v>
                </c:pt>
                <c:pt idx="847">
                  <c:v>#N/A</c:v>
                </c:pt>
                <c:pt idx="848">
                  <c:v>#N/A</c:v>
                </c:pt>
                <c:pt idx="849">
                  <c:v>1954.6214689265535</c:v>
                </c:pt>
                <c:pt idx="850">
                  <c:v>#N/A</c:v>
                </c:pt>
                <c:pt idx="851">
                  <c:v>#N/A</c:v>
                </c:pt>
                <c:pt idx="852">
                  <c:v>#N/A</c:v>
                </c:pt>
                <c:pt idx="853">
                  <c:v>#N/A</c:v>
                </c:pt>
                <c:pt idx="854">
                  <c:v>#N/A</c:v>
                </c:pt>
                <c:pt idx="855">
                  <c:v>#N/A</c:v>
                </c:pt>
                <c:pt idx="856">
                  <c:v>#N/A</c:v>
                </c:pt>
                <c:pt idx="857">
                  <c:v>#N/A</c:v>
                </c:pt>
                <c:pt idx="858">
                  <c:v>#N/A</c:v>
                </c:pt>
                <c:pt idx="859">
                  <c:v>#N/A</c:v>
                </c:pt>
                <c:pt idx="860">
                  <c:v>#N/A</c:v>
                </c:pt>
                <c:pt idx="861">
                  <c:v>#N/A</c:v>
                </c:pt>
                <c:pt idx="862">
                  <c:v>1796.5291005291008</c:v>
                </c:pt>
                <c:pt idx="863">
                  <c:v>#N/A</c:v>
                </c:pt>
                <c:pt idx="864">
                  <c:v>#N/A</c:v>
                </c:pt>
                <c:pt idx="865">
                  <c:v>#N/A</c:v>
                </c:pt>
                <c:pt idx="866">
                  <c:v>#N/A</c:v>
                </c:pt>
                <c:pt idx="867">
                  <c:v>#N/A</c:v>
                </c:pt>
                <c:pt idx="868">
                  <c:v>#N/A</c:v>
                </c:pt>
                <c:pt idx="869">
                  <c:v>#N/A</c:v>
                </c:pt>
                <c:pt idx="870">
                  <c:v>#N/A</c:v>
                </c:pt>
                <c:pt idx="871">
                  <c:v>#N/A</c:v>
                </c:pt>
                <c:pt idx="872">
                  <c:v>#N/A</c:v>
                </c:pt>
                <c:pt idx="873">
                  <c:v>#N/A</c:v>
                </c:pt>
                <c:pt idx="874">
                  <c:v>1729.4655704008221</c:v>
                </c:pt>
                <c:pt idx="875">
                  <c:v>#N/A</c:v>
                </c:pt>
                <c:pt idx="876">
                  <c:v>#N/A</c:v>
                </c:pt>
                <c:pt idx="877">
                  <c:v>#N/A</c:v>
                </c:pt>
                <c:pt idx="878">
                  <c:v>#N/A</c:v>
                </c:pt>
                <c:pt idx="879">
                  <c:v>#N/A</c:v>
                </c:pt>
                <c:pt idx="880">
                  <c:v>#N/A</c:v>
                </c:pt>
                <c:pt idx="881">
                  <c:v>#N/A</c:v>
                </c:pt>
                <c:pt idx="882">
                  <c:v>#N/A</c:v>
                </c:pt>
                <c:pt idx="883">
                  <c:v>#N/A</c:v>
                </c:pt>
                <c:pt idx="884">
                  <c:v>#N/A</c:v>
                </c:pt>
                <c:pt idx="885">
                  <c:v>#N/A</c:v>
                </c:pt>
                <c:pt idx="886">
                  <c:v>#N/A</c:v>
                </c:pt>
                <c:pt idx="887">
                  <c:v>#N/A</c:v>
                </c:pt>
                <c:pt idx="888">
                  <c:v>1557.5322283609576</c:v>
                </c:pt>
                <c:pt idx="889">
                  <c:v>#N/A</c:v>
                </c:pt>
                <c:pt idx="890">
                  <c:v>#N/A</c:v>
                </c:pt>
                <c:pt idx="891">
                  <c:v>#N/A</c:v>
                </c:pt>
                <c:pt idx="892">
                  <c:v>#N/A</c:v>
                </c:pt>
                <c:pt idx="893">
                  <c:v>#N/A</c:v>
                </c:pt>
                <c:pt idx="894">
                  <c:v>#N/A</c:v>
                </c:pt>
                <c:pt idx="89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D93-4116-BDF0-1C3A36FCD2CF}"/>
            </c:ext>
          </c:extLst>
        </c:ser>
        <c:ser>
          <c:idx val="5"/>
          <c:order val="4"/>
          <c:tx>
            <c:strRef>
              <c:f>data!$S$13</c:f>
              <c:strCache>
                <c:ptCount val="1"/>
                <c:pt idx="0">
                  <c:v>8x</c:v>
                </c:pt>
              </c:strCache>
            </c:strRef>
          </c:tx>
          <c:spPr>
            <a:ln w="12700">
              <a:solidFill>
                <a:srgbClr val="D9D9D9"/>
              </a:solidFill>
              <a:prstDash val="sysDash"/>
            </a:ln>
          </c:spPr>
          <c:marker>
            <c:symbol val="none"/>
          </c:marker>
          <c:cat>
            <c:numRef>
              <c:f>data!$A$15:$A$910</c:f>
              <c:numCache>
                <c:formatCode>m/d/yyyy</c:formatCode>
                <c:ptCount val="896"/>
                <c:pt idx="0">
                  <c:v>46303</c:v>
                </c:pt>
                <c:pt idx="1">
                  <c:v>46297</c:v>
                </c:pt>
                <c:pt idx="2">
                  <c:v>46288</c:v>
                </c:pt>
                <c:pt idx="3">
                  <c:v>46283</c:v>
                </c:pt>
                <c:pt idx="4">
                  <c:v>46276</c:v>
                </c:pt>
                <c:pt idx="5">
                  <c:v>46269</c:v>
                </c:pt>
                <c:pt idx="6">
                  <c:v>46262</c:v>
                </c:pt>
                <c:pt idx="7">
                  <c:v>46255</c:v>
                </c:pt>
                <c:pt idx="8">
                  <c:v>46248</c:v>
                </c:pt>
                <c:pt idx="9">
                  <c:v>46241</c:v>
                </c:pt>
                <c:pt idx="10">
                  <c:v>46234</c:v>
                </c:pt>
                <c:pt idx="11">
                  <c:v>46227</c:v>
                </c:pt>
                <c:pt idx="12">
                  <c:v>46219</c:v>
                </c:pt>
                <c:pt idx="13">
                  <c:v>46213</c:v>
                </c:pt>
                <c:pt idx="14">
                  <c:v>46206</c:v>
                </c:pt>
                <c:pt idx="15">
                  <c:v>46199</c:v>
                </c:pt>
                <c:pt idx="16">
                  <c:v>46192</c:v>
                </c:pt>
                <c:pt idx="17">
                  <c:v>46185</c:v>
                </c:pt>
                <c:pt idx="18">
                  <c:v>46178</c:v>
                </c:pt>
                <c:pt idx="19">
                  <c:v>46171</c:v>
                </c:pt>
                <c:pt idx="20">
                  <c:v>46164</c:v>
                </c:pt>
                <c:pt idx="21">
                  <c:v>46157</c:v>
                </c:pt>
                <c:pt idx="22">
                  <c:v>46150</c:v>
                </c:pt>
                <c:pt idx="23">
                  <c:v>46142</c:v>
                </c:pt>
                <c:pt idx="24">
                  <c:v>46136</c:v>
                </c:pt>
                <c:pt idx="25">
                  <c:v>46129</c:v>
                </c:pt>
                <c:pt idx="26">
                  <c:v>46122</c:v>
                </c:pt>
                <c:pt idx="27">
                  <c:v>46115</c:v>
                </c:pt>
                <c:pt idx="28">
                  <c:v>46108</c:v>
                </c:pt>
                <c:pt idx="29">
                  <c:v>46101</c:v>
                </c:pt>
                <c:pt idx="30">
                  <c:v>46094</c:v>
                </c:pt>
                <c:pt idx="31">
                  <c:v>46087</c:v>
                </c:pt>
                <c:pt idx="32">
                  <c:v>46080</c:v>
                </c:pt>
                <c:pt idx="33">
                  <c:v>46073</c:v>
                </c:pt>
                <c:pt idx="34">
                  <c:v>46066</c:v>
                </c:pt>
                <c:pt idx="35">
                  <c:v>46059</c:v>
                </c:pt>
                <c:pt idx="36">
                  <c:v>46052</c:v>
                </c:pt>
                <c:pt idx="37">
                  <c:v>46045</c:v>
                </c:pt>
                <c:pt idx="38">
                  <c:v>46038</c:v>
                </c:pt>
                <c:pt idx="39">
                  <c:v>46031</c:v>
                </c:pt>
                <c:pt idx="40">
                  <c:v>46024</c:v>
                </c:pt>
                <c:pt idx="41">
                  <c:v>46017</c:v>
                </c:pt>
                <c:pt idx="42">
                  <c:v>46010</c:v>
                </c:pt>
                <c:pt idx="43">
                  <c:v>46003</c:v>
                </c:pt>
                <c:pt idx="44">
                  <c:v>45996</c:v>
                </c:pt>
                <c:pt idx="45">
                  <c:v>45989</c:v>
                </c:pt>
                <c:pt idx="46">
                  <c:v>45982</c:v>
                </c:pt>
                <c:pt idx="47">
                  <c:v>45975</c:v>
                </c:pt>
                <c:pt idx="48">
                  <c:v>45968</c:v>
                </c:pt>
                <c:pt idx="49">
                  <c:v>45961</c:v>
                </c:pt>
                <c:pt idx="50">
                  <c:v>45954</c:v>
                </c:pt>
                <c:pt idx="51">
                  <c:v>45947</c:v>
                </c:pt>
                <c:pt idx="52">
                  <c:v>45940</c:v>
                </c:pt>
                <c:pt idx="53">
                  <c:v>45932</c:v>
                </c:pt>
                <c:pt idx="54">
                  <c:v>45926</c:v>
                </c:pt>
                <c:pt idx="55">
                  <c:v>45919</c:v>
                </c:pt>
                <c:pt idx="56">
                  <c:v>45912</c:v>
                </c:pt>
                <c:pt idx="57">
                  <c:v>45905</c:v>
                </c:pt>
                <c:pt idx="58">
                  <c:v>45898</c:v>
                </c:pt>
                <c:pt idx="59">
                  <c:v>45891</c:v>
                </c:pt>
                <c:pt idx="60">
                  <c:v>45883</c:v>
                </c:pt>
                <c:pt idx="61">
                  <c:v>45877</c:v>
                </c:pt>
                <c:pt idx="62">
                  <c:v>45870</c:v>
                </c:pt>
                <c:pt idx="63">
                  <c:v>45863</c:v>
                </c:pt>
                <c:pt idx="64">
                  <c:v>45856</c:v>
                </c:pt>
                <c:pt idx="65">
                  <c:v>45849</c:v>
                </c:pt>
                <c:pt idx="66">
                  <c:v>45842</c:v>
                </c:pt>
                <c:pt idx="67">
                  <c:v>45835</c:v>
                </c:pt>
                <c:pt idx="68">
                  <c:v>45828</c:v>
                </c:pt>
                <c:pt idx="69">
                  <c:v>45821</c:v>
                </c:pt>
                <c:pt idx="70">
                  <c:v>45813</c:v>
                </c:pt>
                <c:pt idx="71">
                  <c:v>45807</c:v>
                </c:pt>
                <c:pt idx="72">
                  <c:v>45800</c:v>
                </c:pt>
                <c:pt idx="73">
                  <c:v>45793</c:v>
                </c:pt>
                <c:pt idx="74">
                  <c:v>45786</c:v>
                </c:pt>
                <c:pt idx="75">
                  <c:v>45779</c:v>
                </c:pt>
                <c:pt idx="76">
                  <c:v>45772</c:v>
                </c:pt>
                <c:pt idx="77">
                  <c:v>45765</c:v>
                </c:pt>
                <c:pt idx="78">
                  <c:v>45758</c:v>
                </c:pt>
                <c:pt idx="79">
                  <c:v>45751</c:v>
                </c:pt>
                <c:pt idx="80">
                  <c:v>45744</c:v>
                </c:pt>
                <c:pt idx="81">
                  <c:v>45737</c:v>
                </c:pt>
                <c:pt idx="82">
                  <c:v>45730</c:v>
                </c:pt>
                <c:pt idx="83">
                  <c:v>45723</c:v>
                </c:pt>
                <c:pt idx="84">
                  <c:v>45716</c:v>
                </c:pt>
                <c:pt idx="85">
                  <c:v>45709</c:v>
                </c:pt>
                <c:pt idx="86">
                  <c:v>45702</c:v>
                </c:pt>
                <c:pt idx="87">
                  <c:v>45695</c:v>
                </c:pt>
                <c:pt idx="88">
                  <c:v>45688</c:v>
                </c:pt>
                <c:pt idx="89">
                  <c:v>45681</c:v>
                </c:pt>
                <c:pt idx="90">
                  <c:v>45674</c:v>
                </c:pt>
                <c:pt idx="91">
                  <c:v>45667</c:v>
                </c:pt>
                <c:pt idx="92">
                  <c:v>45660</c:v>
                </c:pt>
                <c:pt idx="93">
                  <c:v>45653</c:v>
                </c:pt>
                <c:pt idx="94">
                  <c:v>45646</c:v>
                </c:pt>
                <c:pt idx="95">
                  <c:v>45639</c:v>
                </c:pt>
                <c:pt idx="96">
                  <c:v>45632</c:v>
                </c:pt>
                <c:pt idx="97">
                  <c:v>45625</c:v>
                </c:pt>
                <c:pt idx="98">
                  <c:v>45618</c:v>
                </c:pt>
                <c:pt idx="99">
                  <c:v>45611</c:v>
                </c:pt>
                <c:pt idx="100">
                  <c:v>45604</c:v>
                </c:pt>
                <c:pt idx="101">
                  <c:v>45597</c:v>
                </c:pt>
                <c:pt idx="102">
                  <c:v>45590</c:v>
                </c:pt>
                <c:pt idx="103">
                  <c:v>45583</c:v>
                </c:pt>
                <c:pt idx="104">
                  <c:v>45576</c:v>
                </c:pt>
                <c:pt idx="105">
                  <c:v>45569</c:v>
                </c:pt>
                <c:pt idx="106">
                  <c:v>45562</c:v>
                </c:pt>
                <c:pt idx="107">
                  <c:v>45555</c:v>
                </c:pt>
                <c:pt idx="108">
                  <c:v>45548</c:v>
                </c:pt>
                <c:pt idx="109">
                  <c:v>45541</c:v>
                </c:pt>
                <c:pt idx="110">
                  <c:v>45534</c:v>
                </c:pt>
                <c:pt idx="111">
                  <c:v>45527</c:v>
                </c:pt>
                <c:pt idx="112">
                  <c:v>45520</c:v>
                </c:pt>
                <c:pt idx="113">
                  <c:v>45513</c:v>
                </c:pt>
                <c:pt idx="114">
                  <c:v>45506</c:v>
                </c:pt>
                <c:pt idx="115">
                  <c:v>45499</c:v>
                </c:pt>
                <c:pt idx="116">
                  <c:v>45492</c:v>
                </c:pt>
                <c:pt idx="117">
                  <c:v>45485</c:v>
                </c:pt>
                <c:pt idx="118">
                  <c:v>45478</c:v>
                </c:pt>
                <c:pt idx="119">
                  <c:v>45471</c:v>
                </c:pt>
                <c:pt idx="120">
                  <c:v>45464</c:v>
                </c:pt>
                <c:pt idx="121">
                  <c:v>45457</c:v>
                </c:pt>
                <c:pt idx="122">
                  <c:v>45450</c:v>
                </c:pt>
                <c:pt idx="123">
                  <c:v>45443</c:v>
                </c:pt>
                <c:pt idx="124">
                  <c:v>45436</c:v>
                </c:pt>
                <c:pt idx="125">
                  <c:v>45429</c:v>
                </c:pt>
                <c:pt idx="126">
                  <c:v>45422</c:v>
                </c:pt>
                <c:pt idx="127">
                  <c:v>45415</c:v>
                </c:pt>
                <c:pt idx="128">
                  <c:v>45408</c:v>
                </c:pt>
                <c:pt idx="129">
                  <c:v>45401</c:v>
                </c:pt>
                <c:pt idx="130">
                  <c:v>45394</c:v>
                </c:pt>
                <c:pt idx="131">
                  <c:v>45387</c:v>
                </c:pt>
                <c:pt idx="132">
                  <c:v>45380</c:v>
                </c:pt>
                <c:pt idx="133">
                  <c:v>45373</c:v>
                </c:pt>
                <c:pt idx="134">
                  <c:v>45366</c:v>
                </c:pt>
                <c:pt idx="135">
                  <c:v>45359</c:v>
                </c:pt>
                <c:pt idx="136">
                  <c:v>45351</c:v>
                </c:pt>
                <c:pt idx="137">
                  <c:v>45345</c:v>
                </c:pt>
                <c:pt idx="138">
                  <c:v>45338</c:v>
                </c:pt>
                <c:pt idx="139">
                  <c:v>45330</c:v>
                </c:pt>
                <c:pt idx="140">
                  <c:v>45324</c:v>
                </c:pt>
                <c:pt idx="141">
                  <c:v>45317</c:v>
                </c:pt>
                <c:pt idx="142">
                  <c:v>45310</c:v>
                </c:pt>
                <c:pt idx="143">
                  <c:v>45303</c:v>
                </c:pt>
                <c:pt idx="144">
                  <c:v>45296</c:v>
                </c:pt>
                <c:pt idx="145">
                  <c:v>45288</c:v>
                </c:pt>
                <c:pt idx="146">
                  <c:v>45282</c:v>
                </c:pt>
                <c:pt idx="147">
                  <c:v>45275</c:v>
                </c:pt>
                <c:pt idx="148">
                  <c:v>45268</c:v>
                </c:pt>
                <c:pt idx="149">
                  <c:v>45261</c:v>
                </c:pt>
                <c:pt idx="150">
                  <c:v>45254</c:v>
                </c:pt>
                <c:pt idx="151">
                  <c:v>45247</c:v>
                </c:pt>
                <c:pt idx="152">
                  <c:v>45240</c:v>
                </c:pt>
                <c:pt idx="153">
                  <c:v>45233</c:v>
                </c:pt>
                <c:pt idx="154">
                  <c:v>45226</c:v>
                </c:pt>
                <c:pt idx="155">
                  <c:v>45219</c:v>
                </c:pt>
                <c:pt idx="156">
                  <c:v>45212</c:v>
                </c:pt>
                <c:pt idx="157">
                  <c:v>45205</c:v>
                </c:pt>
                <c:pt idx="158">
                  <c:v>45196</c:v>
                </c:pt>
                <c:pt idx="159">
                  <c:v>45191</c:v>
                </c:pt>
                <c:pt idx="160">
                  <c:v>45184</c:v>
                </c:pt>
                <c:pt idx="161">
                  <c:v>45177</c:v>
                </c:pt>
                <c:pt idx="162">
                  <c:v>45170</c:v>
                </c:pt>
                <c:pt idx="163">
                  <c:v>45163</c:v>
                </c:pt>
                <c:pt idx="164">
                  <c:v>45156</c:v>
                </c:pt>
                <c:pt idx="165">
                  <c:v>45149</c:v>
                </c:pt>
                <c:pt idx="166">
                  <c:v>45142</c:v>
                </c:pt>
                <c:pt idx="167">
                  <c:v>45135</c:v>
                </c:pt>
                <c:pt idx="168">
                  <c:v>45128</c:v>
                </c:pt>
                <c:pt idx="169">
                  <c:v>45121</c:v>
                </c:pt>
                <c:pt idx="170">
                  <c:v>45114</c:v>
                </c:pt>
                <c:pt idx="171">
                  <c:v>45107</c:v>
                </c:pt>
                <c:pt idx="172">
                  <c:v>45100</c:v>
                </c:pt>
                <c:pt idx="173">
                  <c:v>45093</c:v>
                </c:pt>
                <c:pt idx="174">
                  <c:v>45086</c:v>
                </c:pt>
                <c:pt idx="175">
                  <c:v>45079</c:v>
                </c:pt>
                <c:pt idx="176">
                  <c:v>45072</c:v>
                </c:pt>
                <c:pt idx="177">
                  <c:v>45065</c:v>
                </c:pt>
                <c:pt idx="178">
                  <c:v>45058</c:v>
                </c:pt>
                <c:pt idx="179">
                  <c:v>45050</c:v>
                </c:pt>
                <c:pt idx="180">
                  <c:v>45044</c:v>
                </c:pt>
                <c:pt idx="181">
                  <c:v>45037</c:v>
                </c:pt>
                <c:pt idx="182">
                  <c:v>45030</c:v>
                </c:pt>
                <c:pt idx="183">
                  <c:v>45023</c:v>
                </c:pt>
                <c:pt idx="184">
                  <c:v>45016</c:v>
                </c:pt>
                <c:pt idx="185">
                  <c:v>45009</c:v>
                </c:pt>
                <c:pt idx="186">
                  <c:v>45002</c:v>
                </c:pt>
                <c:pt idx="187">
                  <c:v>44995</c:v>
                </c:pt>
                <c:pt idx="188">
                  <c:v>44988</c:v>
                </c:pt>
                <c:pt idx="189">
                  <c:v>44981</c:v>
                </c:pt>
                <c:pt idx="190">
                  <c:v>44974</c:v>
                </c:pt>
                <c:pt idx="191">
                  <c:v>44967</c:v>
                </c:pt>
                <c:pt idx="192">
                  <c:v>44960</c:v>
                </c:pt>
                <c:pt idx="193">
                  <c:v>44953</c:v>
                </c:pt>
                <c:pt idx="194">
                  <c:v>44946</c:v>
                </c:pt>
                <c:pt idx="195">
                  <c:v>44939</c:v>
                </c:pt>
                <c:pt idx="196">
                  <c:v>44932</c:v>
                </c:pt>
                <c:pt idx="197">
                  <c:v>44924</c:v>
                </c:pt>
                <c:pt idx="198">
                  <c:v>44918</c:v>
                </c:pt>
                <c:pt idx="199">
                  <c:v>44911</c:v>
                </c:pt>
                <c:pt idx="200">
                  <c:v>44904</c:v>
                </c:pt>
                <c:pt idx="201">
                  <c:v>44897</c:v>
                </c:pt>
                <c:pt idx="202">
                  <c:v>44890</c:v>
                </c:pt>
                <c:pt idx="203">
                  <c:v>44883</c:v>
                </c:pt>
                <c:pt idx="204">
                  <c:v>44876</c:v>
                </c:pt>
                <c:pt idx="205">
                  <c:v>44869</c:v>
                </c:pt>
                <c:pt idx="206">
                  <c:v>44862</c:v>
                </c:pt>
                <c:pt idx="207">
                  <c:v>44855</c:v>
                </c:pt>
                <c:pt idx="208">
                  <c:v>44848</c:v>
                </c:pt>
                <c:pt idx="209">
                  <c:v>44841</c:v>
                </c:pt>
                <c:pt idx="210">
                  <c:v>44834</c:v>
                </c:pt>
                <c:pt idx="211">
                  <c:v>44827</c:v>
                </c:pt>
                <c:pt idx="212">
                  <c:v>44820</c:v>
                </c:pt>
                <c:pt idx="213">
                  <c:v>44812</c:v>
                </c:pt>
                <c:pt idx="214">
                  <c:v>44806</c:v>
                </c:pt>
                <c:pt idx="215">
                  <c:v>44799</c:v>
                </c:pt>
                <c:pt idx="216">
                  <c:v>44792</c:v>
                </c:pt>
                <c:pt idx="217">
                  <c:v>44785</c:v>
                </c:pt>
                <c:pt idx="218">
                  <c:v>44778</c:v>
                </c:pt>
                <c:pt idx="219">
                  <c:v>44771</c:v>
                </c:pt>
                <c:pt idx="220">
                  <c:v>44764</c:v>
                </c:pt>
                <c:pt idx="221">
                  <c:v>44757</c:v>
                </c:pt>
                <c:pt idx="222">
                  <c:v>44750</c:v>
                </c:pt>
                <c:pt idx="223">
                  <c:v>44743</c:v>
                </c:pt>
                <c:pt idx="224">
                  <c:v>44736</c:v>
                </c:pt>
                <c:pt idx="225">
                  <c:v>44729</c:v>
                </c:pt>
                <c:pt idx="226">
                  <c:v>44722</c:v>
                </c:pt>
                <c:pt idx="227">
                  <c:v>44715</c:v>
                </c:pt>
                <c:pt idx="228">
                  <c:v>44708</c:v>
                </c:pt>
                <c:pt idx="229">
                  <c:v>44701</c:v>
                </c:pt>
                <c:pt idx="230">
                  <c:v>44694</c:v>
                </c:pt>
                <c:pt idx="231">
                  <c:v>44687</c:v>
                </c:pt>
                <c:pt idx="232">
                  <c:v>44680</c:v>
                </c:pt>
                <c:pt idx="233">
                  <c:v>44673</c:v>
                </c:pt>
                <c:pt idx="234">
                  <c:v>44666</c:v>
                </c:pt>
                <c:pt idx="235">
                  <c:v>44659</c:v>
                </c:pt>
                <c:pt idx="236">
                  <c:v>44652</c:v>
                </c:pt>
                <c:pt idx="237">
                  <c:v>44645</c:v>
                </c:pt>
                <c:pt idx="238">
                  <c:v>44638</c:v>
                </c:pt>
                <c:pt idx="239">
                  <c:v>44631</c:v>
                </c:pt>
                <c:pt idx="240">
                  <c:v>44624</c:v>
                </c:pt>
                <c:pt idx="241">
                  <c:v>44617</c:v>
                </c:pt>
                <c:pt idx="242">
                  <c:v>44610</c:v>
                </c:pt>
                <c:pt idx="243">
                  <c:v>44603</c:v>
                </c:pt>
                <c:pt idx="244">
                  <c:v>44596</c:v>
                </c:pt>
                <c:pt idx="245">
                  <c:v>44589</c:v>
                </c:pt>
                <c:pt idx="246">
                  <c:v>44582</c:v>
                </c:pt>
                <c:pt idx="247">
                  <c:v>44575</c:v>
                </c:pt>
                <c:pt idx="248">
                  <c:v>44568</c:v>
                </c:pt>
                <c:pt idx="249">
                  <c:v>44560</c:v>
                </c:pt>
                <c:pt idx="250">
                  <c:v>44554</c:v>
                </c:pt>
                <c:pt idx="251">
                  <c:v>44547</c:v>
                </c:pt>
                <c:pt idx="252">
                  <c:v>44540</c:v>
                </c:pt>
                <c:pt idx="253">
                  <c:v>44533</c:v>
                </c:pt>
                <c:pt idx="254">
                  <c:v>44526</c:v>
                </c:pt>
                <c:pt idx="255">
                  <c:v>44519</c:v>
                </c:pt>
                <c:pt idx="256">
                  <c:v>44512</c:v>
                </c:pt>
                <c:pt idx="257">
                  <c:v>44505</c:v>
                </c:pt>
                <c:pt idx="258">
                  <c:v>44498</c:v>
                </c:pt>
                <c:pt idx="259">
                  <c:v>44491</c:v>
                </c:pt>
                <c:pt idx="260">
                  <c:v>44484</c:v>
                </c:pt>
                <c:pt idx="261">
                  <c:v>44477</c:v>
                </c:pt>
                <c:pt idx="262">
                  <c:v>44470</c:v>
                </c:pt>
                <c:pt idx="263">
                  <c:v>44463</c:v>
                </c:pt>
                <c:pt idx="264">
                  <c:v>44456</c:v>
                </c:pt>
                <c:pt idx="265">
                  <c:v>44449</c:v>
                </c:pt>
                <c:pt idx="266">
                  <c:v>44442</c:v>
                </c:pt>
                <c:pt idx="267">
                  <c:v>44435</c:v>
                </c:pt>
                <c:pt idx="268">
                  <c:v>44428</c:v>
                </c:pt>
                <c:pt idx="269">
                  <c:v>44421</c:v>
                </c:pt>
                <c:pt idx="270">
                  <c:v>44414</c:v>
                </c:pt>
                <c:pt idx="271">
                  <c:v>44407</c:v>
                </c:pt>
                <c:pt idx="272">
                  <c:v>44400</c:v>
                </c:pt>
                <c:pt idx="273">
                  <c:v>44393</c:v>
                </c:pt>
                <c:pt idx="274">
                  <c:v>44386</c:v>
                </c:pt>
                <c:pt idx="275">
                  <c:v>44379</c:v>
                </c:pt>
                <c:pt idx="276">
                  <c:v>44372</c:v>
                </c:pt>
                <c:pt idx="277">
                  <c:v>44365</c:v>
                </c:pt>
                <c:pt idx="278">
                  <c:v>44358</c:v>
                </c:pt>
                <c:pt idx="279">
                  <c:v>44351</c:v>
                </c:pt>
                <c:pt idx="280">
                  <c:v>44344</c:v>
                </c:pt>
                <c:pt idx="281">
                  <c:v>44337</c:v>
                </c:pt>
                <c:pt idx="282">
                  <c:v>44330</c:v>
                </c:pt>
                <c:pt idx="283">
                  <c:v>44323</c:v>
                </c:pt>
                <c:pt idx="284">
                  <c:v>44316</c:v>
                </c:pt>
                <c:pt idx="285">
                  <c:v>44309</c:v>
                </c:pt>
                <c:pt idx="286">
                  <c:v>44302</c:v>
                </c:pt>
                <c:pt idx="287">
                  <c:v>44295</c:v>
                </c:pt>
                <c:pt idx="288">
                  <c:v>44288</c:v>
                </c:pt>
                <c:pt idx="289">
                  <c:v>44281</c:v>
                </c:pt>
                <c:pt idx="290">
                  <c:v>44274</c:v>
                </c:pt>
                <c:pt idx="291">
                  <c:v>44267</c:v>
                </c:pt>
                <c:pt idx="292">
                  <c:v>44260</c:v>
                </c:pt>
                <c:pt idx="293">
                  <c:v>44253</c:v>
                </c:pt>
                <c:pt idx="294">
                  <c:v>44246</c:v>
                </c:pt>
                <c:pt idx="295">
                  <c:v>44237</c:v>
                </c:pt>
                <c:pt idx="296">
                  <c:v>44232</c:v>
                </c:pt>
                <c:pt idx="297">
                  <c:v>44225</c:v>
                </c:pt>
                <c:pt idx="298">
                  <c:v>44218</c:v>
                </c:pt>
                <c:pt idx="299">
                  <c:v>44211</c:v>
                </c:pt>
                <c:pt idx="300">
                  <c:v>44204</c:v>
                </c:pt>
                <c:pt idx="301">
                  <c:v>44195</c:v>
                </c:pt>
                <c:pt idx="302">
                  <c:v>44189</c:v>
                </c:pt>
                <c:pt idx="303">
                  <c:v>44183</c:v>
                </c:pt>
                <c:pt idx="304">
                  <c:v>44176</c:v>
                </c:pt>
                <c:pt idx="305">
                  <c:v>44169</c:v>
                </c:pt>
                <c:pt idx="306">
                  <c:v>44162</c:v>
                </c:pt>
                <c:pt idx="307">
                  <c:v>44155</c:v>
                </c:pt>
                <c:pt idx="308">
                  <c:v>44148</c:v>
                </c:pt>
                <c:pt idx="309">
                  <c:v>44141</c:v>
                </c:pt>
                <c:pt idx="310">
                  <c:v>44134</c:v>
                </c:pt>
                <c:pt idx="311">
                  <c:v>44127</c:v>
                </c:pt>
                <c:pt idx="312">
                  <c:v>44120</c:v>
                </c:pt>
                <c:pt idx="313">
                  <c:v>44112</c:v>
                </c:pt>
                <c:pt idx="314">
                  <c:v>44103</c:v>
                </c:pt>
                <c:pt idx="315">
                  <c:v>44099</c:v>
                </c:pt>
                <c:pt idx="316">
                  <c:v>44092</c:v>
                </c:pt>
                <c:pt idx="317">
                  <c:v>44085</c:v>
                </c:pt>
                <c:pt idx="318">
                  <c:v>44078</c:v>
                </c:pt>
                <c:pt idx="319">
                  <c:v>44071</c:v>
                </c:pt>
                <c:pt idx="320">
                  <c:v>44064</c:v>
                </c:pt>
                <c:pt idx="321">
                  <c:v>44057</c:v>
                </c:pt>
                <c:pt idx="322">
                  <c:v>44050</c:v>
                </c:pt>
                <c:pt idx="323">
                  <c:v>44043</c:v>
                </c:pt>
                <c:pt idx="324">
                  <c:v>44036</c:v>
                </c:pt>
                <c:pt idx="325">
                  <c:v>44029</c:v>
                </c:pt>
                <c:pt idx="326">
                  <c:v>44022</c:v>
                </c:pt>
                <c:pt idx="327">
                  <c:v>44015</c:v>
                </c:pt>
                <c:pt idx="328">
                  <c:v>44008</c:v>
                </c:pt>
                <c:pt idx="329">
                  <c:v>44001</c:v>
                </c:pt>
                <c:pt idx="330">
                  <c:v>43994</c:v>
                </c:pt>
                <c:pt idx="331">
                  <c:v>43987</c:v>
                </c:pt>
                <c:pt idx="332">
                  <c:v>43980</c:v>
                </c:pt>
                <c:pt idx="333">
                  <c:v>43973</c:v>
                </c:pt>
                <c:pt idx="334">
                  <c:v>43966</c:v>
                </c:pt>
                <c:pt idx="335">
                  <c:v>43959</c:v>
                </c:pt>
                <c:pt idx="336">
                  <c:v>43950</c:v>
                </c:pt>
                <c:pt idx="337">
                  <c:v>43945</c:v>
                </c:pt>
                <c:pt idx="338">
                  <c:v>43938</c:v>
                </c:pt>
                <c:pt idx="339">
                  <c:v>43931</c:v>
                </c:pt>
                <c:pt idx="340">
                  <c:v>43924</c:v>
                </c:pt>
                <c:pt idx="341">
                  <c:v>43917</c:v>
                </c:pt>
                <c:pt idx="342">
                  <c:v>43910</c:v>
                </c:pt>
                <c:pt idx="343">
                  <c:v>43903</c:v>
                </c:pt>
                <c:pt idx="344">
                  <c:v>43896</c:v>
                </c:pt>
                <c:pt idx="345">
                  <c:v>43889</c:v>
                </c:pt>
                <c:pt idx="346">
                  <c:v>43882</c:v>
                </c:pt>
                <c:pt idx="347">
                  <c:v>43875</c:v>
                </c:pt>
                <c:pt idx="348">
                  <c:v>43868</c:v>
                </c:pt>
                <c:pt idx="349">
                  <c:v>43861</c:v>
                </c:pt>
                <c:pt idx="350">
                  <c:v>43853</c:v>
                </c:pt>
                <c:pt idx="351">
                  <c:v>43847</c:v>
                </c:pt>
                <c:pt idx="352">
                  <c:v>43840</c:v>
                </c:pt>
                <c:pt idx="353">
                  <c:v>43833</c:v>
                </c:pt>
                <c:pt idx="354">
                  <c:v>43826</c:v>
                </c:pt>
                <c:pt idx="355">
                  <c:v>43819</c:v>
                </c:pt>
                <c:pt idx="356">
                  <c:v>43812</c:v>
                </c:pt>
                <c:pt idx="357">
                  <c:v>43805</c:v>
                </c:pt>
                <c:pt idx="358">
                  <c:v>43798</c:v>
                </c:pt>
                <c:pt idx="359">
                  <c:v>43791</c:v>
                </c:pt>
                <c:pt idx="360">
                  <c:v>43784</c:v>
                </c:pt>
                <c:pt idx="361">
                  <c:v>43777</c:v>
                </c:pt>
                <c:pt idx="362">
                  <c:v>43770</c:v>
                </c:pt>
                <c:pt idx="363">
                  <c:v>43763</c:v>
                </c:pt>
                <c:pt idx="364">
                  <c:v>43756</c:v>
                </c:pt>
                <c:pt idx="365">
                  <c:v>43749</c:v>
                </c:pt>
                <c:pt idx="366">
                  <c:v>43742</c:v>
                </c:pt>
                <c:pt idx="367">
                  <c:v>43735</c:v>
                </c:pt>
                <c:pt idx="368">
                  <c:v>43728</c:v>
                </c:pt>
                <c:pt idx="369">
                  <c:v>43719</c:v>
                </c:pt>
                <c:pt idx="370">
                  <c:v>43714</c:v>
                </c:pt>
                <c:pt idx="371">
                  <c:v>43707</c:v>
                </c:pt>
                <c:pt idx="372">
                  <c:v>43700</c:v>
                </c:pt>
                <c:pt idx="373">
                  <c:v>43693</c:v>
                </c:pt>
                <c:pt idx="374">
                  <c:v>43686</c:v>
                </c:pt>
                <c:pt idx="375">
                  <c:v>43679</c:v>
                </c:pt>
                <c:pt idx="376">
                  <c:v>43672</c:v>
                </c:pt>
                <c:pt idx="377">
                  <c:v>43665</c:v>
                </c:pt>
                <c:pt idx="378">
                  <c:v>43658</c:v>
                </c:pt>
                <c:pt idx="379">
                  <c:v>43651</c:v>
                </c:pt>
                <c:pt idx="380">
                  <c:v>43644</c:v>
                </c:pt>
                <c:pt idx="381">
                  <c:v>43637</c:v>
                </c:pt>
                <c:pt idx="382">
                  <c:v>43630</c:v>
                </c:pt>
                <c:pt idx="383">
                  <c:v>43623</c:v>
                </c:pt>
                <c:pt idx="384">
                  <c:v>43616</c:v>
                </c:pt>
                <c:pt idx="385">
                  <c:v>43609</c:v>
                </c:pt>
                <c:pt idx="386">
                  <c:v>43602</c:v>
                </c:pt>
                <c:pt idx="387">
                  <c:v>43595</c:v>
                </c:pt>
                <c:pt idx="388">
                  <c:v>43588</c:v>
                </c:pt>
                <c:pt idx="389">
                  <c:v>43581</c:v>
                </c:pt>
                <c:pt idx="390">
                  <c:v>43574</c:v>
                </c:pt>
                <c:pt idx="391">
                  <c:v>43567</c:v>
                </c:pt>
                <c:pt idx="392">
                  <c:v>43560</c:v>
                </c:pt>
                <c:pt idx="393">
                  <c:v>43553</c:v>
                </c:pt>
                <c:pt idx="394">
                  <c:v>43546</c:v>
                </c:pt>
                <c:pt idx="395">
                  <c:v>43539</c:v>
                </c:pt>
                <c:pt idx="396">
                  <c:v>43532</c:v>
                </c:pt>
                <c:pt idx="397">
                  <c:v>43524</c:v>
                </c:pt>
                <c:pt idx="398">
                  <c:v>43518</c:v>
                </c:pt>
                <c:pt idx="399">
                  <c:v>43511</c:v>
                </c:pt>
                <c:pt idx="400">
                  <c:v>43504</c:v>
                </c:pt>
                <c:pt idx="401">
                  <c:v>43497</c:v>
                </c:pt>
                <c:pt idx="402">
                  <c:v>43490</c:v>
                </c:pt>
                <c:pt idx="403">
                  <c:v>43483</c:v>
                </c:pt>
                <c:pt idx="404">
                  <c:v>43476</c:v>
                </c:pt>
                <c:pt idx="405">
                  <c:v>43469</c:v>
                </c:pt>
                <c:pt idx="406">
                  <c:v>43462</c:v>
                </c:pt>
                <c:pt idx="407">
                  <c:v>43455</c:v>
                </c:pt>
                <c:pt idx="408">
                  <c:v>43448</c:v>
                </c:pt>
                <c:pt idx="409">
                  <c:v>43441</c:v>
                </c:pt>
                <c:pt idx="410">
                  <c:v>43434</c:v>
                </c:pt>
                <c:pt idx="411">
                  <c:v>43427</c:v>
                </c:pt>
                <c:pt idx="412">
                  <c:v>43420</c:v>
                </c:pt>
                <c:pt idx="413">
                  <c:v>43413</c:v>
                </c:pt>
                <c:pt idx="414">
                  <c:v>43406</c:v>
                </c:pt>
                <c:pt idx="415">
                  <c:v>43399</c:v>
                </c:pt>
                <c:pt idx="416">
                  <c:v>43392</c:v>
                </c:pt>
                <c:pt idx="417">
                  <c:v>43385</c:v>
                </c:pt>
                <c:pt idx="418">
                  <c:v>43378</c:v>
                </c:pt>
                <c:pt idx="419">
                  <c:v>43371</c:v>
                </c:pt>
                <c:pt idx="420">
                  <c:v>43364</c:v>
                </c:pt>
                <c:pt idx="421">
                  <c:v>43357</c:v>
                </c:pt>
                <c:pt idx="422">
                  <c:v>43350</c:v>
                </c:pt>
                <c:pt idx="423">
                  <c:v>43343</c:v>
                </c:pt>
                <c:pt idx="424">
                  <c:v>43336</c:v>
                </c:pt>
                <c:pt idx="425">
                  <c:v>43329</c:v>
                </c:pt>
                <c:pt idx="426">
                  <c:v>43322</c:v>
                </c:pt>
                <c:pt idx="427">
                  <c:v>43315</c:v>
                </c:pt>
                <c:pt idx="428">
                  <c:v>43308</c:v>
                </c:pt>
                <c:pt idx="429">
                  <c:v>43301</c:v>
                </c:pt>
                <c:pt idx="430">
                  <c:v>43294</c:v>
                </c:pt>
                <c:pt idx="431">
                  <c:v>43287</c:v>
                </c:pt>
                <c:pt idx="432">
                  <c:v>43280</c:v>
                </c:pt>
                <c:pt idx="433">
                  <c:v>43273</c:v>
                </c:pt>
                <c:pt idx="434">
                  <c:v>43266</c:v>
                </c:pt>
                <c:pt idx="435">
                  <c:v>43259</c:v>
                </c:pt>
                <c:pt idx="436">
                  <c:v>43252</c:v>
                </c:pt>
                <c:pt idx="437">
                  <c:v>43245</c:v>
                </c:pt>
                <c:pt idx="438">
                  <c:v>43238</c:v>
                </c:pt>
                <c:pt idx="439">
                  <c:v>43231</c:v>
                </c:pt>
                <c:pt idx="440">
                  <c:v>43224</c:v>
                </c:pt>
                <c:pt idx="441">
                  <c:v>43217</c:v>
                </c:pt>
                <c:pt idx="442">
                  <c:v>43210</c:v>
                </c:pt>
                <c:pt idx="443">
                  <c:v>43203</c:v>
                </c:pt>
                <c:pt idx="444">
                  <c:v>43196</c:v>
                </c:pt>
                <c:pt idx="445">
                  <c:v>43189</c:v>
                </c:pt>
                <c:pt idx="446">
                  <c:v>43182</c:v>
                </c:pt>
                <c:pt idx="447">
                  <c:v>43175</c:v>
                </c:pt>
                <c:pt idx="448">
                  <c:v>43168</c:v>
                </c:pt>
                <c:pt idx="449">
                  <c:v>43161</c:v>
                </c:pt>
                <c:pt idx="450">
                  <c:v>43154</c:v>
                </c:pt>
                <c:pt idx="451">
                  <c:v>43145</c:v>
                </c:pt>
                <c:pt idx="452">
                  <c:v>43140</c:v>
                </c:pt>
                <c:pt idx="453">
                  <c:v>43133</c:v>
                </c:pt>
                <c:pt idx="454">
                  <c:v>43126</c:v>
                </c:pt>
                <c:pt idx="455">
                  <c:v>43119</c:v>
                </c:pt>
                <c:pt idx="456">
                  <c:v>43112</c:v>
                </c:pt>
                <c:pt idx="457">
                  <c:v>43105</c:v>
                </c:pt>
                <c:pt idx="458">
                  <c:v>43097</c:v>
                </c:pt>
                <c:pt idx="459">
                  <c:v>43091</c:v>
                </c:pt>
                <c:pt idx="460">
                  <c:v>43084</c:v>
                </c:pt>
                <c:pt idx="461">
                  <c:v>43077</c:v>
                </c:pt>
                <c:pt idx="462">
                  <c:v>43070</c:v>
                </c:pt>
                <c:pt idx="463">
                  <c:v>43063</c:v>
                </c:pt>
                <c:pt idx="464">
                  <c:v>43056</c:v>
                </c:pt>
                <c:pt idx="465">
                  <c:v>43049</c:v>
                </c:pt>
                <c:pt idx="466">
                  <c:v>43042</c:v>
                </c:pt>
                <c:pt idx="467">
                  <c:v>43035</c:v>
                </c:pt>
                <c:pt idx="468">
                  <c:v>43028</c:v>
                </c:pt>
                <c:pt idx="469">
                  <c:v>43021</c:v>
                </c:pt>
                <c:pt idx="470">
                  <c:v>43007</c:v>
                </c:pt>
                <c:pt idx="471">
                  <c:v>43000</c:v>
                </c:pt>
                <c:pt idx="472">
                  <c:v>42993</c:v>
                </c:pt>
                <c:pt idx="473">
                  <c:v>42986</c:v>
                </c:pt>
                <c:pt idx="474">
                  <c:v>42979</c:v>
                </c:pt>
                <c:pt idx="475">
                  <c:v>42972</c:v>
                </c:pt>
                <c:pt idx="476">
                  <c:v>42965</c:v>
                </c:pt>
                <c:pt idx="477">
                  <c:v>42958</c:v>
                </c:pt>
                <c:pt idx="478">
                  <c:v>42951</c:v>
                </c:pt>
                <c:pt idx="479">
                  <c:v>42944</c:v>
                </c:pt>
                <c:pt idx="480">
                  <c:v>42937</c:v>
                </c:pt>
                <c:pt idx="481">
                  <c:v>42930</c:v>
                </c:pt>
                <c:pt idx="482">
                  <c:v>42923</c:v>
                </c:pt>
                <c:pt idx="483">
                  <c:v>42916</c:v>
                </c:pt>
                <c:pt idx="484">
                  <c:v>42909</c:v>
                </c:pt>
                <c:pt idx="485">
                  <c:v>42902</c:v>
                </c:pt>
                <c:pt idx="486">
                  <c:v>42895</c:v>
                </c:pt>
                <c:pt idx="487">
                  <c:v>42888</c:v>
                </c:pt>
                <c:pt idx="488">
                  <c:v>42881</c:v>
                </c:pt>
                <c:pt idx="489">
                  <c:v>42874</c:v>
                </c:pt>
                <c:pt idx="490">
                  <c:v>42867</c:v>
                </c:pt>
                <c:pt idx="491">
                  <c:v>42859</c:v>
                </c:pt>
                <c:pt idx="492">
                  <c:v>42853</c:v>
                </c:pt>
                <c:pt idx="493">
                  <c:v>42846</c:v>
                </c:pt>
                <c:pt idx="494">
                  <c:v>42839</c:v>
                </c:pt>
                <c:pt idx="495">
                  <c:v>42832</c:v>
                </c:pt>
                <c:pt idx="496">
                  <c:v>42825</c:v>
                </c:pt>
                <c:pt idx="497">
                  <c:v>42818</c:v>
                </c:pt>
                <c:pt idx="498">
                  <c:v>42811</c:v>
                </c:pt>
                <c:pt idx="499">
                  <c:v>42804</c:v>
                </c:pt>
                <c:pt idx="500">
                  <c:v>42797</c:v>
                </c:pt>
                <c:pt idx="501">
                  <c:v>42790</c:v>
                </c:pt>
                <c:pt idx="502">
                  <c:v>42783</c:v>
                </c:pt>
                <c:pt idx="503">
                  <c:v>42776</c:v>
                </c:pt>
                <c:pt idx="504">
                  <c:v>42769</c:v>
                </c:pt>
                <c:pt idx="505">
                  <c:v>42761</c:v>
                </c:pt>
                <c:pt idx="506">
                  <c:v>42755</c:v>
                </c:pt>
                <c:pt idx="507">
                  <c:v>42748</c:v>
                </c:pt>
                <c:pt idx="508">
                  <c:v>42741</c:v>
                </c:pt>
                <c:pt idx="509">
                  <c:v>42733</c:v>
                </c:pt>
                <c:pt idx="510">
                  <c:v>42727</c:v>
                </c:pt>
                <c:pt idx="511">
                  <c:v>42720</c:v>
                </c:pt>
                <c:pt idx="512">
                  <c:v>42713</c:v>
                </c:pt>
                <c:pt idx="513">
                  <c:v>42706</c:v>
                </c:pt>
                <c:pt idx="514">
                  <c:v>42699</c:v>
                </c:pt>
                <c:pt idx="515">
                  <c:v>42692</c:v>
                </c:pt>
                <c:pt idx="516">
                  <c:v>42685</c:v>
                </c:pt>
                <c:pt idx="517">
                  <c:v>42678</c:v>
                </c:pt>
                <c:pt idx="518">
                  <c:v>42671</c:v>
                </c:pt>
                <c:pt idx="519">
                  <c:v>42664</c:v>
                </c:pt>
                <c:pt idx="520">
                  <c:v>42657</c:v>
                </c:pt>
                <c:pt idx="521">
                  <c:v>42650</c:v>
                </c:pt>
                <c:pt idx="522">
                  <c:v>42643</c:v>
                </c:pt>
                <c:pt idx="523">
                  <c:v>42636</c:v>
                </c:pt>
                <c:pt idx="524">
                  <c:v>42626</c:v>
                </c:pt>
                <c:pt idx="525">
                  <c:v>42622</c:v>
                </c:pt>
                <c:pt idx="526">
                  <c:v>42615</c:v>
                </c:pt>
                <c:pt idx="527">
                  <c:v>42608</c:v>
                </c:pt>
                <c:pt idx="528">
                  <c:v>42601</c:v>
                </c:pt>
                <c:pt idx="529">
                  <c:v>42594</c:v>
                </c:pt>
                <c:pt idx="530">
                  <c:v>42587</c:v>
                </c:pt>
                <c:pt idx="531">
                  <c:v>42580</c:v>
                </c:pt>
                <c:pt idx="532">
                  <c:v>42573</c:v>
                </c:pt>
                <c:pt idx="533">
                  <c:v>42566</c:v>
                </c:pt>
                <c:pt idx="534">
                  <c:v>42559</c:v>
                </c:pt>
                <c:pt idx="535">
                  <c:v>42552</c:v>
                </c:pt>
                <c:pt idx="536">
                  <c:v>42545</c:v>
                </c:pt>
                <c:pt idx="537">
                  <c:v>42538</c:v>
                </c:pt>
                <c:pt idx="538">
                  <c:v>42531</c:v>
                </c:pt>
                <c:pt idx="539">
                  <c:v>42524</c:v>
                </c:pt>
                <c:pt idx="540">
                  <c:v>42517</c:v>
                </c:pt>
                <c:pt idx="541">
                  <c:v>42510</c:v>
                </c:pt>
                <c:pt idx="542">
                  <c:v>42503</c:v>
                </c:pt>
                <c:pt idx="543">
                  <c:v>42494</c:v>
                </c:pt>
                <c:pt idx="544">
                  <c:v>42489</c:v>
                </c:pt>
                <c:pt idx="545">
                  <c:v>42482</c:v>
                </c:pt>
                <c:pt idx="546">
                  <c:v>42475</c:v>
                </c:pt>
                <c:pt idx="547">
                  <c:v>42468</c:v>
                </c:pt>
                <c:pt idx="548">
                  <c:v>42461</c:v>
                </c:pt>
                <c:pt idx="549">
                  <c:v>42454</c:v>
                </c:pt>
                <c:pt idx="550">
                  <c:v>42447</c:v>
                </c:pt>
                <c:pt idx="551">
                  <c:v>42440</c:v>
                </c:pt>
                <c:pt idx="552">
                  <c:v>42433</c:v>
                </c:pt>
                <c:pt idx="553">
                  <c:v>42426</c:v>
                </c:pt>
                <c:pt idx="554">
                  <c:v>42419</c:v>
                </c:pt>
                <c:pt idx="555">
                  <c:v>42412</c:v>
                </c:pt>
                <c:pt idx="556">
                  <c:v>42405</c:v>
                </c:pt>
                <c:pt idx="557">
                  <c:v>42398</c:v>
                </c:pt>
                <c:pt idx="558">
                  <c:v>42391</c:v>
                </c:pt>
                <c:pt idx="559">
                  <c:v>42384</c:v>
                </c:pt>
                <c:pt idx="560">
                  <c:v>42377</c:v>
                </c:pt>
                <c:pt idx="561">
                  <c:v>42368</c:v>
                </c:pt>
                <c:pt idx="562">
                  <c:v>42362</c:v>
                </c:pt>
                <c:pt idx="563">
                  <c:v>42356</c:v>
                </c:pt>
                <c:pt idx="564">
                  <c:v>42349</c:v>
                </c:pt>
                <c:pt idx="565">
                  <c:v>42342</c:v>
                </c:pt>
                <c:pt idx="566">
                  <c:v>42335</c:v>
                </c:pt>
                <c:pt idx="567">
                  <c:v>42328</c:v>
                </c:pt>
                <c:pt idx="568">
                  <c:v>42321</c:v>
                </c:pt>
                <c:pt idx="569">
                  <c:v>42314</c:v>
                </c:pt>
                <c:pt idx="570">
                  <c:v>42307</c:v>
                </c:pt>
                <c:pt idx="571">
                  <c:v>42300</c:v>
                </c:pt>
                <c:pt idx="572">
                  <c:v>42293</c:v>
                </c:pt>
                <c:pt idx="573">
                  <c:v>42285</c:v>
                </c:pt>
                <c:pt idx="574">
                  <c:v>42279</c:v>
                </c:pt>
                <c:pt idx="575">
                  <c:v>42272</c:v>
                </c:pt>
                <c:pt idx="576">
                  <c:v>42265</c:v>
                </c:pt>
                <c:pt idx="577">
                  <c:v>42258</c:v>
                </c:pt>
                <c:pt idx="578">
                  <c:v>42251</c:v>
                </c:pt>
                <c:pt idx="579">
                  <c:v>42244</c:v>
                </c:pt>
                <c:pt idx="580">
                  <c:v>42237</c:v>
                </c:pt>
                <c:pt idx="581">
                  <c:v>42229</c:v>
                </c:pt>
                <c:pt idx="582">
                  <c:v>42223</c:v>
                </c:pt>
                <c:pt idx="583">
                  <c:v>42216</c:v>
                </c:pt>
                <c:pt idx="584">
                  <c:v>42209</c:v>
                </c:pt>
                <c:pt idx="585">
                  <c:v>42202</c:v>
                </c:pt>
                <c:pt idx="586">
                  <c:v>42195</c:v>
                </c:pt>
                <c:pt idx="587">
                  <c:v>42188</c:v>
                </c:pt>
                <c:pt idx="588">
                  <c:v>42181</c:v>
                </c:pt>
                <c:pt idx="589">
                  <c:v>42174</c:v>
                </c:pt>
                <c:pt idx="590">
                  <c:v>42167</c:v>
                </c:pt>
                <c:pt idx="591">
                  <c:v>42160</c:v>
                </c:pt>
                <c:pt idx="592">
                  <c:v>42153</c:v>
                </c:pt>
                <c:pt idx="593">
                  <c:v>42146</c:v>
                </c:pt>
                <c:pt idx="594">
                  <c:v>42139</c:v>
                </c:pt>
                <c:pt idx="595">
                  <c:v>42132</c:v>
                </c:pt>
                <c:pt idx="596">
                  <c:v>42124</c:v>
                </c:pt>
                <c:pt idx="597">
                  <c:v>42118</c:v>
                </c:pt>
                <c:pt idx="598">
                  <c:v>42111</c:v>
                </c:pt>
                <c:pt idx="599">
                  <c:v>42104</c:v>
                </c:pt>
                <c:pt idx="600">
                  <c:v>42097</c:v>
                </c:pt>
                <c:pt idx="601">
                  <c:v>42090</c:v>
                </c:pt>
                <c:pt idx="602">
                  <c:v>42083</c:v>
                </c:pt>
                <c:pt idx="603">
                  <c:v>42076</c:v>
                </c:pt>
                <c:pt idx="604">
                  <c:v>42069</c:v>
                </c:pt>
                <c:pt idx="605">
                  <c:v>42062</c:v>
                </c:pt>
                <c:pt idx="606">
                  <c:v>42052</c:v>
                </c:pt>
                <c:pt idx="607">
                  <c:v>42048</c:v>
                </c:pt>
                <c:pt idx="608">
                  <c:v>42041</c:v>
                </c:pt>
                <c:pt idx="609">
                  <c:v>42034</c:v>
                </c:pt>
                <c:pt idx="610">
                  <c:v>42027</c:v>
                </c:pt>
                <c:pt idx="611">
                  <c:v>42020</c:v>
                </c:pt>
                <c:pt idx="612">
                  <c:v>42013</c:v>
                </c:pt>
                <c:pt idx="613">
                  <c:v>42006</c:v>
                </c:pt>
                <c:pt idx="614">
                  <c:v>41999</c:v>
                </c:pt>
                <c:pt idx="615">
                  <c:v>41992</c:v>
                </c:pt>
                <c:pt idx="616">
                  <c:v>41985</c:v>
                </c:pt>
                <c:pt idx="617">
                  <c:v>41978</c:v>
                </c:pt>
                <c:pt idx="618">
                  <c:v>41971</c:v>
                </c:pt>
                <c:pt idx="619">
                  <c:v>41964</c:v>
                </c:pt>
                <c:pt idx="620">
                  <c:v>41957</c:v>
                </c:pt>
                <c:pt idx="621">
                  <c:v>41950</c:v>
                </c:pt>
                <c:pt idx="622">
                  <c:v>41943</c:v>
                </c:pt>
                <c:pt idx="623">
                  <c:v>41936</c:v>
                </c:pt>
                <c:pt idx="624">
                  <c:v>41929</c:v>
                </c:pt>
                <c:pt idx="625">
                  <c:v>41922</c:v>
                </c:pt>
                <c:pt idx="626">
                  <c:v>41914</c:v>
                </c:pt>
                <c:pt idx="627">
                  <c:v>41908</c:v>
                </c:pt>
                <c:pt idx="628">
                  <c:v>41901</c:v>
                </c:pt>
                <c:pt idx="629">
                  <c:v>41894</c:v>
                </c:pt>
                <c:pt idx="630">
                  <c:v>41887</c:v>
                </c:pt>
                <c:pt idx="631">
                  <c:v>41880</c:v>
                </c:pt>
                <c:pt idx="632">
                  <c:v>41873</c:v>
                </c:pt>
                <c:pt idx="633">
                  <c:v>41865</c:v>
                </c:pt>
                <c:pt idx="634">
                  <c:v>41859</c:v>
                </c:pt>
                <c:pt idx="635">
                  <c:v>41852</c:v>
                </c:pt>
                <c:pt idx="636">
                  <c:v>41845</c:v>
                </c:pt>
                <c:pt idx="637">
                  <c:v>41838</c:v>
                </c:pt>
                <c:pt idx="638">
                  <c:v>41831</c:v>
                </c:pt>
                <c:pt idx="639">
                  <c:v>41824</c:v>
                </c:pt>
                <c:pt idx="640">
                  <c:v>41817</c:v>
                </c:pt>
                <c:pt idx="641">
                  <c:v>41810</c:v>
                </c:pt>
                <c:pt idx="642">
                  <c:v>41803</c:v>
                </c:pt>
                <c:pt idx="643">
                  <c:v>41795</c:v>
                </c:pt>
                <c:pt idx="644">
                  <c:v>41789</c:v>
                </c:pt>
                <c:pt idx="645">
                  <c:v>41782</c:v>
                </c:pt>
                <c:pt idx="646">
                  <c:v>41775</c:v>
                </c:pt>
                <c:pt idx="647">
                  <c:v>41768</c:v>
                </c:pt>
                <c:pt idx="648">
                  <c:v>41761</c:v>
                </c:pt>
                <c:pt idx="649">
                  <c:v>41754</c:v>
                </c:pt>
                <c:pt idx="650">
                  <c:v>41747</c:v>
                </c:pt>
                <c:pt idx="651">
                  <c:v>41740</c:v>
                </c:pt>
                <c:pt idx="652">
                  <c:v>41733</c:v>
                </c:pt>
                <c:pt idx="653">
                  <c:v>41726</c:v>
                </c:pt>
                <c:pt idx="654">
                  <c:v>41719</c:v>
                </c:pt>
                <c:pt idx="655">
                  <c:v>41712</c:v>
                </c:pt>
                <c:pt idx="656">
                  <c:v>41705</c:v>
                </c:pt>
                <c:pt idx="657">
                  <c:v>41698</c:v>
                </c:pt>
                <c:pt idx="658">
                  <c:v>41691</c:v>
                </c:pt>
                <c:pt idx="659">
                  <c:v>41684</c:v>
                </c:pt>
                <c:pt idx="660">
                  <c:v>41677</c:v>
                </c:pt>
                <c:pt idx="661">
                  <c:v>41668</c:v>
                </c:pt>
                <c:pt idx="662">
                  <c:v>41663</c:v>
                </c:pt>
                <c:pt idx="663">
                  <c:v>41656</c:v>
                </c:pt>
                <c:pt idx="664">
                  <c:v>41649</c:v>
                </c:pt>
                <c:pt idx="665">
                  <c:v>41642</c:v>
                </c:pt>
                <c:pt idx="666">
                  <c:v>41635</c:v>
                </c:pt>
                <c:pt idx="667">
                  <c:v>41628</c:v>
                </c:pt>
                <c:pt idx="668">
                  <c:v>41621</c:v>
                </c:pt>
                <c:pt idx="669">
                  <c:v>41614</c:v>
                </c:pt>
                <c:pt idx="670">
                  <c:v>41607</c:v>
                </c:pt>
                <c:pt idx="671">
                  <c:v>41600</c:v>
                </c:pt>
                <c:pt idx="672">
                  <c:v>41593</c:v>
                </c:pt>
                <c:pt idx="673">
                  <c:v>41586</c:v>
                </c:pt>
                <c:pt idx="674">
                  <c:v>41579</c:v>
                </c:pt>
                <c:pt idx="675">
                  <c:v>41572</c:v>
                </c:pt>
                <c:pt idx="676">
                  <c:v>41565</c:v>
                </c:pt>
                <c:pt idx="677">
                  <c:v>41558</c:v>
                </c:pt>
                <c:pt idx="678">
                  <c:v>41551</c:v>
                </c:pt>
                <c:pt idx="679">
                  <c:v>41544</c:v>
                </c:pt>
                <c:pt idx="680">
                  <c:v>41534</c:v>
                </c:pt>
                <c:pt idx="681">
                  <c:v>41530</c:v>
                </c:pt>
                <c:pt idx="682">
                  <c:v>41523</c:v>
                </c:pt>
                <c:pt idx="683">
                  <c:v>41516</c:v>
                </c:pt>
                <c:pt idx="684">
                  <c:v>41509</c:v>
                </c:pt>
                <c:pt idx="685">
                  <c:v>41502</c:v>
                </c:pt>
                <c:pt idx="686">
                  <c:v>41495</c:v>
                </c:pt>
                <c:pt idx="687">
                  <c:v>41488</c:v>
                </c:pt>
                <c:pt idx="688">
                  <c:v>41481</c:v>
                </c:pt>
                <c:pt idx="689">
                  <c:v>41474</c:v>
                </c:pt>
                <c:pt idx="690">
                  <c:v>41467</c:v>
                </c:pt>
                <c:pt idx="691">
                  <c:v>41460</c:v>
                </c:pt>
                <c:pt idx="692">
                  <c:v>41453</c:v>
                </c:pt>
                <c:pt idx="693">
                  <c:v>41446</c:v>
                </c:pt>
                <c:pt idx="694">
                  <c:v>41439</c:v>
                </c:pt>
                <c:pt idx="695">
                  <c:v>41432</c:v>
                </c:pt>
                <c:pt idx="696">
                  <c:v>41425</c:v>
                </c:pt>
                <c:pt idx="697">
                  <c:v>41418</c:v>
                </c:pt>
                <c:pt idx="698">
                  <c:v>41410</c:v>
                </c:pt>
                <c:pt idx="699">
                  <c:v>41404</c:v>
                </c:pt>
                <c:pt idx="700">
                  <c:v>41397</c:v>
                </c:pt>
                <c:pt idx="701">
                  <c:v>41390</c:v>
                </c:pt>
                <c:pt idx="702">
                  <c:v>41383</c:v>
                </c:pt>
                <c:pt idx="703">
                  <c:v>41376</c:v>
                </c:pt>
                <c:pt idx="704">
                  <c:v>41369</c:v>
                </c:pt>
                <c:pt idx="705">
                  <c:v>41362</c:v>
                </c:pt>
                <c:pt idx="706">
                  <c:v>41355</c:v>
                </c:pt>
                <c:pt idx="707">
                  <c:v>41348</c:v>
                </c:pt>
                <c:pt idx="708">
                  <c:v>41341</c:v>
                </c:pt>
                <c:pt idx="709">
                  <c:v>41333</c:v>
                </c:pt>
                <c:pt idx="710">
                  <c:v>41327</c:v>
                </c:pt>
                <c:pt idx="711">
                  <c:v>41320</c:v>
                </c:pt>
                <c:pt idx="712">
                  <c:v>41313</c:v>
                </c:pt>
                <c:pt idx="713">
                  <c:v>41306</c:v>
                </c:pt>
                <c:pt idx="714">
                  <c:v>41299</c:v>
                </c:pt>
                <c:pt idx="715">
                  <c:v>41292</c:v>
                </c:pt>
                <c:pt idx="716">
                  <c:v>41285</c:v>
                </c:pt>
                <c:pt idx="717">
                  <c:v>41278</c:v>
                </c:pt>
                <c:pt idx="718">
                  <c:v>41271</c:v>
                </c:pt>
                <c:pt idx="719">
                  <c:v>41264</c:v>
                </c:pt>
                <c:pt idx="720">
                  <c:v>41257</c:v>
                </c:pt>
                <c:pt idx="721">
                  <c:v>41250</c:v>
                </c:pt>
                <c:pt idx="722">
                  <c:v>41243</c:v>
                </c:pt>
                <c:pt idx="723">
                  <c:v>41236</c:v>
                </c:pt>
                <c:pt idx="724">
                  <c:v>41229</c:v>
                </c:pt>
                <c:pt idx="725">
                  <c:v>41222</c:v>
                </c:pt>
                <c:pt idx="726">
                  <c:v>41215</c:v>
                </c:pt>
                <c:pt idx="727">
                  <c:v>41208</c:v>
                </c:pt>
                <c:pt idx="728">
                  <c:v>41201</c:v>
                </c:pt>
                <c:pt idx="729">
                  <c:v>41194</c:v>
                </c:pt>
                <c:pt idx="730">
                  <c:v>41187</c:v>
                </c:pt>
                <c:pt idx="731">
                  <c:v>41180</c:v>
                </c:pt>
                <c:pt idx="732">
                  <c:v>41173</c:v>
                </c:pt>
                <c:pt idx="733">
                  <c:v>41166</c:v>
                </c:pt>
                <c:pt idx="734">
                  <c:v>41159</c:v>
                </c:pt>
                <c:pt idx="735">
                  <c:v>41152</c:v>
                </c:pt>
                <c:pt idx="736">
                  <c:v>41145</c:v>
                </c:pt>
                <c:pt idx="737">
                  <c:v>41138</c:v>
                </c:pt>
                <c:pt idx="738">
                  <c:v>41131</c:v>
                </c:pt>
                <c:pt idx="739">
                  <c:v>41124</c:v>
                </c:pt>
                <c:pt idx="740">
                  <c:v>41117</c:v>
                </c:pt>
                <c:pt idx="741">
                  <c:v>41110</c:v>
                </c:pt>
                <c:pt idx="742">
                  <c:v>41103</c:v>
                </c:pt>
                <c:pt idx="743">
                  <c:v>41096</c:v>
                </c:pt>
                <c:pt idx="744">
                  <c:v>41089</c:v>
                </c:pt>
                <c:pt idx="745">
                  <c:v>41082</c:v>
                </c:pt>
                <c:pt idx="746">
                  <c:v>41075</c:v>
                </c:pt>
                <c:pt idx="747">
                  <c:v>41068</c:v>
                </c:pt>
                <c:pt idx="748">
                  <c:v>41061</c:v>
                </c:pt>
                <c:pt idx="749">
                  <c:v>41054</c:v>
                </c:pt>
                <c:pt idx="750">
                  <c:v>41047</c:v>
                </c:pt>
                <c:pt idx="751">
                  <c:v>41040</c:v>
                </c:pt>
                <c:pt idx="752">
                  <c:v>41033</c:v>
                </c:pt>
                <c:pt idx="753">
                  <c:v>41026</c:v>
                </c:pt>
                <c:pt idx="754">
                  <c:v>41019</c:v>
                </c:pt>
                <c:pt idx="755">
                  <c:v>41012</c:v>
                </c:pt>
                <c:pt idx="756">
                  <c:v>41005</c:v>
                </c:pt>
                <c:pt idx="757">
                  <c:v>40998</c:v>
                </c:pt>
                <c:pt idx="758">
                  <c:v>40991</c:v>
                </c:pt>
                <c:pt idx="759">
                  <c:v>40984</c:v>
                </c:pt>
                <c:pt idx="760">
                  <c:v>40977</c:v>
                </c:pt>
                <c:pt idx="761">
                  <c:v>40970</c:v>
                </c:pt>
                <c:pt idx="762">
                  <c:v>40963</c:v>
                </c:pt>
                <c:pt idx="763">
                  <c:v>40956</c:v>
                </c:pt>
                <c:pt idx="764">
                  <c:v>40949</c:v>
                </c:pt>
                <c:pt idx="765">
                  <c:v>40942</c:v>
                </c:pt>
                <c:pt idx="766">
                  <c:v>40935</c:v>
                </c:pt>
                <c:pt idx="767">
                  <c:v>40928</c:v>
                </c:pt>
                <c:pt idx="768">
                  <c:v>40921</c:v>
                </c:pt>
                <c:pt idx="769">
                  <c:v>40914</c:v>
                </c:pt>
                <c:pt idx="770">
                  <c:v>40906</c:v>
                </c:pt>
                <c:pt idx="771">
                  <c:v>40900</c:v>
                </c:pt>
                <c:pt idx="772">
                  <c:v>40893</c:v>
                </c:pt>
                <c:pt idx="773">
                  <c:v>40886</c:v>
                </c:pt>
                <c:pt idx="774">
                  <c:v>40879</c:v>
                </c:pt>
                <c:pt idx="775">
                  <c:v>40872</c:v>
                </c:pt>
                <c:pt idx="776">
                  <c:v>40865</c:v>
                </c:pt>
                <c:pt idx="777">
                  <c:v>40858</c:v>
                </c:pt>
                <c:pt idx="778">
                  <c:v>40851</c:v>
                </c:pt>
                <c:pt idx="779">
                  <c:v>40844</c:v>
                </c:pt>
                <c:pt idx="780">
                  <c:v>40837</c:v>
                </c:pt>
                <c:pt idx="781">
                  <c:v>40830</c:v>
                </c:pt>
                <c:pt idx="782">
                  <c:v>40823</c:v>
                </c:pt>
                <c:pt idx="783">
                  <c:v>40816</c:v>
                </c:pt>
                <c:pt idx="784">
                  <c:v>40809</c:v>
                </c:pt>
                <c:pt idx="785">
                  <c:v>40802</c:v>
                </c:pt>
                <c:pt idx="786">
                  <c:v>40795</c:v>
                </c:pt>
                <c:pt idx="787">
                  <c:v>40788</c:v>
                </c:pt>
                <c:pt idx="788">
                  <c:v>40781</c:v>
                </c:pt>
                <c:pt idx="789">
                  <c:v>40774</c:v>
                </c:pt>
                <c:pt idx="790">
                  <c:v>40767</c:v>
                </c:pt>
                <c:pt idx="791">
                  <c:v>40760</c:v>
                </c:pt>
                <c:pt idx="792">
                  <c:v>40753</c:v>
                </c:pt>
                <c:pt idx="793">
                  <c:v>40746</c:v>
                </c:pt>
                <c:pt idx="794">
                  <c:v>40739</c:v>
                </c:pt>
                <c:pt idx="795">
                  <c:v>40732</c:v>
                </c:pt>
                <c:pt idx="796">
                  <c:v>40725</c:v>
                </c:pt>
                <c:pt idx="797">
                  <c:v>40718</c:v>
                </c:pt>
                <c:pt idx="798">
                  <c:v>40711</c:v>
                </c:pt>
                <c:pt idx="799">
                  <c:v>40704</c:v>
                </c:pt>
                <c:pt idx="800">
                  <c:v>40697</c:v>
                </c:pt>
                <c:pt idx="801">
                  <c:v>40690</c:v>
                </c:pt>
                <c:pt idx="802">
                  <c:v>40683</c:v>
                </c:pt>
                <c:pt idx="803">
                  <c:v>40676</c:v>
                </c:pt>
                <c:pt idx="804">
                  <c:v>40669</c:v>
                </c:pt>
                <c:pt idx="805">
                  <c:v>40662</c:v>
                </c:pt>
                <c:pt idx="806">
                  <c:v>40655</c:v>
                </c:pt>
                <c:pt idx="807">
                  <c:v>40648</c:v>
                </c:pt>
                <c:pt idx="808">
                  <c:v>40641</c:v>
                </c:pt>
                <c:pt idx="809">
                  <c:v>40634</c:v>
                </c:pt>
                <c:pt idx="810">
                  <c:v>40627</c:v>
                </c:pt>
                <c:pt idx="811">
                  <c:v>40620</c:v>
                </c:pt>
                <c:pt idx="812">
                  <c:v>40613</c:v>
                </c:pt>
                <c:pt idx="813">
                  <c:v>40606</c:v>
                </c:pt>
                <c:pt idx="814">
                  <c:v>40599</c:v>
                </c:pt>
                <c:pt idx="815">
                  <c:v>40592</c:v>
                </c:pt>
                <c:pt idx="816">
                  <c:v>40585</c:v>
                </c:pt>
                <c:pt idx="817">
                  <c:v>40575</c:v>
                </c:pt>
                <c:pt idx="818">
                  <c:v>40571</c:v>
                </c:pt>
                <c:pt idx="819">
                  <c:v>40564</c:v>
                </c:pt>
                <c:pt idx="820">
                  <c:v>40557</c:v>
                </c:pt>
                <c:pt idx="821">
                  <c:v>40550</c:v>
                </c:pt>
                <c:pt idx="822">
                  <c:v>40542</c:v>
                </c:pt>
                <c:pt idx="823">
                  <c:v>40536</c:v>
                </c:pt>
                <c:pt idx="824">
                  <c:v>40529</c:v>
                </c:pt>
                <c:pt idx="825">
                  <c:v>40522</c:v>
                </c:pt>
                <c:pt idx="826">
                  <c:v>40515</c:v>
                </c:pt>
                <c:pt idx="827">
                  <c:v>40508</c:v>
                </c:pt>
                <c:pt idx="828">
                  <c:v>40501</c:v>
                </c:pt>
                <c:pt idx="829">
                  <c:v>40494</c:v>
                </c:pt>
                <c:pt idx="830">
                  <c:v>40487</c:v>
                </c:pt>
                <c:pt idx="831">
                  <c:v>40480</c:v>
                </c:pt>
                <c:pt idx="832">
                  <c:v>40473</c:v>
                </c:pt>
                <c:pt idx="833">
                  <c:v>40466</c:v>
                </c:pt>
                <c:pt idx="834">
                  <c:v>40459</c:v>
                </c:pt>
                <c:pt idx="835">
                  <c:v>40452</c:v>
                </c:pt>
                <c:pt idx="836">
                  <c:v>40445</c:v>
                </c:pt>
                <c:pt idx="837">
                  <c:v>40438</c:v>
                </c:pt>
                <c:pt idx="838">
                  <c:v>40431</c:v>
                </c:pt>
                <c:pt idx="839">
                  <c:v>40424</c:v>
                </c:pt>
                <c:pt idx="840">
                  <c:v>40417</c:v>
                </c:pt>
                <c:pt idx="841">
                  <c:v>40410</c:v>
                </c:pt>
                <c:pt idx="842">
                  <c:v>40403</c:v>
                </c:pt>
                <c:pt idx="843">
                  <c:v>40396</c:v>
                </c:pt>
                <c:pt idx="844">
                  <c:v>40389</c:v>
                </c:pt>
                <c:pt idx="845">
                  <c:v>40382</c:v>
                </c:pt>
                <c:pt idx="846">
                  <c:v>40375</c:v>
                </c:pt>
                <c:pt idx="847">
                  <c:v>40368</c:v>
                </c:pt>
                <c:pt idx="848">
                  <c:v>40361</c:v>
                </c:pt>
                <c:pt idx="849">
                  <c:v>40354</c:v>
                </c:pt>
                <c:pt idx="850">
                  <c:v>40347</c:v>
                </c:pt>
                <c:pt idx="851">
                  <c:v>40340</c:v>
                </c:pt>
                <c:pt idx="852">
                  <c:v>40333</c:v>
                </c:pt>
                <c:pt idx="853">
                  <c:v>40326</c:v>
                </c:pt>
                <c:pt idx="854">
                  <c:v>40318</c:v>
                </c:pt>
                <c:pt idx="855">
                  <c:v>40312</c:v>
                </c:pt>
                <c:pt idx="856">
                  <c:v>40305</c:v>
                </c:pt>
                <c:pt idx="857">
                  <c:v>40298</c:v>
                </c:pt>
                <c:pt idx="858">
                  <c:v>40291</c:v>
                </c:pt>
                <c:pt idx="859">
                  <c:v>40284</c:v>
                </c:pt>
                <c:pt idx="860">
                  <c:v>40277</c:v>
                </c:pt>
                <c:pt idx="861">
                  <c:v>40270</c:v>
                </c:pt>
                <c:pt idx="862">
                  <c:v>40263</c:v>
                </c:pt>
                <c:pt idx="863">
                  <c:v>40256</c:v>
                </c:pt>
                <c:pt idx="864">
                  <c:v>40249</c:v>
                </c:pt>
                <c:pt idx="865">
                  <c:v>40242</c:v>
                </c:pt>
                <c:pt idx="866">
                  <c:v>40235</c:v>
                </c:pt>
                <c:pt idx="867">
                  <c:v>40228</c:v>
                </c:pt>
                <c:pt idx="868">
                  <c:v>40221</c:v>
                </c:pt>
                <c:pt idx="869">
                  <c:v>40214</c:v>
                </c:pt>
                <c:pt idx="870">
                  <c:v>40207</c:v>
                </c:pt>
                <c:pt idx="871">
                  <c:v>40200</c:v>
                </c:pt>
                <c:pt idx="872">
                  <c:v>40193</c:v>
                </c:pt>
                <c:pt idx="873">
                  <c:v>40186</c:v>
                </c:pt>
                <c:pt idx="874">
                  <c:v>40177</c:v>
                </c:pt>
                <c:pt idx="875">
                  <c:v>40171</c:v>
                </c:pt>
                <c:pt idx="876">
                  <c:v>40165</c:v>
                </c:pt>
                <c:pt idx="877">
                  <c:v>40158</c:v>
                </c:pt>
                <c:pt idx="878">
                  <c:v>40151</c:v>
                </c:pt>
                <c:pt idx="879">
                  <c:v>40144</c:v>
                </c:pt>
                <c:pt idx="880">
                  <c:v>40137</c:v>
                </c:pt>
                <c:pt idx="881">
                  <c:v>40130</c:v>
                </c:pt>
                <c:pt idx="882">
                  <c:v>40123</c:v>
                </c:pt>
                <c:pt idx="883">
                  <c:v>40116</c:v>
                </c:pt>
                <c:pt idx="884">
                  <c:v>40109</c:v>
                </c:pt>
                <c:pt idx="885">
                  <c:v>40102</c:v>
                </c:pt>
                <c:pt idx="886">
                  <c:v>40095</c:v>
                </c:pt>
                <c:pt idx="887">
                  <c:v>40087</c:v>
                </c:pt>
                <c:pt idx="888">
                  <c:v>40081</c:v>
                </c:pt>
                <c:pt idx="889">
                  <c:v>40074</c:v>
                </c:pt>
                <c:pt idx="890">
                  <c:v>40067</c:v>
                </c:pt>
                <c:pt idx="891">
                  <c:v>40060</c:v>
                </c:pt>
                <c:pt idx="892">
                  <c:v>40053</c:v>
                </c:pt>
                <c:pt idx="893">
                  <c:v>40046</c:v>
                </c:pt>
                <c:pt idx="894">
                  <c:v>40039</c:v>
                </c:pt>
                <c:pt idx="895">
                  <c:v>40032</c:v>
                </c:pt>
              </c:numCache>
            </c:numRef>
          </c:cat>
          <c:val>
            <c:numRef>
              <c:f>data!$S$15:$S$910</c:f>
              <c:numCache>
                <c:formatCode>_-* #,##0.0_-;\-* #,##0.0_-;_-* "-"_-;_-@_-</c:formatCode>
                <c:ptCount val="896"/>
                <c:pt idx="0">
                  <c:v>10373.275929549902</c:v>
                </c:pt>
                <c:pt idx="1">
                  <c:v>#N/A</c:v>
                </c:pt>
                <c:pt idx="2">
                  <c:v>10206.731531531532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8750.2834850455129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5319.18826405868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3251.7165354330709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2512.8385899814475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2364.3636363636365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2291.5834266517359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2351.8533007334963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2433.7818599311136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2254.0342396777446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1983.1263537906138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1979.7054986020503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1887.1349282296653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1723.8857142857144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1496.5921450151059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1678.3489681050658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1944.0721533258172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2163.7485714285713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2097.967339097022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2207.7108433734943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2297.9705882352937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2256.4235695986335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1859.9449541284405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1702.7970370370369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1509.1669367909237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1398.6240786240785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1516.7593818984546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1549.5325131810193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1511.469124423963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1525.9588182632049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1635.6599808978033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1948.486873508353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2144.6864988558355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2153.8240740740739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2140.787746170678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2227.981941309255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2084.4134929270945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1982.8310880829015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1822.9789029535864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1673.0319917440661</c:v>
                </c:pt>
                <c:pt idx="510">
                  <c:v>#N/A</c:v>
                </c:pt>
                <c:pt idx="511">
                  <c:v>#N/A</c:v>
                </c:pt>
                <c:pt idx="512">
                  <c:v>#N/A</c:v>
                </c:pt>
                <c:pt idx="513">
                  <c:v>#N/A</c:v>
                </c:pt>
                <c:pt idx="514">
                  <c:v>#N/A</c:v>
                </c:pt>
                <c:pt idx="515">
                  <c:v>#N/A</c:v>
                </c:pt>
                <c:pt idx="516">
                  <c:v>#N/A</c:v>
                </c:pt>
                <c:pt idx="517">
                  <c:v>#N/A</c:v>
                </c:pt>
                <c:pt idx="518">
                  <c:v>#N/A</c:v>
                </c:pt>
                <c:pt idx="519">
                  <c:v>#N/A</c:v>
                </c:pt>
                <c:pt idx="520">
                  <c:v>#N/A</c:v>
                </c:pt>
                <c:pt idx="521">
                  <c:v>#N/A</c:v>
                </c:pt>
                <c:pt idx="522">
                  <c:v>1641.4698795180723</c:v>
                </c:pt>
                <c:pt idx="523">
                  <c:v>#N/A</c:v>
                </c:pt>
                <c:pt idx="524">
                  <c:v>#N/A</c:v>
                </c:pt>
                <c:pt idx="525">
                  <c:v>#N/A</c:v>
                </c:pt>
                <c:pt idx="526">
                  <c:v>#N/A</c:v>
                </c:pt>
                <c:pt idx="527">
                  <c:v>#N/A</c:v>
                </c:pt>
                <c:pt idx="528">
                  <c:v>#N/A</c:v>
                </c:pt>
                <c:pt idx="529">
                  <c:v>#N/A</c:v>
                </c:pt>
                <c:pt idx="530">
                  <c:v>#N/A</c:v>
                </c:pt>
                <c:pt idx="531">
                  <c:v>#N/A</c:v>
                </c:pt>
                <c:pt idx="532">
                  <c:v>#N/A</c:v>
                </c:pt>
                <c:pt idx="533">
                  <c:v>#N/A</c:v>
                </c:pt>
                <c:pt idx="534">
                  <c:v>#N/A</c:v>
                </c:pt>
                <c:pt idx="535">
                  <c:v>#N/A</c:v>
                </c:pt>
                <c:pt idx="536">
                  <c:v>1554.1796165489404</c:v>
                </c:pt>
                <c:pt idx="537">
                  <c:v>#N/A</c:v>
                </c:pt>
                <c:pt idx="538">
                  <c:v>#N/A</c:v>
                </c:pt>
                <c:pt idx="539">
                  <c:v>#N/A</c:v>
                </c:pt>
                <c:pt idx="540">
                  <c:v>#N/A</c:v>
                </c:pt>
                <c:pt idx="541">
                  <c:v>#N/A</c:v>
                </c:pt>
                <c:pt idx="542">
                  <c:v>#N/A</c:v>
                </c:pt>
                <c:pt idx="543">
                  <c:v>#N/A</c:v>
                </c:pt>
                <c:pt idx="544">
                  <c:v>#N/A</c:v>
                </c:pt>
                <c:pt idx="545">
                  <c:v>#N/A</c:v>
                </c:pt>
                <c:pt idx="546">
                  <c:v>#N/A</c:v>
                </c:pt>
                <c:pt idx="547">
                  <c:v>#N/A</c:v>
                </c:pt>
                <c:pt idx="548">
                  <c:v>#N/A</c:v>
                </c:pt>
                <c:pt idx="549">
                  <c:v>1432.3537906137183</c:v>
                </c:pt>
                <c:pt idx="550">
                  <c:v>#N/A</c:v>
                </c:pt>
                <c:pt idx="551">
                  <c:v>#N/A</c:v>
                </c:pt>
                <c:pt idx="552">
                  <c:v>#N/A</c:v>
                </c:pt>
                <c:pt idx="553">
                  <c:v>#N/A</c:v>
                </c:pt>
                <c:pt idx="554">
                  <c:v>#N/A</c:v>
                </c:pt>
                <c:pt idx="555">
                  <c:v>#N/A</c:v>
                </c:pt>
                <c:pt idx="556">
                  <c:v>#N/A</c:v>
                </c:pt>
                <c:pt idx="557">
                  <c:v>#N/A</c:v>
                </c:pt>
                <c:pt idx="558">
                  <c:v>#N/A</c:v>
                </c:pt>
                <c:pt idx="559">
                  <c:v>#N/A</c:v>
                </c:pt>
                <c:pt idx="560">
                  <c:v>#N/A</c:v>
                </c:pt>
                <c:pt idx="561">
                  <c:v>1474.6691729323306</c:v>
                </c:pt>
                <c:pt idx="562">
                  <c:v>#N/A</c:v>
                </c:pt>
                <c:pt idx="563">
                  <c:v>#N/A</c:v>
                </c:pt>
                <c:pt idx="564">
                  <c:v>#N/A</c:v>
                </c:pt>
                <c:pt idx="565">
                  <c:v>#N/A</c:v>
                </c:pt>
                <c:pt idx="566">
                  <c:v>#N/A</c:v>
                </c:pt>
                <c:pt idx="567">
                  <c:v>#N/A</c:v>
                </c:pt>
                <c:pt idx="568">
                  <c:v>#N/A</c:v>
                </c:pt>
                <c:pt idx="569">
                  <c:v>#N/A</c:v>
                </c:pt>
                <c:pt idx="570">
                  <c:v>#N/A</c:v>
                </c:pt>
                <c:pt idx="571">
                  <c:v>#N/A</c:v>
                </c:pt>
                <c:pt idx="572">
                  <c:v>#N/A</c:v>
                </c:pt>
                <c:pt idx="573">
                  <c:v>#N/A</c:v>
                </c:pt>
                <c:pt idx="574">
                  <c:v>#N/A</c:v>
                </c:pt>
                <c:pt idx="575">
                  <c:v>1507.5460717749756</c:v>
                </c:pt>
                <c:pt idx="576">
                  <c:v>#N/A</c:v>
                </c:pt>
                <c:pt idx="577">
                  <c:v>#N/A</c:v>
                </c:pt>
                <c:pt idx="578">
                  <c:v>#N/A</c:v>
                </c:pt>
                <c:pt idx="579">
                  <c:v>#N/A</c:v>
                </c:pt>
                <c:pt idx="580">
                  <c:v>#N/A</c:v>
                </c:pt>
                <c:pt idx="581">
                  <c:v>#N/A</c:v>
                </c:pt>
                <c:pt idx="582">
                  <c:v>#N/A</c:v>
                </c:pt>
                <c:pt idx="583">
                  <c:v>#N/A</c:v>
                </c:pt>
                <c:pt idx="584">
                  <c:v>#N/A</c:v>
                </c:pt>
                <c:pt idx="585">
                  <c:v>#N/A</c:v>
                </c:pt>
                <c:pt idx="586">
                  <c:v>#N/A</c:v>
                </c:pt>
                <c:pt idx="587">
                  <c:v>#N/A</c:v>
                </c:pt>
                <c:pt idx="588">
                  <c:v>1574.5838041431264</c:v>
                </c:pt>
                <c:pt idx="589">
                  <c:v>#N/A</c:v>
                </c:pt>
                <c:pt idx="590">
                  <c:v>#N/A</c:v>
                </c:pt>
                <c:pt idx="591">
                  <c:v>#N/A</c:v>
                </c:pt>
                <c:pt idx="592">
                  <c:v>#N/A</c:v>
                </c:pt>
                <c:pt idx="593">
                  <c:v>#N/A</c:v>
                </c:pt>
                <c:pt idx="594">
                  <c:v>#N/A</c:v>
                </c:pt>
                <c:pt idx="595">
                  <c:v>#N/A</c:v>
                </c:pt>
                <c:pt idx="596">
                  <c:v>#N/A</c:v>
                </c:pt>
                <c:pt idx="597">
                  <c:v>#N/A</c:v>
                </c:pt>
                <c:pt idx="598">
                  <c:v>#N/A</c:v>
                </c:pt>
                <c:pt idx="599">
                  <c:v>#N/A</c:v>
                </c:pt>
                <c:pt idx="600">
                  <c:v>#N/A</c:v>
                </c:pt>
                <c:pt idx="601">
                  <c:v>1544.7801147227533</c:v>
                </c:pt>
                <c:pt idx="602">
                  <c:v>#N/A</c:v>
                </c:pt>
                <c:pt idx="603">
                  <c:v>#N/A</c:v>
                </c:pt>
                <c:pt idx="604">
                  <c:v>#N/A</c:v>
                </c:pt>
                <c:pt idx="605">
                  <c:v>#N/A</c:v>
                </c:pt>
                <c:pt idx="606">
                  <c:v>#N/A</c:v>
                </c:pt>
                <c:pt idx="607">
                  <c:v>#N/A</c:v>
                </c:pt>
                <c:pt idx="608">
                  <c:v>#N/A</c:v>
                </c:pt>
                <c:pt idx="609">
                  <c:v>#N/A</c:v>
                </c:pt>
                <c:pt idx="610">
                  <c:v>#N/A</c:v>
                </c:pt>
                <c:pt idx="611">
                  <c:v>#N/A</c:v>
                </c:pt>
                <c:pt idx="612">
                  <c:v>#N/A</c:v>
                </c:pt>
                <c:pt idx="613">
                  <c:v>#N/A</c:v>
                </c:pt>
                <c:pt idx="614">
                  <c:v>1504.3706563706564</c:v>
                </c:pt>
                <c:pt idx="615">
                  <c:v>#N/A</c:v>
                </c:pt>
                <c:pt idx="616">
                  <c:v>#N/A</c:v>
                </c:pt>
                <c:pt idx="617">
                  <c:v>#N/A</c:v>
                </c:pt>
                <c:pt idx="618">
                  <c:v>#N/A</c:v>
                </c:pt>
                <c:pt idx="619">
                  <c:v>#N/A</c:v>
                </c:pt>
                <c:pt idx="620">
                  <c:v>#N/A</c:v>
                </c:pt>
                <c:pt idx="621">
                  <c:v>#N/A</c:v>
                </c:pt>
                <c:pt idx="622">
                  <c:v>#N/A</c:v>
                </c:pt>
                <c:pt idx="623">
                  <c:v>#N/A</c:v>
                </c:pt>
                <c:pt idx="624">
                  <c:v>#N/A</c:v>
                </c:pt>
                <c:pt idx="625">
                  <c:v>#N/A</c:v>
                </c:pt>
                <c:pt idx="626">
                  <c:v>#N/A</c:v>
                </c:pt>
                <c:pt idx="627">
                  <c:v>1518.9831775700936</c:v>
                </c:pt>
                <c:pt idx="628">
                  <c:v>#N/A</c:v>
                </c:pt>
                <c:pt idx="629">
                  <c:v>#N/A</c:v>
                </c:pt>
                <c:pt idx="630">
                  <c:v>#N/A</c:v>
                </c:pt>
                <c:pt idx="631">
                  <c:v>#N/A</c:v>
                </c:pt>
                <c:pt idx="632">
                  <c:v>#N/A</c:v>
                </c:pt>
                <c:pt idx="633">
                  <c:v>#N/A</c:v>
                </c:pt>
                <c:pt idx="634">
                  <c:v>#N/A</c:v>
                </c:pt>
                <c:pt idx="635">
                  <c:v>#N/A</c:v>
                </c:pt>
                <c:pt idx="636">
                  <c:v>#N/A</c:v>
                </c:pt>
                <c:pt idx="637">
                  <c:v>#N/A</c:v>
                </c:pt>
                <c:pt idx="638">
                  <c:v>#N/A</c:v>
                </c:pt>
                <c:pt idx="639">
                  <c:v>#N/A</c:v>
                </c:pt>
                <c:pt idx="640">
                  <c:v>1581.3200795228627</c:v>
                </c:pt>
                <c:pt idx="641">
                  <c:v>#N/A</c:v>
                </c:pt>
                <c:pt idx="642">
                  <c:v>#N/A</c:v>
                </c:pt>
                <c:pt idx="643">
                  <c:v>#N/A</c:v>
                </c:pt>
                <c:pt idx="644">
                  <c:v>#N/A</c:v>
                </c:pt>
                <c:pt idx="645">
                  <c:v>#N/A</c:v>
                </c:pt>
                <c:pt idx="646">
                  <c:v>#N/A</c:v>
                </c:pt>
                <c:pt idx="647">
                  <c:v>#N/A</c:v>
                </c:pt>
                <c:pt idx="648">
                  <c:v>#N/A</c:v>
                </c:pt>
                <c:pt idx="649">
                  <c:v>#N/A</c:v>
                </c:pt>
                <c:pt idx="650">
                  <c:v>#N/A</c:v>
                </c:pt>
                <c:pt idx="651">
                  <c:v>#N/A</c:v>
                </c:pt>
                <c:pt idx="652">
                  <c:v>#N/A</c:v>
                </c:pt>
                <c:pt idx="653">
                  <c:v>1632.1318228630278</c:v>
                </c:pt>
                <c:pt idx="654">
                  <c:v>#N/A</c:v>
                </c:pt>
                <c:pt idx="655">
                  <c:v>#N/A</c:v>
                </c:pt>
                <c:pt idx="656">
                  <c:v>#N/A</c:v>
                </c:pt>
                <c:pt idx="657">
                  <c:v>#N/A</c:v>
                </c:pt>
                <c:pt idx="658">
                  <c:v>#N/A</c:v>
                </c:pt>
                <c:pt idx="659">
                  <c:v>#N/A</c:v>
                </c:pt>
                <c:pt idx="660">
                  <c:v>#N/A</c:v>
                </c:pt>
                <c:pt idx="661">
                  <c:v>#N/A</c:v>
                </c:pt>
                <c:pt idx="662">
                  <c:v>#N/A</c:v>
                </c:pt>
                <c:pt idx="663">
                  <c:v>#N/A</c:v>
                </c:pt>
                <c:pt idx="664">
                  <c:v>#N/A</c:v>
                </c:pt>
                <c:pt idx="665">
                  <c:v>#N/A</c:v>
                </c:pt>
                <c:pt idx="666">
                  <c:v>1727.9654800431499</c:v>
                </c:pt>
                <c:pt idx="667">
                  <c:v>#N/A</c:v>
                </c:pt>
                <c:pt idx="668">
                  <c:v>#N/A</c:v>
                </c:pt>
                <c:pt idx="669">
                  <c:v>#N/A</c:v>
                </c:pt>
                <c:pt idx="670">
                  <c:v>#N/A</c:v>
                </c:pt>
                <c:pt idx="671">
                  <c:v>#N/A</c:v>
                </c:pt>
                <c:pt idx="672">
                  <c:v>#N/A</c:v>
                </c:pt>
                <c:pt idx="673">
                  <c:v>#N/A</c:v>
                </c:pt>
                <c:pt idx="674">
                  <c:v>#N/A</c:v>
                </c:pt>
                <c:pt idx="675">
                  <c:v>#N/A</c:v>
                </c:pt>
                <c:pt idx="676">
                  <c:v>#N/A</c:v>
                </c:pt>
                <c:pt idx="677">
                  <c:v>#N/A</c:v>
                </c:pt>
                <c:pt idx="678">
                  <c:v>#N/A</c:v>
                </c:pt>
                <c:pt idx="679">
                  <c:v>1725.0160771704179</c:v>
                </c:pt>
                <c:pt idx="680">
                  <c:v>#N/A</c:v>
                </c:pt>
                <c:pt idx="681">
                  <c:v>#N/A</c:v>
                </c:pt>
                <c:pt idx="682">
                  <c:v>#N/A</c:v>
                </c:pt>
                <c:pt idx="683">
                  <c:v>#N/A</c:v>
                </c:pt>
                <c:pt idx="684">
                  <c:v>#N/A</c:v>
                </c:pt>
                <c:pt idx="685">
                  <c:v>#N/A</c:v>
                </c:pt>
                <c:pt idx="686">
                  <c:v>#N/A</c:v>
                </c:pt>
                <c:pt idx="687">
                  <c:v>#N/A</c:v>
                </c:pt>
                <c:pt idx="688">
                  <c:v>#N/A</c:v>
                </c:pt>
                <c:pt idx="689">
                  <c:v>#N/A</c:v>
                </c:pt>
                <c:pt idx="690">
                  <c:v>#N/A</c:v>
                </c:pt>
                <c:pt idx="691">
                  <c:v>#N/A</c:v>
                </c:pt>
                <c:pt idx="692">
                  <c:v>1751.6521739130435</c:v>
                </c:pt>
                <c:pt idx="693">
                  <c:v>#N/A</c:v>
                </c:pt>
                <c:pt idx="694">
                  <c:v>#N/A</c:v>
                </c:pt>
                <c:pt idx="695">
                  <c:v>#N/A</c:v>
                </c:pt>
                <c:pt idx="696">
                  <c:v>#N/A</c:v>
                </c:pt>
                <c:pt idx="697">
                  <c:v>#N/A</c:v>
                </c:pt>
                <c:pt idx="698">
                  <c:v>#N/A</c:v>
                </c:pt>
                <c:pt idx="699">
                  <c:v>#N/A</c:v>
                </c:pt>
                <c:pt idx="700">
                  <c:v>#N/A</c:v>
                </c:pt>
                <c:pt idx="701">
                  <c:v>#N/A</c:v>
                </c:pt>
                <c:pt idx="702">
                  <c:v>#N/A</c:v>
                </c:pt>
                <c:pt idx="703">
                  <c:v>#N/A</c:v>
                </c:pt>
                <c:pt idx="704">
                  <c:v>#N/A</c:v>
                </c:pt>
                <c:pt idx="705">
                  <c:v>1750.9956331877729</c:v>
                </c:pt>
                <c:pt idx="706">
                  <c:v>#N/A</c:v>
                </c:pt>
                <c:pt idx="707">
                  <c:v>#N/A</c:v>
                </c:pt>
                <c:pt idx="708">
                  <c:v>#N/A</c:v>
                </c:pt>
                <c:pt idx="709">
                  <c:v>#N/A</c:v>
                </c:pt>
                <c:pt idx="710">
                  <c:v>#N/A</c:v>
                </c:pt>
                <c:pt idx="711">
                  <c:v>#N/A</c:v>
                </c:pt>
                <c:pt idx="712">
                  <c:v>#N/A</c:v>
                </c:pt>
                <c:pt idx="713">
                  <c:v>#N/A</c:v>
                </c:pt>
                <c:pt idx="714">
                  <c:v>#N/A</c:v>
                </c:pt>
                <c:pt idx="715">
                  <c:v>#N/A</c:v>
                </c:pt>
                <c:pt idx="716">
                  <c:v>#N/A</c:v>
                </c:pt>
                <c:pt idx="717">
                  <c:v>#N/A</c:v>
                </c:pt>
                <c:pt idx="718">
                  <c:v>1769.2580287929127</c:v>
                </c:pt>
                <c:pt idx="719">
                  <c:v>#N/A</c:v>
                </c:pt>
                <c:pt idx="720">
                  <c:v>#N/A</c:v>
                </c:pt>
                <c:pt idx="721">
                  <c:v>#N/A</c:v>
                </c:pt>
                <c:pt idx="722">
                  <c:v>#N/A</c:v>
                </c:pt>
                <c:pt idx="723">
                  <c:v>#N/A</c:v>
                </c:pt>
                <c:pt idx="724">
                  <c:v>#N/A</c:v>
                </c:pt>
                <c:pt idx="725">
                  <c:v>#N/A</c:v>
                </c:pt>
                <c:pt idx="726">
                  <c:v>#N/A</c:v>
                </c:pt>
                <c:pt idx="727">
                  <c:v>#N/A</c:v>
                </c:pt>
                <c:pt idx="728">
                  <c:v>#N/A</c:v>
                </c:pt>
                <c:pt idx="729">
                  <c:v>#N/A</c:v>
                </c:pt>
                <c:pt idx="730">
                  <c:v>#N/A</c:v>
                </c:pt>
                <c:pt idx="731">
                  <c:v>1732.0694143167027</c:v>
                </c:pt>
                <c:pt idx="732">
                  <c:v>#N/A</c:v>
                </c:pt>
                <c:pt idx="733">
                  <c:v>#N/A</c:v>
                </c:pt>
                <c:pt idx="734">
                  <c:v>#N/A</c:v>
                </c:pt>
                <c:pt idx="735">
                  <c:v>#N/A</c:v>
                </c:pt>
                <c:pt idx="736">
                  <c:v>#N/A</c:v>
                </c:pt>
                <c:pt idx="737">
                  <c:v>#N/A</c:v>
                </c:pt>
                <c:pt idx="738">
                  <c:v>#N/A</c:v>
                </c:pt>
                <c:pt idx="739">
                  <c:v>#N/A</c:v>
                </c:pt>
                <c:pt idx="740">
                  <c:v>#N/A</c:v>
                </c:pt>
                <c:pt idx="741">
                  <c:v>#N/A</c:v>
                </c:pt>
                <c:pt idx="742">
                  <c:v>#N/A</c:v>
                </c:pt>
                <c:pt idx="743">
                  <c:v>#N/A</c:v>
                </c:pt>
                <c:pt idx="744">
                  <c:v>1782.7019230769231</c:v>
                </c:pt>
                <c:pt idx="745">
                  <c:v>#N/A</c:v>
                </c:pt>
                <c:pt idx="746">
                  <c:v>#N/A</c:v>
                </c:pt>
                <c:pt idx="747">
                  <c:v>#N/A</c:v>
                </c:pt>
                <c:pt idx="748">
                  <c:v>#N/A</c:v>
                </c:pt>
                <c:pt idx="749">
                  <c:v>#N/A</c:v>
                </c:pt>
                <c:pt idx="750">
                  <c:v>#N/A</c:v>
                </c:pt>
                <c:pt idx="751">
                  <c:v>#N/A</c:v>
                </c:pt>
                <c:pt idx="752">
                  <c:v>#N/A</c:v>
                </c:pt>
                <c:pt idx="753">
                  <c:v>#N/A</c:v>
                </c:pt>
                <c:pt idx="754">
                  <c:v>#N/A</c:v>
                </c:pt>
                <c:pt idx="755">
                  <c:v>#N/A</c:v>
                </c:pt>
                <c:pt idx="756">
                  <c:v>#N/A</c:v>
                </c:pt>
                <c:pt idx="757">
                  <c:v>1717.731343283582</c:v>
                </c:pt>
                <c:pt idx="758">
                  <c:v>#N/A</c:v>
                </c:pt>
                <c:pt idx="759">
                  <c:v>#N/A</c:v>
                </c:pt>
                <c:pt idx="760">
                  <c:v>#N/A</c:v>
                </c:pt>
                <c:pt idx="761">
                  <c:v>#N/A</c:v>
                </c:pt>
                <c:pt idx="762">
                  <c:v>#N/A</c:v>
                </c:pt>
                <c:pt idx="763">
                  <c:v>#N/A</c:v>
                </c:pt>
                <c:pt idx="764">
                  <c:v>#N/A</c:v>
                </c:pt>
                <c:pt idx="765">
                  <c:v>#N/A</c:v>
                </c:pt>
                <c:pt idx="766">
                  <c:v>#N/A</c:v>
                </c:pt>
                <c:pt idx="767">
                  <c:v>#N/A</c:v>
                </c:pt>
                <c:pt idx="768">
                  <c:v>#N/A</c:v>
                </c:pt>
                <c:pt idx="769">
                  <c:v>#N/A</c:v>
                </c:pt>
                <c:pt idx="770">
                  <c:v>1736.732461355529</c:v>
                </c:pt>
                <c:pt idx="771">
                  <c:v>#N/A</c:v>
                </c:pt>
                <c:pt idx="772">
                  <c:v>#N/A</c:v>
                </c:pt>
                <c:pt idx="773">
                  <c:v>#N/A</c:v>
                </c:pt>
                <c:pt idx="774">
                  <c:v>#N/A</c:v>
                </c:pt>
                <c:pt idx="775">
                  <c:v>#N/A</c:v>
                </c:pt>
                <c:pt idx="776">
                  <c:v>#N/A</c:v>
                </c:pt>
                <c:pt idx="777">
                  <c:v>#N/A</c:v>
                </c:pt>
                <c:pt idx="778">
                  <c:v>#N/A</c:v>
                </c:pt>
                <c:pt idx="779">
                  <c:v>#N/A</c:v>
                </c:pt>
                <c:pt idx="780">
                  <c:v>#N/A</c:v>
                </c:pt>
                <c:pt idx="781">
                  <c:v>#N/A</c:v>
                </c:pt>
                <c:pt idx="782">
                  <c:v>#N/A</c:v>
                </c:pt>
                <c:pt idx="783">
                  <c:v>1754.2998760842627</c:v>
                </c:pt>
                <c:pt idx="784">
                  <c:v>#N/A</c:v>
                </c:pt>
                <c:pt idx="785">
                  <c:v>#N/A</c:v>
                </c:pt>
                <c:pt idx="786">
                  <c:v>#N/A</c:v>
                </c:pt>
                <c:pt idx="787">
                  <c:v>#N/A</c:v>
                </c:pt>
                <c:pt idx="788">
                  <c:v>#N/A</c:v>
                </c:pt>
                <c:pt idx="789">
                  <c:v>#N/A</c:v>
                </c:pt>
                <c:pt idx="790">
                  <c:v>#N/A</c:v>
                </c:pt>
                <c:pt idx="791">
                  <c:v>#N/A</c:v>
                </c:pt>
                <c:pt idx="792">
                  <c:v>#N/A</c:v>
                </c:pt>
                <c:pt idx="793">
                  <c:v>#N/A</c:v>
                </c:pt>
                <c:pt idx="794">
                  <c:v>#N/A</c:v>
                </c:pt>
                <c:pt idx="795">
                  <c:v>#N/A</c:v>
                </c:pt>
                <c:pt idx="796">
                  <c:v>#N/A</c:v>
                </c:pt>
                <c:pt idx="797">
                  <c:v>1812.1863488624051</c:v>
                </c:pt>
                <c:pt idx="798">
                  <c:v>#N/A</c:v>
                </c:pt>
                <c:pt idx="799">
                  <c:v>#N/A</c:v>
                </c:pt>
                <c:pt idx="800">
                  <c:v>#N/A</c:v>
                </c:pt>
                <c:pt idx="801">
                  <c:v>#N/A</c:v>
                </c:pt>
                <c:pt idx="802">
                  <c:v>#N/A</c:v>
                </c:pt>
                <c:pt idx="803">
                  <c:v>#N/A</c:v>
                </c:pt>
                <c:pt idx="804">
                  <c:v>#N/A</c:v>
                </c:pt>
                <c:pt idx="805">
                  <c:v>#N/A</c:v>
                </c:pt>
                <c:pt idx="806">
                  <c:v>#N/A</c:v>
                </c:pt>
                <c:pt idx="807">
                  <c:v>#N/A</c:v>
                </c:pt>
                <c:pt idx="808">
                  <c:v>#N/A</c:v>
                </c:pt>
                <c:pt idx="809">
                  <c:v>#N/A</c:v>
                </c:pt>
                <c:pt idx="810">
                  <c:v>1737.0317124735727</c:v>
                </c:pt>
                <c:pt idx="811">
                  <c:v>#N/A</c:v>
                </c:pt>
                <c:pt idx="812">
                  <c:v>#N/A</c:v>
                </c:pt>
                <c:pt idx="813">
                  <c:v>#N/A</c:v>
                </c:pt>
                <c:pt idx="814">
                  <c:v>#N/A</c:v>
                </c:pt>
                <c:pt idx="815">
                  <c:v>#N/A</c:v>
                </c:pt>
                <c:pt idx="816">
                  <c:v>#N/A</c:v>
                </c:pt>
                <c:pt idx="817">
                  <c:v>#N/A</c:v>
                </c:pt>
                <c:pt idx="818">
                  <c:v>#N/A</c:v>
                </c:pt>
                <c:pt idx="819">
                  <c:v>#N/A</c:v>
                </c:pt>
                <c:pt idx="820">
                  <c:v>#N/A</c:v>
                </c:pt>
                <c:pt idx="821">
                  <c:v>#N/A</c:v>
                </c:pt>
                <c:pt idx="822">
                  <c:v>1682.8717948717949</c:v>
                </c:pt>
                <c:pt idx="823">
                  <c:v>#N/A</c:v>
                </c:pt>
                <c:pt idx="824">
                  <c:v>#N/A</c:v>
                </c:pt>
                <c:pt idx="825">
                  <c:v>#N/A</c:v>
                </c:pt>
                <c:pt idx="826">
                  <c:v>#N/A</c:v>
                </c:pt>
                <c:pt idx="827">
                  <c:v>#N/A</c:v>
                </c:pt>
                <c:pt idx="828">
                  <c:v>#N/A</c:v>
                </c:pt>
                <c:pt idx="829">
                  <c:v>#N/A</c:v>
                </c:pt>
                <c:pt idx="830">
                  <c:v>#N/A</c:v>
                </c:pt>
                <c:pt idx="831">
                  <c:v>#N/A</c:v>
                </c:pt>
                <c:pt idx="832">
                  <c:v>#N/A</c:v>
                </c:pt>
                <c:pt idx="833">
                  <c:v>#N/A</c:v>
                </c:pt>
                <c:pt idx="834">
                  <c:v>#N/A</c:v>
                </c:pt>
                <c:pt idx="835">
                  <c:v>#N/A</c:v>
                </c:pt>
                <c:pt idx="836">
                  <c:v>1625.170517051705</c:v>
                </c:pt>
                <c:pt idx="837">
                  <c:v>#N/A</c:v>
                </c:pt>
                <c:pt idx="838">
                  <c:v>#N/A</c:v>
                </c:pt>
                <c:pt idx="839">
                  <c:v>#N/A</c:v>
                </c:pt>
                <c:pt idx="840">
                  <c:v>#N/A</c:v>
                </c:pt>
                <c:pt idx="841">
                  <c:v>#N/A</c:v>
                </c:pt>
                <c:pt idx="842">
                  <c:v>#N/A</c:v>
                </c:pt>
                <c:pt idx="843">
                  <c:v>#N/A</c:v>
                </c:pt>
                <c:pt idx="844">
                  <c:v>#N/A</c:v>
                </c:pt>
                <c:pt idx="845">
                  <c:v>#N/A</c:v>
                </c:pt>
                <c:pt idx="846">
                  <c:v>#N/A</c:v>
                </c:pt>
                <c:pt idx="847">
                  <c:v>#N/A</c:v>
                </c:pt>
                <c:pt idx="848">
                  <c:v>#N/A</c:v>
                </c:pt>
                <c:pt idx="849">
                  <c:v>1563.697175141243</c:v>
                </c:pt>
                <c:pt idx="850">
                  <c:v>#N/A</c:v>
                </c:pt>
                <c:pt idx="851">
                  <c:v>#N/A</c:v>
                </c:pt>
                <c:pt idx="852">
                  <c:v>#N/A</c:v>
                </c:pt>
                <c:pt idx="853">
                  <c:v>#N/A</c:v>
                </c:pt>
                <c:pt idx="854">
                  <c:v>#N/A</c:v>
                </c:pt>
                <c:pt idx="855">
                  <c:v>#N/A</c:v>
                </c:pt>
                <c:pt idx="856">
                  <c:v>#N/A</c:v>
                </c:pt>
                <c:pt idx="857">
                  <c:v>#N/A</c:v>
                </c:pt>
                <c:pt idx="858">
                  <c:v>#N/A</c:v>
                </c:pt>
                <c:pt idx="859">
                  <c:v>#N/A</c:v>
                </c:pt>
                <c:pt idx="860">
                  <c:v>#N/A</c:v>
                </c:pt>
                <c:pt idx="861">
                  <c:v>#N/A</c:v>
                </c:pt>
                <c:pt idx="862">
                  <c:v>1437.2232804232806</c:v>
                </c:pt>
                <c:pt idx="863">
                  <c:v>#N/A</c:v>
                </c:pt>
                <c:pt idx="864">
                  <c:v>#N/A</c:v>
                </c:pt>
                <c:pt idx="865">
                  <c:v>#N/A</c:v>
                </c:pt>
                <c:pt idx="866">
                  <c:v>#N/A</c:v>
                </c:pt>
                <c:pt idx="867">
                  <c:v>#N/A</c:v>
                </c:pt>
                <c:pt idx="868">
                  <c:v>#N/A</c:v>
                </c:pt>
                <c:pt idx="869">
                  <c:v>#N/A</c:v>
                </c:pt>
                <c:pt idx="870">
                  <c:v>#N/A</c:v>
                </c:pt>
                <c:pt idx="871">
                  <c:v>#N/A</c:v>
                </c:pt>
                <c:pt idx="872">
                  <c:v>#N/A</c:v>
                </c:pt>
                <c:pt idx="873">
                  <c:v>#N/A</c:v>
                </c:pt>
                <c:pt idx="874">
                  <c:v>1383.5724563206577</c:v>
                </c:pt>
                <c:pt idx="875">
                  <c:v>#N/A</c:v>
                </c:pt>
                <c:pt idx="876">
                  <c:v>#N/A</c:v>
                </c:pt>
                <c:pt idx="877">
                  <c:v>#N/A</c:v>
                </c:pt>
                <c:pt idx="878">
                  <c:v>#N/A</c:v>
                </c:pt>
                <c:pt idx="879">
                  <c:v>#N/A</c:v>
                </c:pt>
                <c:pt idx="880">
                  <c:v>#N/A</c:v>
                </c:pt>
                <c:pt idx="881">
                  <c:v>#N/A</c:v>
                </c:pt>
                <c:pt idx="882">
                  <c:v>#N/A</c:v>
                </c:pt>
                <c:pt idx="883">
                  <c:v>#N/A</c:v>
                </c:pt>
                <c:pt idx="884">
                  <c:v>#N/A</c:v>
                </c:pt>
                <c:pt idx="885">
                  <c:v>#N/A</c:v>
                </c:pt>
                <c:pt idx="886">
                  <c:v>#N/A</c:v>
                </c:pt>
                <c:pt idx="887">
                  <c:v>#N/A</c:v>
                </c:pt>
                <c:pt idx="888">
                  <c:v>1246.0257826887662</c:v>
                </c:pt>
                <c:pt idx="889">
                  <c:v>#N/A</c:v>
                </c:pt>
                <c:pt idx="890">
                  <c:v>#N/A</c:v>
                </c:pt>
                <c:pt idx="891">
                  <c:v>#N/A</c:v>
                </c:pt>
                <c:pt idx="892">
                  <c:v>#N/A</c:v>
                </c:pt>
                <c:pt idx="893">
                  <c:v>#N/A</c:v>
                </c:pt>
                <c:pt idx="894">
                  <c:v>#N/A</c:v>
                </c:pt>
                <c:pt idx="89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D93-4116-BDF0-1C3A36FCD2CF}"/>
            </c:ext>
          </c:extLst>
        </c:ser>
        <c:ser>
          <c:idx val="6"/>
          <c:order val="5"/>
          <c:tx>
            <c:strRef>
              <c:f>data!$T$13</c:f>
              <c:strCache>
                <c:ptCount val="1"/>
                <c:pt idx="0">
                  <c:v>6x</c:v>
                </c:pt>
              </c:strCache>
            </c:strRef>
          </c:tx>
          <c:spPr>
            <a:ln w="12700">
              <a:solidFill>
                <a:srgbClr val="333333"/>
              </a:solidFill>
              <a:prstDash val="solid"/>
            </a:ln>
          </c:spPr>
          <c:marker>
            <c:symbol val="none"/>
          </c:marker>
          <c:cat>
            <c:numRef>
              <c:f>data!$A$15:$A$910</c:f>
              <c:numCache>
                <c:formatCode>m/d/yyyy</c:formatCode>
                <c:ptCount val="896"/>
                <c:pt idx="0">
                  <c:v>46303</c:v>
                </c:pt>
                <c:pt idx="1">
                  <c:v>46297</c:v>
                </c:pt>
                <c:pt idx="2">
                  <c:v>46288</c:v>
                </c:pt>
                <c:pt idx="3">
                  <c:v>46283</c:v>
                </c:pt>
                <c:pt idx="4">
                  <c:v>46276</c:v>
                </c:pt>
                <c:pt idx="5">
                  <c:v>46269</c:v>
                </c:pt>
                <c:pt idx="6">
                  <c:v>46262</c:v>
                </c:pt>
                <c:pt idx="7">
                  <c:v>46255</c:v>
                </c:pt>
                <c:pt idx="8">
                  <c:v>46248</c:v>
                </c:pt>
                <c:pt idx="9">
                  <c:v>46241</c:v>
                </c:pt>
                <c:pt idx="10">
                  <c:v>46234</c:v>
                </c:pt>
                <c:pt idx="11">
                  <c:v>46227</c:v>
                </c:pt>
                <c:pt idx="12">
                  <c:v>46219</c:v>
                </c:pt>
                <c:pt idx="13">
                  <c:v>46213</c:v>
                </c:pt>
                <c:pt idx="14">
                  <c:v>46206</c:v>
                </c:pt>
                <c:pt idx="15">
                  <c:v>46199</c:v>
                </c:pt>
                <c:pt idx="16">
                  <c:v>46192</c:v>
                </c:pt>
                <c:pt idx="17">
                  <c:v>46185</c:v>
                </c:pt>
                <c:pt idx="18">
                  <c:v>46178</c:v>
                </c:pt>
                <c:pt idx="19">
                  <c:v>46171</c:v>
                </c:pt>
                <c:pt idx="20">
                  <c:v>46164</c:v>
                </c:pt>
                <c:pt idx="21">
                  <c:v>46157</c:v>
                </c:pt>
                <c:pt idx="22">
                  <c:v>46150</c:v>
                </c:pt>
                <c:pt idx="23">
                  <c:v>46142</c:v>
                </c:pt>
                <c:pt idx="24">
                  <c:v>46136</c:v>
                </c:pt>
                <c:pt idx="25">
                  <c:v>46129</c:v>
                </c:pt>
                <c:pt idx="26">
                  <c:v>46122</c:v>
                </c:pt>
                <c:pt idx="27">
                  <c:v>46115</c:v>
                </c:pt>
                <c:pt idx="28">
                  <c:v>46108</c:v>
                </c:pt>
                <c:pt idx="29">
                  <c:v>46101</c:v>
                </c:pt>
                <c:pt idx="30">
                  <c:v>46094</c:v>
                </c:pt>
                <c:pt idx="31">
                  <c:v>46087</c:v>
                </c:pt>
                <c:pt idx="32">
                  <c:v>46080</c:v>
                </c:pt>
                <c:pt idx="33">
                  <c:v>46073</c:v>
                </c:pt>
                <c:pt idx="34">
                  <c:v>46066</c:v>
                </c:pt>
                <c:pt idx="35">
                  <c:v>46059</c:v>
                </c:pt>
                <c:pt idx="36">
                  <c:v>46052</c:v>
                </c:pt>
                <c:pt idx="37">
                  <c:v>46045</c:v>
                </c:pt>
                <c:pt idx="38">
                  <c:v>46038</c:v>
                </c:pt>
                <c:pt idx="39">
                  <c:v>46031</c:v>
                </c:pt>
                <c:pt idx="40">
                  <c:v>46024</c:v>
                </c:pt>
                <c:pt idx="41">
                  <c:v>46017</c:v>
                </c:pt>
                <c:pt idx="42">
                  <c:v>46010</c:v>
                </c:pt>
                <c:pt idx="43">
                  <c:v>46003</c:v>
                </c:pt>
                <c:pt idx="44">
                  <c:v>45996</c:v>
                </c:pt>
                <c:pt idx="45">
                  <c:v>45989</c:v>
                </c:pt>
                <c:pt idx="46">
                  <c:v>45982</c:v>
                </c:pt>
                <c:pt idx="47">
                  <c:v>45975</c:v>
                </c:pt>
                <c:pt idx="48">
                  <c:v>45968</c:v>
                </c:pt>
                <c:pt idx="49">
                  <c:v>45961</c:v>
                </c:pt>
                <c:pt idx="50">
                  <c:v>45954</c:v>
                </c:pt>
                <c:pt idx="51">
                  <c:v>45947</c:v>
                </c:pt>
                <c:pt idx="52">
                  <c:v>45940</c:v>
                </c:pt>
                <c:pt idx="53">
                  <c:v>45932</c:v>
                </c:pt>
                <c:pt idx="54">
                  <c:v>45926</c:v>
                </c:pt>
                <c:pt idx="55">
                  <c:v>45919</c:v>
                </c:pt>
                <c:pt idx="56">
                  <c:v>45912</c:v>
                </c:pt>
                <c:pt idx="57">
                  <c:v>45905</c:v>
                </c:pt>
                <c:pt idx="58">
                  <c:v>45898</c:v>
                </c:pt>
                <c:pt idx="59">
                  <c:v>45891</c:v>
                </c:pt>
                <c:pt idx="60">
                  <c:v>45883</c:v>
                </c:pt>
                <c:pt idx="61">
                  <c:v>45877</c:v>
                </c:pt>
                <c:pt idx="62">
                  <c:v>45870</c:v>
                </c:pt>
                <c:pt idx="63">
                  <c:v>45863</c:v>
                </c:pt>
                <c:pt idx="64">
                  <c:v>45856</c:v>
                </c:pt>
                <c:pt idx="65">
                  <c:v>45849</c:v>
                </c:pt>
                <c:pt idx="66">
                  <c:v>45842</c:v>
                </c:pt>
                <c:pt idx="67">
                  <c:v>45835</c:v>
                </c:pt>
                <c:pt idx="68">
                  <c:v>45828</c:v>
                </c:pt>
                <c:pt idx="69">
                  <c:v>45821</c:v>
                </c:pt>
                <c:pt idx="70">
                  <c:v>45813</c:v>
                </c:pt>
                <c:pt idx="71">
                  <c:v>45807</c:v>
                </c:pt>
                <c:pt idx="72">
                  <c:v>45800</c:v>
                </c:pt>
                <c:pt idx="73">
                  <c:v>45793</c:v>
                </c:pt>
                <c:pt idx="74">
                  <c:v>45786</c:v>
                </c:pt>
                <c:pt idx="75">
                  <c:v>45779</c:v>
                </c:pt>
                <c:pt idx="76">
                  <c:v>45772</c:v>
                </c:pt>
                <c:pt idx="77">
                  <c:v>45765</c:v>
                </c:pt>
                <c:pt idx="78">
                  <c:v>45758</c:v>
                </c:pt>
                <c:pt idx="79">
                  <c:v>45751</c:v>
                </c:pt>
                <c:pt idx="80">
                  <c:v>45744</c:v>
                </c:pt>
                <c:pt idx="81">
                  <c:v>45737</c:v>
                </c:pt>
                <c:pt idx="82">
                  <c:v>45730</c:v>
                </c:pt>
                <c:pt idx="83">
                  <c:v>45723</c:v>
                </c:pt>
                <c:pt idx="84">
                  <c:v>45716</c:v>
                </c:pt>
                <c:pt idx="85">
                  <c:v>45709</c:v>
                </c:pt>
                <c:pt idx="86">
                  <c:v>45702</c:v>
                </c:pt>
                <c:pt idx="87">
                  <c:v>45695</c:v>
                </c:pt>
                <c:pt idx="88">
                  <c:v>45688</c:v>
                </c:pt>
                <c:pt idx="89">
                  <c:v>45681</c:v>
                </c:pt>
                <c:pt idx="90">
                  <c:v>45674</c:v>
                </c:pt>
                <c:pt idx="91">
                  <c:v>45667</c:v>
                </c:pt>
                <c:pt idx="92">
                  <c:v>45660</c:v>
                </c:pt>
                <c:pt idx="93">
                  <c:v>45653</c:v>
                </c:pt>
                <c:pt idx="94">
                  <c:v>45646</c:v>
                </c:pt>
                <c:pt idx="95">
                  <c:v>45639</c:v>
                </c:pt>
                <c:pt idx="96">
                  <c:v>45632</c:v>
                </c:pt>
                <c:pt idx="97">
                  <c:v>45625</c:v>
                </c:pt>
                <c:pt idx="98">
                  <c:v>45618</c:v>
                </c:pt>
                <c:pt idx="99">
                  <c:v>45611</c:v>
                </c:pt>
                <c:pt idx="100">
                  <c:v>45604</c:v>
                </c:pt>
                <c:pt idx="101">
                  <c:v>45597</c:v>
                </c:pt>
                <c:pt idx="102">
                  <c:v>45590</c:v>
                </c:pt>
                <c:pt idx="103">
                  <c:v>45583</c:v>
                </c:pt>
                <c:pt idx="104">
                  <c:v>45576</c:v>
                </c:pt>
                <c:pt idx="105">
                  <c:v>45569</c:v>
                </c:pt>
                <c:pt idx="106">
                  <c:v>45562</c:v>
                </c:pt>
                <c:pt idx="107">
                  <c:v>45555</c:v>
                </c:pt>
                <c:pt idx="108">
                  <c:v>45548</c:v>
                </c:pt>
                <c:pt idx="109">
                  <c:v>45541</c:v>
                </c:pt>
                <c:pt idx="110">
                  <c:v>45534</c:v>
                </c:pt>
                <c:pt idx="111">
                  <c:v>45527</c:v>
                </c:pt>
                <c:pt idx="112">
                  <c:v>45520</c:v>
                </c:pt>
                <c:pt idx="113">
                  <c:v>45513</c:v>
                </c:pt>
                <c:pt idx="114">
                  <c:v>45506</c:v>
                </c:pt>
                <c:pt idx="115">
                  <c:v>45499</c:v>
                </c:pt>
                <c:pt idx="116">
                  <c:v>45492</c:v>
                </c:pt>
                <c:pt idx="117">
                  <c:v>45485</c:v>
                </c:pt>
                <c:pt idx="118">
                  <c:v>45478</c:v>
                </c:pt>
                <c:pt idx="119">
                  <c:v>45471</c:v>
                </c:pt>
                <c:pt idx="120">
                  <c:v>45464</c:v>
                </c:pt>
                <c:pt idx="121">
                  <c:v>45457</c:v>
                </c:pt>
                <c:pt idx="122">
                  <c:v>45450</c:v>
                </c:pt>
                <c:pt idx="123">
                  <c:v>45443</c:v>
                </c:pt>
                <c:pt idx="124">
                  <c:v>45436</c:v>
                </c:pt>
                <c:pt idx="125">
                  <c:v>45429</c:v>
                </c:pt>
                <c:pt idx="126">
                  <c:v>45422</c:v>
                </c:pt>
                <c:pt idx="127">
                  <c:v>45415</c:v>
                </c:pt>
                <c:pt idx="128">
                  <c:v>45408</c:v>
                </c:pt>
                <c:pt idx="129">
                  <c:v>45401</c:v>
                </c:pt>
                <c:pt idx="130">
                  <c:v>45394</c:v>
                </c:pt>
                <c:pt idx="131">
                  <c:v>45387</c:v>
                </c:pt>
                <c:pt idx="132">
                  <c:v>45380</c:v>
                </c:pt>
                <c:pt idx="133">
                  <c:v>45373</c:v>
                </c:pt>
                <c:pt idx="134">
                  <c:v>45366</c:v>
                </c:pt>
                <c:pt idx="135">
                  <c:v>45359</c:v>
                </c:pt>
                <c:pt idx="136">
                  <c:v>45351</c:v>
                </c:pt>
                <c:pt idx="137">
                  <c:v>45345</c:v>
                </c:pt>
                <c:pt idx="138">
                  <c:v>45338</c:v>
                </c:pt>
                <c:pt idx="139">
                  <c:v>45330</c:v>
                </c:pt>
                <c:pt idx="140">
                  <c:v>45324</c:v>
                </c:pt>
                <c:pt idx="141">
                  <c:v>45317</c:v>
                </c:pt>
                <c:pt idx="142">
                  <c:v>45310</c:v>
                </c:pt>
                <c:pt idx="143">
                  <c:v>45303</c:v>
                </c:pt>
                <c:pt idx="144">
                  <c:v>45296</c:v>
                </c:pt>
                <c:pt idx="145">
                  <c:v>45288</c:v>
                </c:pt>
                <c:pt idx="146">
                  <c:v>45282</c:v>
                </c:pt>
                <c:pt idx="147">
                  <c:v>45275</c:v>
                </c:pt>
                <c:pt idx="148">
                  <c:v>45268</c:v>
                </c:pt>
                <c:pt idx="149">
                  <c:v>45261</c:v>
                </c:pt>
                <c:pt idx="150">
                  <c:v>45254</c:v>
                </c:pt>
                <c:pt idx="151">
                  <c:v>45247</c:v>
                </c:pt>
                <c:pt idx="152">
                  <c:v>45240</c:v>
                </c:pt>
                <c:pt idx="153">
                  <c:v>45233</c:v>
                </c:pt>
                <c:pt idx="154">
                  <c:v>45226</c:v>
                </c:pt>
                <c:pt idx="155">
                  <c:v>45219</c:v>
                </c:pt>
                <c:pt idx="156">
                  <c:v>45212</c:v>
                </c:pt>
                <c:pt idx="157">
                  <c:v>45205</c:v>
                </c:pt>
                <c:pt idx="158">
                  <c:v>45196</c:v>
                </c:pt>
                <c:pt idx="159">
                  <c:v>45191</c:v>
                </c:pt>
                <c:pt idx="160">
                  <c:v>45184</c:v>
                </c:pt>
                <c:pt idx="161">
                  <c:v>45177</c:v>
                </c:pt>
                <c:pt idx="162">
                  <c:v>45170</c:v>
                </c:pt>
                <c:pt idx="163">
                  <c:v>45163</c:v>
                </c:pt>
                <c:pt idx="164">
                  <c:v>45156</c:v>
                </c:pt>
                <c:pt idx="165">
                  <c:v>45149</c:v>
                </c:pt>
                <c:pt idx="166">
                  <c:v>45142</c:v>
                </c:pt>
                <c:pt idx="167">
                  <c:v>45135</c:v>
                </c:pt>
                <c:pt idx="168">
                  <c:v>45128</c:v>
                </c:pt>
                <c:pt idx="169">
                  <c:v>45121</c:v>
                </c:pt>
                <c:pt idx="170">
                  <c:v>45114</c:v>
                </c:pt>
                <c:pt idx="171">
                  <c:v>45107</c:v>
                </c:pt>
                <c:pt idx="172">
                  <c:v>45100</c:v>
                </c:pt>
                <c:pt idx="173">
                  <c:v>45093</c:v>
                </c:pt>
                <c:pt idx="174">
                  <c:v>45086</c:v>
                </c:pt>
                <c:pt idx="175">
                  <c:v>45079</c:v>
                </c:pt>
                <c:pt idx="176">
                  <c:v>45072</c:v>
                </c:pt>
                <c:pt idx="177">
                  <c:v>45065</c:v>
                </c:pt>
                <c:pt idx="178">
                  <c:v>45058</c:v>
                </c:pt>
                <c:pt idx="179">
                  <c:v>45050</c:v>
                </c:pt>
                <c:pt idx="180">
                  <c:v>45044</c:v>
                </c:pt>
                <c:pt idx="181">
                  <c:v>45037</c:v>
                </c:pt>
                <c:pt idx="182">
                  <c:v>45030</c:v>
                </c:pt>
                <c:pt idx="183">
                  <c:v>45023</c:v>
                </c:pt>
                <c:pt idx="184">
                  <c:v>45016</c:v>
                </c:pt>
                <c:pt idx="185">
                  <c:v>45009</c:v>
                </c:pt>
                <c:pt idx="186">
                  <c:v>45002</c:v>
                </c:pt>
                <c:pt idx="187">
                  <c:v>44995</c:v>
                </c:pt>
                <c:pt idx="188">
                  <c:v>44988</c:v>
                </c:pt>
                <c:pt idx="189">
                  <c:v>44981</c:v>
                </c:pt>
                <c:pt idx="190">
                  <c:v>44974</c:v>
                </c:pt>
                <c:pt idx="191">
                  <c:v>44967</c:v>
                </c:pt>
                <c:pt idx="192">
                  <c:v>44960</c:v>
                </c:pt>
                <c:pt idx="193">
                  <c:v>44953</c:v>
                </c:pt>
                <c:pt idx="194">
                  <c:v>44946</c:v>
                </c:pt>
                <c:pt idx="195">
                  <c:v>44939</c:v>
                </c:pt>
                <c:pt idx="196">
                  <c:v>44932</c:v>
                </c:pt>
                <c:pt idx="197">
                  <c:v>44924</c:v>
                </c:pt>
                <c:pt idx="198">
                  <c:v>44918</c:v>
                </c:pt>
                <c:pt idx="199">
                  <c:v>44911</c:v>
                </c:pt>
                <c:pt idx="200">
                  <c:v>44904</c:v>
                </c:pt>
                <c:pt idx="201">
                  <c:v>44897</c:v>
                </c:pt>
                <c:pt idx="202">
                  <c:v>44890</c:v>
                </c:pt>
                <c:pt idx="203">
                  <c:v>44883</c:v>
                </c:pt>
                <c:pt idx="204">
                  <c:v>44876</c:v>
                </c:pt>
                <c:pt idx="205">
                  <c:v>44869</c:v>
                </c:pt>
                <c:pt idx="206">
                  <c:v>44862</c:v>
                </c:pt>
                <c:pt idx="207">
                  <c:v>44855</c:v>
                </c:pt>
                <c:pt idx="208">
                  <c:v>44848</c:v>
                </c:pt>
                <c:pt idx="209">
                  <c:v>44841</c:v>
                </c:pt>
                <c:pt idx="210">
                  <c:v>44834</c:v>
                </c:pt>
                <c:pt idx="211">
                  <c:v>44827</c:v>
                </c:pt>
                <c:pt idx="212">
                  <c:v>44820</c:v>
                </c:pt>
                <c:pt idx="213">
                  <c:v>44812</c:v>
                </c:pt>
                <c:pt idx="214">
                  <c:v>44806</c:v>
                </c:pt>
                <c:pt idx="215">
                  <c:v>44799</c:v>
                </c:pt>
                <c:pt idx="216">
                  <c:v>44792</c:v>
                </c:pt>
                <c:pt idx="217">
                  <c:v>44785</c:v>
                </c:pt>
                <c:pt idx="218">
                  <c:v>44778</c:v>
                </c:pt>
                <c:pt idx="219">
                  <c:v>44771</c:v>
                </c:pt>
                <c:pt idx="220">
                  <c:v>44764</c:v>
                </c:pt>
                <c:pt idx="221">
                  <c:v>44757</c:v>
                </c:pt>
                <c:pt idx="222">
                  <c:v>44750</c:v>
                </c:pt>
                <c:pt idx="223">
                  <c:v>44743</c:v>
                </c:pt>
                <c:pt idx="224">
                  <c:v>44736</c:v>
                </c:pt>
                <c:pt idx="225">
                  <c:v>44729</c:v>
                </c:pt>
                <c:pt idx="226">
                  <c:v>44722</c:v>
                </c:pt>
                <c:pt idx="227">
                  <c:v>44715</c:v>
                </c:pt>
                <c:pt idx="228">
                  <c:v>44708</c:v>
                </c:pt>
                <c:pt idx="229">
                  <c:v>44701</c:v>
                </c:pt>
                <c:pt idx="230">
                  <c:v>44694</c:v>
                </c:pt>
                <c:pt idx="231">
                  <c:v>44687</c:v>
                </c:pt>
                <c:pt idx="232">
                  <c:v>44680</c:v>
                </c:pt>
                <c:pt idx="233">
                  <c:v>44673</c:v>
                </c:pt>
                <c:pt idx="234">
                  <c:v>44666</c:v>
                </c:pt>
                <c:pt idx="235">
                  <c:v>44659</c:v>
                </c:pt>
                <c:pt idx="236">
                  <c:v>44652</c:v>
                </c:pt>
                <c:pt idx="237">
                  <c:v>44645</c:v>
                </c:pt>
                <c:pt idx="238">
                  <c:v>44638</c:v>
                </c:pt>
                <c:pt idx="239">
                  <c:v>44631</c:v>
                </c:pt>
                <c:pt idx="240">
                  <c:v>44624</c:v>
                </c:pt>
                <c:pt idx="241">
                  <c:v>44617</c:v>
                </c:pt>
                <c:pt idx="242">
                  <c:v>44610</c:v>
                </c:pt>
                <c:pt idx="243">
                  <c:v>44603</c:v>
                </c:pt>
                <c:pt idx="244">
                  <c:v>44596</c:v>
                </c:pt>
                <c:pt idx="245">
                  <c:v>44589</c:v>
                </c:pt>
                <c:pt idx="246">
                  <c:v>44582</c:v>
                </c:pt>
                <c:pt idx="247">
                  <c:v>44575</c:v>
                </c:pt>
                <c:pt idx="248">
                  <c:v>44568</c:v>
                </c:pt>
                <c:pt idx="249">
                  <c:v>44560</c:v>
                </c:pt>
                <c:pt idx="250">
                  <c:v>44554</c:v>
                </c:pt>
                <c:pt idx="251">
                  <c:v>44547</c:v>
                </c:pt>
                <c:pt idx="252">
                  <c:v>44540</c:v>
                </c:pt>
                <c:pt idx="253">
                  <c:v>44533</c:v>
                </c:pt>
                <c:pt idx="254">
                  <c:v>44526</c:v>
                </c:pt>
                <c:pt idx="255">
                  <c:v>44519</c:v>
                </c:pt>
                <c:pt idx="256">
                  <c:v>44512</c:v>
                </c:pt>
                <c:pt idx="257">
                  <c:v>44505</c:v>
                </c:pt>
                <c:pt idx="258">
                  <c:v>44498</c:v>
                </c:pt>
                <c:pt idx="259">
                  <c:v>44491</c:v>
                </c:pt>
                <c:pt idx="260">
                  <c:v>44484</c:v>
                </c:pt>
                <c:pt idx="261">
                  <c:v>44477</c:v>
                </c:pt>
                <c:pt idx="262">
                  <c:v>44470</c:v>
                </c:pt>
                <c:pt idx="263">
                  <c:v>44463</c:v>
                </c:pt>
                <c:pt idx="264">
                  <c:v>44456</c:v>
                </c:pt>
                <c:pt idx="265">
                  <c:v>44449</c:v>
                </c:pt>
                <c:pt idx="266">
                  <c:v>44442</c:v>
                </c:pt>
                <c:pt idx="267">
                  <c:v>44435</c:v>
                </c:pt>
                <c:pt idx="268">
                  <c:v>44428</c:v>
                </c:pt>
                <c:pt idx="269">
                  <c:v>44421</c:v>
                </c:pt>
                <c:pt idx="270">
                  <c:v>44414</c:v>
                </c:pt>
                <c:pt idx="271">
                  <c:v>44407</c:v>
                </c:pt>
                <c:pt idx="272">
                  <c:v>44400</c:v>
                </c:pt>
                <c:pt idx="273">
                  <c:v>44393</c:v>
                </c:pt>
                <c:pt idx="274">
                  <c:v>44386</c:v>
                </c:pt>
                <c:pt idx="275">
                  <c:v>44379</c:v>
                </c:pt>
                <c:pt idx="276">
                  <c:v>44372</c:v>
                </c:pt>
                <c:pt idx="277">
                  <c:v>44365</c:v>
                </c:pt>
                <c:pt idx="278">
                  <c:v>44358</c:v>
                </c:pt>
                <c:pt idx="279">
                  <c:v>44351</c:v>
                </c:pt>
                <c:pt idx="280">
                  <c:v>44344</c:v>
                </c:pt>
                <c:pt idx="281">
                  <c:v>44337</c:v>
                </c:pt>
                <c:pt idx="282">
                  <c:v>44330</c:v>
                </c:pt>
                <c:pt idx="283">
                  <c:v>44323</c:v>
                </c:pt>
                <c:pt idx="284">
                  <c:v>44316</c:v>
                </c:pt>
                <c:pt idx="285">
                  <c:v>44309</c:v>
                </c:pt>
                <c:pt idx="286">
                  <c:v>44302</c:v>
                </c:pt>
                <c:pt idx="287">
                  <c:v>44295</c:v>
                </c:pt>
                <c:pt idx="288">
                  <c:v>44288</c:v>
                </c:pt>
                <c:pt idx="289">
                  <c:v>44281</c:v>
                </c:pt>
                <c:pt idx="290">
                  <c:v>44274</c:v>
                </c:pt>
                <c:pt idx="291">
                  <c:v>44267</c:v>
                </c:pt>
                <c:pt idx="292">
                  <c:v>44260</c:v>
                </c:pt>
                <c:pt idx="293">
                  <c:v>44253</c:v>
                </c:pt>
                <c:pt idx="294">
                  <c:v>44246</c:v>
                </c:pt>
                <c:pt idx="295">
                  <c:v>44237</c:v>
                </c:pt>
                <c:pt idx="296">
                  <c:v>44232</c:v>
                </c:pt>
                <c:pt idx="297">
                  <c:v>44225</c:v>
                </c:pt>
                <c:pt idx="298">
                  <c:v>44218</c:v>
                </c:pt>
                <c:pt idx="299">
                  <c:v>44211</c:v>
                </c:pt>
                <c:pt idx="300">
                  <c:v>44204</c:v>
                </c:pt>
                <c:pt idx="301">
                  <c:v>44195</c:v>
                </c:pt>
                <c:pt idx="302">
                  <c:v>44189</c:v>
                </c:pt>
                <c:pt idx="303">
                  <c:v>44183</c:v>
                </c:pt>
                <c:pt idx="304">
                  <c:v>44176</c:v>
                </c:pt>
                <c:pt idx="305">
                  <c:v>44169</c:v>
                </c:pt>
                <c:pt idx="306">
                  <c:v>44162</c:v>
                </c:pt>
                <c:pt idx="307">
                  <c:v>44155</c:v>
                </c:pt>
                <c:pt idx="308">
                  <c:v>44148</c:v>
                </c:pt>
                <c:pt idx="309">
                  <c:v>44141</c:v>
                </c:pt>
                <c:pt idx="310">
                  <c:v>44134</c:v>
                </c:pt>
                <c:pt idx="311">
                  <c:v>44127</c:v>
                </c:pt>
                <c:pt idx="312">
                  <c:v>44120</c:v>
                </c:pt>
                <c:pt idx="313">
                  <c:v>44112</c:v>
                </c:pt>
                <c:pt idx="314">
                  <c:v>44103</c:v>
                </c:pt>
                <c:pt idx="315">
                  <c:v>44099</c:v>
                </c:pt>
                <c:pt idx="316">
                  <c:v>44092</c:v>
                </c:pt>
                <c:pt idx="317">
                  <c:v>44085</c:v>
                </c:pt>
                <c:pt idx="318">
                  <c:v>44078</c:v>
                </c:pt>
                <c:pt idx="319">
                  <c:v>44071</c:v>
                </c:pt>
                <c:pt idx="320">
                  <c:v>44064</c:v>
                </c:pt>
                <c:pt idx="321">
                  <c:v>44057</c:v>
                </c:pt>
                <c:pt idx="322">
                  <c:v>44050</c:v>
                </c:pt>
                <c:pt idx="323">
                  <c:v>44043</c:v>
                </c:pt>
                <c:pt idx="324">
                  <c:v>44036</c:v>
                </c:pt>
                <c:pt idx="325">
                  <c:v>44029</c:v>
                </c:pt>
                <c:pt idx="326">
                  <c:v>44022</c:v>
                </c:pt>
                <c:pt idx="327">
                  <c:v>44015</c:v>
                </c:pt>
                <c:pt idx="328">
                  <c:v>44008</c:v>
                </c:pt>
                <c:pt idx="329">
                  <c:v>44001</c:v>
                </c:pt>
                <c:pt idx="330">
                  <c:v>43994</c:v>
                </c:pt>
                <c:pt idx="331">
                  <c:v>43987</c:v>
                </c:pt>
                <c:pt idx="332">
                  <c:v>43980</c:v>
                </c:pt>
                <c:pt idx="333">
                  <c:v>43973</c:v>
                </c:pt>
                <c:pt idx="334">
                  <c:v>43966</c:v>
                </c:pt>
                <c:pt idx="335">
                  <c:v>43959</c:v>
                </c:pt>
                <c:pt idx="336">
                  <c:v>43950</c:v>
                </c:pt>
                <c:pt idx="337">
                  <c:v>43945</c:v>
                </c:pt>
                <c:pt idx="338">
                  <c:v>43938</c:v>
                </c:pt>
                <c:pt idx="339">
                  <c:v>43931</c:v>
                </c:pt>
                <c:pt idx="340">
                  <c:v>43924</c:v>
                </c:pt>
                <c:pt idx="341">
                  <c:v>43917</c:v>
                </c:pt>
                <c:pt idx="342">
                  <c:v>43910</c:v>
                </c:pt>
                <c:pt idx="343">
                  <c:v>43903</c:v>
                </c:pt>
                <c:pt idx="344">
                  <c:v>43896</c:v>
                </c:pt>
                <c:pt idx="345">
                  <c:v>43889</c:v>
                </c:pt>
                <c:pt idx="346">
                  <c:v>43882</c:v>
                </c:pt>
                <c:pt idx="347">
                  <c:v>43875</c:v>
                </c:pt>
                <c:pt idx="348">
                  <c:v>43868</c:v>
                </c:pt>
                <c:pt idx="349">
                  <c:v>43861</c:v>
                </c:pt>
                <c:pt idx="350">
                  <c:v>43853</c:v>
                </c:pt>
                <c:pt idx="351">
                  <c:v>43847</c:v>
                </c:pt>
                <c:pt idx="352">
                  <c:v>43840</c:v>
                </c:pt>
                <c:pt idx="353">
                  <c:v>43833</c:v>
                </c:pt>
                <c:pt idx="354">
                  <c:v>43826</c:v>
                </c:pt>
                <c:pt idx="355">
                  <c:v>43819</c:v>
                </c:pt>
                <c:pt idx="356">
                  <c:v>43812</c:v>
                </c:pt>
                <c:pt idx="357">
                  <c:v>43805</c:v>
                </c:pt>
                <c:pt idx="358">
                  <c:v>43798</c:v>
                </c:pt>
                <c:pt idx="359">
                  <c:v>43791</c:v>
                </c:pt>
                <c:pt idx="360">
                  <c:v>43784</c:v>
                </c:pt>
                <c:pt idx="361">
                  <c:v>43777</c:v>
                </c:pt>
                <c:pt idx="362">
                  <c:v>43770</c:v>
                </c:pt>
                <c:pt idx="363">
                  <c:v>43763</c:v>
                </c:pt>
                <c:pt idx="364">
                  <c:v>43756</c:v>
                </c:pt>
                <c:pt idx="365">
                  <c:v>43749</c:v>
                </c:pt>
                <c:pt idx="366">
                  <c:v>43742</c:v>
                </c:pt>
                <c:pt idx="367">
                  <c:v>43735</c:v>
                </c:pt>
                <c:pt idx="368">
                  <c:v>43728</c:v>
                </c:pt>
                <c:pt idx="369">
                  <c:v>43719</c:v>
                </c:pt>
                <c:pt idx="370">
                  <c:v>43714</c:v>
                </c:pt>
                <c:pt idx="371">
                  <c:v>43707</c:v>
                </c:pt>
                <c:pt idx="372">
                  <c:v>43700</c:v>
                </c:pt>
                <c:pt idx="373">
                  <c:v>43693</c:v>
                </c:pt>
                <c:pt idx="374">
                  <c:v>43686</c:v>
                </c:pt>
                <c:pt idx="375">
                  <c:v>43679</c:v>
                </c:pt>
                <c:pt idx="376">
                  <c:v>43672</c:v>
                </c:pt>
                <c:pt idx="377">
                  <c:v>43665</c:v>
                </c:pt>
                <c:pt idx="378">
                  <c:v>43658</c:v>
                </c:pt>
                <c:pt idx="379">
                  <c:v>43651</c:v>
                </c:pt>
                <c:pt idx="380">
                  <c:v>43644</c:v>
                </c:pt>
                <c:pt idx="381">
                  <c:v>43637</c:v>
                </c:pt>
                <c:pt idx="382">
                  <c:v>43630</c:v>
                </c:pt>
                <c:pt idx="383">
                  <c:v>43623</c:v>
                </c:pt>
                <c:pt idx="384">
                  <c:v>43616</c:v>
                </c:pt>
                <c:pt idx="385">
                  <c:v>43609</c:v>
                </c:pt>
                <c:pt idx="386">
                  <c:v>43602</c:v>
                </c:pt>
                <c:pt idx="387">
                  <c:v>43595</c:v>
                </c:pt>
                <c:pt idx="388">
                  <c:v>43588</c:v>
                </c:pt>
                <c:pt idx="389">
                  <c:v>43581</c:v>
                </c:pt>
                <c:pt idx="390">
                  <c:v>43574</c:v>
                </c:pt>
                <c:pt idx="391">
                  <c:v>43567</c:v>
                </c:pt>
                <c:pt idx="392">
                  <c:v>43560</c:v>
                </c:pt>
                <c:pt idx="393">
                  <c:v>43553</c:v>
                </c:pt>
                <c:pt idx="394">
                  <c:v>43546</c:v>
                </c:pt>
                <c:pt idx="395">
                  <c:v>43539</c:v>
                </c:pt>
                <c:pt idx="396">
                  <c:v>43532</c:v>
                </c:pt>
                <c:pt idx="397">
                  <c:v>43524</c:v>
                </c:pt>
                <c:pt idx="398">
                  <c:v>43518</c:v>
                </c:pt>
                <c:pt idx="399">
                  <c:v>43511</c:v>
                </c:pt>
                <c:pt idx="400">
                  <c:v>43504</c:v>
                </c:pt>
                <c:pt idx="401">
                  <c:v>43497</c:v>
                </c:pt>
                <c:pt idx="402">
                  <c:v>43490</c:v>
                </c:pt>
                <c:pt idx="403">
                  <c:v>43483</c:v>
                </c:pt>
                <c:pt idx="404">
                  <c:v>43476</c:v>
                </c:pt>
                <c:pt idx="405">
                  <c:v>43469</c:v>
                </c:pt>
                <c:pt idx="406">
                  <c:v>43462</c:v>
                </c:pt>
                <c:pt idx="407">
                  <c:v>43455</c:v>
                </c:pt>
                <c:pt idx="408">
                  <c:v>43448</c:v>
                </c:pt>
                <c:pt idx="409">
                  <c:v>43441</c:v>
                </c:pt>
                <c:pt idx="410">
                  <c:v>43434</c:v>
                </c:pt>
                <c:pt idx="411">
                  <c:v>43427</c:v>
                </c:pt>
                <c:pt idx="412">
                  <c:v>43420</c:v>
                </c:pt>
                <c:pt idx="413">
                  <c:v>43413</c:v>
                </c:pt>
                <c:pt idx="414">
                  <c:v>43406</c:v>
                </c:pt>
                <c:pt idx="415">
                  <c:v>43399</c:v>
                </c:pt>
                <c:pt idx="416">
                  <c:v>43392</c:v>
                </c:pt>
                <c:pt idx="417">
                  <c:v>43385</c:v>
                </c:pt>
                <c:pt idx="418">
                  <c:v>43378</c:v>
                </c:pt>
                <c:pt idx="419">
                  <c:v>43371</c:v>
                </c:pt>
                <c:pt idx="420">
                  <c:v>43364</c:v>
                </c:pt>
                <c:pt idx="421">
                  <c:v>43357</c:v>
                </c:pt>
                <c:pt idx="422">
                  <c:v>43350</c:v>
                </c:pt>
                <c:pt idx="423">
                  <c:v>43343</c:v>
                </c:pt>
                <c:pt idx="424">
                  <c:v>43336</c:v>
                </c:pt>
                <c:pt idx="425">
                  <c:v>43329</c:v>
                </c:pt>
                <c:pt idx="426">
                  <c:v>43322</c:v>
                </c:pt>
                <c:pt idx="427">
                  <c:v>43315</c:v>
                </c:pt>
                <c:pt idx="428">
                  <c:v>43308</c:v>
                </c:pt>
                <c:pt idx="429">
                  <c:v>43301</c:v>
                </c:pt>
                <c:pt idx="430">
                  <c:v>43294</c:v>
                </c:pt>
                <c:pt idx="431">
                  <c:v>43287</c:v>
                </c:pt>
                <c:pt idx="432">
                  <c:v>43280</c:v>
                </c:pt>
                <c:pt idx="433">
                  <c:v>43273</c:v>
                </c:pt>
                <c:pt idx="434">
                  <c:v>43266</c:v>
                </c:pt>
                <c:pt idx="435">
                  <c:v>43259</c:v>
                </c:pt>
                <c:pt idx="436">
                  <c:v>43252</c:v>
                </c:pt>
                <c:pt idx="437">
                  <c:v>43245</c:v>
                </c:pt>
                <c:pt idx="438">
                  <c:v>43238</c:v>
                </c:pt>
                <c:pt idx="439">
                  <c:v>43231</c:v>
                </c:pt>
                <c:pt idx="440">
                  <c:v>43224</c:v>
                </c:pt>
                <c:pt idx="441">
                  <c:v>43217</c:v>
                </c:pt>
                <c:pt idx="442">
                  <c:v>43210</c:v>
                </c:pt>
                <c:pt idx="443">
                  <c:v>43203</c:v>
                </c:pt>
                <c:pt idx="444">
                  <c:v>43196</c:v>
                </c:pt>
                <c:pt idx="445">
                  <c:v>43189</c:v>
                </c:pt>
                <c:pt idx="446">
                  <c:v>43182</c:v>
                </c:pt>
                <c:pt idx="447">
                  <c:v>43175</c:v>
                </c:pt>
                <c:pt idx="448">
                  <c:v>43168</c:v>
                </c:pt>
                <c:pt idx="449">
                  <c:v>43161</c:v>
                </c:pt>
                <c:pt idx="450">
                  <c:v>43154</c:v>
                </c:pt>
                <c:pt idx="451">
                  <c:v>43145</c:v>
                </c:pt>
                <c:pt idx="452">
                  <c:v>43140</c:v>
                </c:pt>
                <c:pt idx="453">
                  <c:v>43133</c:v>
                </c:pt>
                <c:pt idx="454">
                  <c:v>43126</c:v>
                </c:pt>
                <c:pt idx="455">
                  <c:v>43119</c:v>
                </c:pt>
                <c:pt idx="456">
                  <c:v>43112</c:v>
                </c:pt>
                <c:pt idx="457">
                  <c:v>43105</c:v>
                </c:pt>
                <c:pt idx="458">
                  <c:v>43097</c:v>
                </c:pt>
                <c:pt idx="459">
                  <c:v>43091</c:v>
                </c:pt>
                <c:pt idx="460">
                  <c:v>43084</c:v>
                </c:pt>
                <c:pt idx="461">
                  <c:v>43077</c:v>
                </c:pt>
                <c:pt idx="462">
                  <c:v>43070</c:v>
                </c:pt>
                <c:pt idx="463">
                  <c:v>43063</c:v>
                </c:pt>
                <c:pt idx="464">
                  <c:v>43056</c:v>
                </c:pt>
                <c:pt idx="465">
                  <c:v>43049</c:v>
                </c:pt>
                <c:pt idx="466">
                  <c:v>43042</c:v>
                </c:pt>
                <c:pt idx="467">
                  <c:v>43035</c:v>
                </c:pt>
                <c:pt idx="468">
                  <c:v>43028</c:v>
                </c:pt>
                <c:pt idx="469">
                  <c:v>43021</c:v>
                </c:pt>
                <c:pt idx="470">
                  <c:v>43007</c:v>
                </c:pt>
                <c:pt idx="471">
                  <c:v>43000</c:v>
                </c:pt>
                <c:pt idx="472">
                  <c:v>42993</c:v>
                </c:pt>
                <c:pt idx="473">
                  <c:v>42986</c:v>
                </c:pt>
                <c:pt idx="474">
                  <c:v>42979</c:v>
                </c:pt>
                <c:pt idx="475">
                  <c:v>42972</c:v>
                </c:pt>
                <c:pt idx="476">
                  <c:v>42965</c:v>
                </c:pt>
                <c:pt idx="477">
                  <c:v>42958</c:v>
                </c:pt>
                <c:pt idx="478">
                  <c:v>42951</c:v>
                </c:pt>
                <c:pt idx="479">
                  <c:v>42944</c:v>
                </c:pt>
                <c:pt idx="480">
                  <c:v>42937</c:v>
                </c:pt>
                <c:pt idx="481">
                  <c:v>42930</c:v>
                </c:pt>
                <c:pt idx="482">
                  <c:v>42923</c:v>
                </c:pt>
                <c:pt idx="483">
                  <c:v>42916</c:v>
                </c:pt>
                <c:pt idx="484">
                  <c:v>42909</c:v>
                </c:pt>
                <c:pt idx="485">
                  <c:v>42902</c:v>
                </c:pt>
                <c:pt idx="486">
                  <c:v>42895</c:v>
                </c:pt>
                <c:pt idx="487">
                  <c:v>42888</c:v>
                </c:pt>
                <c:pt idx="488">
                  <c:v>42881</c:v>
                </c:pt>
                <c:pt idx="489">
                  <c:v>42874</c:v>
                </c:pt>
                <c:pt idx="490">
                  <c:v>42867</c:v>
                </c:pt>
                <c:pt idx="491">
                  <c:v>42859</c:v>
                </c:pt>
                <c:pt idx="492">
                  <c:v>42853</c:v>
                </c:pt>
                <c:pt idx="493">
                  <c:v>42846</c:v>
                </c:pt>
                <c:pt idx="494">
                  <c:v>42839</c:v>
                </c:pt>
                <c:pt idx="495">
                  <c:v>42832</c:v>
                </c:pt>
                <c:pt idx="496">
                  <c:v>42825</c:v>
                </c:pt>
                <c:pt idx="497">
                  <c:v>42818</c:v>
                </c:pt>
                <c:pt idx="498">
                  <c:v>42811</c:v>
                </c:pt>
                <c:pt idx="499">
                  <c:v>42804</c:v>
                </c:pt>
                <c:pt idx="500">
                  <c:v>42797</c:v>
                </c:pt>
                <c:pt idx="501">
                  <c:v>42790</c:v>
                </c:pt>
                <c:pt idx="502">
                  <c:v>42783</c:v>
                </c:pt>
                <c:pt idx="503">
                  <c:v>42776</c:v>
                </c:pt>
                <c:pt idx="504">
                  <c:v>42769</c:v>
                </c:pt>
                <c:pt idx="505">
                  <c:v>42761</c:v>
                </c:pt>
                <c:pt idx="506">
                  <c:v>42755</c:v>
                </c:pt>
                <c:pt idx="507">
                  <c:v>42748</c:v>
                </c:pt>
                <c:pt idx="508">
                  <c:v>42741</c:v>
                </c:pt>
                <c:pt idx="509">
                  <c:v>42733</c:v>
                </c:pt>
                <c:pt idx="510">
                  <c:v>42727</c:v>
                </c:pt>
                <c:pt idx="511">
                  <c:v>42720</c:v>
                </c:pt>
                <c:pt idx="512">
                  <c:v>42713</c:v>
                </c:pt>
                <c:pt idx="513">
                  <c:v>42706</c:v>
                </c:pt>
                <c:pt idx="514">
                  <c:v>42699</c:v>
                </c:pt>
                <c:pt idx="515">
                  <c:v>42692</c:v>
                </c:pt>
                <c:pt idx="516">
                  <c:v>42685</c:v>
                </c:pt>
                <c:pt idx="517">
                  <c:v>42678</c:v>
                </c:pt>
                <c:pt idx="518">
                  <c:v>42671</c:v>
                </c:pt>
                <c:pt idx="519">
                  <c:v>42664</c:v>
                </c:pt>
                <c:pt idx="520">
                  <c:v>42657</c:v>
                </c:pt>
                <c:pt idx="521">
                  <c:v>42650</c:v>
                </c:pt>
                <c:pt idx="522">
                  <c:v>42643</c:v>
                </c:pt>
                <c:pt idx="523">
                  <c:v>42636</c:v>
                </c:pt>
                <c:pt idx="524">
                  <c:v>42626</c:v>
                </c:pt>
                <c:pt idx="525">
                  <c:v>42622</c:v>
                </c:pt>
                <c:pt idx="526">
                  <c:v>42615</c:v>
                </c:pt>
                <c:pt idx="527">
                  <c:v>42608</c:v>
                </c:pt>
                <c:pt idx="528">
                  <c:v>42601</c:v>
                </c:pt>
                <c:pt idx="529">
                  <c:v>42594</c:v>
                </c:pt>
                <c:pt idx="530">
                  <c:v>42587</c:v>
                </c:pt>
                <c:pt idx="531">
                  <c:v>42580</c:v>
                </c:pt>
                <c:pt idx="532">
                  <c:v>42573</c:v>
                </c:pt>
                <c:pt idx="533">
                  <c:v>42566</c:v>
                </c:pt>
                <c:pt idx="534">
                  <c:v>42559</c:v>
                </c:pt>
                <c:pt idx="535">
                  <c:v>42552</c:v>
                </c:pt>
                <c:pt idx="536">
                  <c:v>42545</c:v>
                </c:pt>
                <c:pt idx="537">
                  <c:v>42538</c:v>
                </c:pt>
                <c:pt idx="538">
                  <c:v>42531</c:v>
                </c:pt>
                <c:pt idx="539">
                  <c:v>42524</c:v>
                </c:pt>
                <c:pt idx="540">
                  <c:v>42517</c:v>
                </c:pt>
                <c:pt idx="541">
                  <c:v>42510</c:v>
                </c:pt>
                <c:pt idx="542">
                  <c:v>42503</c:v>
                </c:pt>
                <c:pt idx="543">
                  <c:v>42494</c:v>
                </c:pt>
                <c:pt idx="544">
                  <c:v>42489</c:v>
                </c:pt>
                <c:pt idx="545">
                  <c:v>42482</c:v>
                </c:pt>
                <c:pt idx="546">
                  <c:v>42475</c:v>
                </c:pt>
                <c:pt idx="547">
                  <c:v>42468</c:v>
                </c:pt>
                <c:pt idx="548">
                  <c:v>42461</c:v>
                </c:pt>
                <c:pt idx="549">
                  <c:v>42454</c:v>
                </c:pt>
                <c:pt idx="550">
                  <c:v>42447</c:v>
                </c:pt>
                <c:pt idx="551">
                  <c:v>42440</c:v>
                </c:pt>
                <c:pt idx="552">
                  <c:v>42433</c:v>
                </c:pt>
                <c:pt idx="553">
                  <c:v>42426</c:v>
                </c:pt>
                <c:pt idx="554">
                  <c:v>42419</c:v>
                </c:pt>
                <c:pt idx="555">
                  <c:v>42412</c:v>
                </c:pt>
                <c:pt idx="556">
                  <c:v>42405</c:v>
                </c:pt>
                <c:pt idx="557">
                  <c:v>42398</c:v>
                </c:pt>
                <c:pt idx="558">
                  <c:v>42391</c:v>
                </c:pt>
                <c:pt idx="559">
                  <c:v>42384</c:v>
                </c:pt>
                <c:pt idx="560">
                  <c:v>42377</c:v>
                </c:pt>
                <c:pt idx="561">
                  <c:v>42368</c:v>
                </c:pt>
                <c:pt idx="562">
                  <c:v>42362</c:v>
                </c:pt>
                <c:pt idx="563">
                  <c:v>42356</c:v>
                </c:pt>
                <c:pt idx="564">
                  <c:v>42349</c:v>
                </c:pt>
                <c:pt idx="565">
                  <c:v>42342</c:v>
                </c:pt>
                <c:pt idx="566">
                  <c:v>42335</c:v>
                </c:pt>
                <c:pt idx="567">
                  <c:v>42328</c:v>
                </c:pt>
                <c:pt idx="568">
                  <c:v>42321</c:v>
                </c:pt>
                <c:pt idx="569">
                  <c:v>42314</c:v>
                </c:pt>
                <c:pt idx="570">
                  <c:v>42307</c:v>
                </c:pt>
                <c:pt idx="571">
                  <c:v>42300</c:v>
                </c:pt>
                <c:pt idx="572">
                  <c:v>42293</c:v>
                </c:pt>
                <c:pt idx="573">
                  <c:v>42285</c:v>
                </c:pt>
                <c:pt idx="574">
                  <c:v>42279</c:v>
                </c:pt>
                <c:pt idx="575">
                  <c:v>42272</c:v>
                </c:pt>
                <c:pt idx="576">
                  <c:v>42265</c:v>
                </c:pt>
                <c:pt idx="577">
                  <c:v>42258</c:v>
                </c:pt>
                <c:pt idx="578">
                  <c:v>42251</c:v>
                </c:pt>
                <c:pt idx="579">
                  <c:v>42244</c:v>
                </c:pt>
                <c:pt idx="580">
                  <c:v>42237</c:v>
                </c:pt>
                <c:pt idx="581">
                  <c:v>42229</c:v>
                </c:pt>
                <c:pt idx="582">
                  <c:v>42223</c:v>
                </c:pt>
                <c:pt idx="583">
                  <c:v>42216</c:v>
                </c:pt>
                <c:pt idx="584">
                  <c:v>42209</c:v>
                </c:pt>
                <c:pt idx="585">
                  <c:v>42202</c:v>
                </c:pt>
                <c:pt idx="586">
                  <c:v>42195</c:v>
                </c:pt>
                <c:pt idx="587">
                  <c:v>42188</c:v>
                </c:pt>
                <c:pt idx="588">
                  <c:v>42181</c:v>
                </c:pt>
                <c:pt idx="589">
                  <c:v>42174</c:v>
                </c:pt>
                <c:pt idx="590">
                  <c:v>42167</c:v>
                </c:pt>
                <c:pt idx="591">
                  <c:v>42160</c:v>
                </c:pt>
                <c:pt idx="592">
                  <c:v>42153</c:v>
                </c:pt>
                <c:pt idx="593">
                  <c:v>42146</c:v>
                </c:pt>
                <c:pt idx="594">
                  <c:v>42139</c:v>
                </c:pt>
                <c:pt idx="595">
                  <c:v>42132</c:v>
                </c:pt>
                <c:pt idx="596">
                  <c:v>42124</c:v>
                </c:pt>
                <c:pt idx="597">
                  <c:v>42118</c:v>
                </c:pt>
                <c:pt idx="598">
                  <c:v>42111</c:v>
                </c:pt>
                <c:pt idx="599">
                  <c:v>42104</c:v>
                </c:pt>
                <c:pt idx="600">
                  <c:v>42097</c:v>
                </c:pt>
                <c:pt idx="601">
                  <c:v>42090</c:v>
                </c:pt>
                <c:pt idx="602">
                  <c:v>42083</c:v>
                </c:pt>
                <c:pt idx="603">
                  <c:v>42076</c:v>
                </c:pt>
                <c:pt idx="604">
                  <c:v>42069</c:v>
                </c:pt>
                <c:pt idx="605">
                  <c:v>42062</c:v>
                </c:pt>
                <c:pt idx="606">
                  <c:v>42052</c:v>
                </c:pt>
                <c:pt idx="607">
                  <c:v>42048</c:v>
                </c:pt>
                <c:pt idx="608">
                  <c:v>42041</c:v>
                </c:pt>
                <c:pt idx="609">
                  <c:v>42034</c:v>
                </c:pt>
                <c:pt idx="610">
                  <c:v>42027</c:v>
                </c:pt>
                <c:pt idx="611">
                  <c:v>42020</c:v>
                </c:pt>
                <c:pt idx="612">
                  <c:v>42013</c:v>
                </c:pt>
                <c:pt idx="613">
                  <c:v>42006</c:v>
                </c:pt>
                <c:pt idx="614">
                  <c:v>41999</c:v>
                </c:pt>
                <c:pt idx="615">
                  <c:v>41992</c:v>
                </c:pt>
                <c:pt idx="616">
                  <c:v>41985</c:v>
                </c:pt>
                <c:pt idx="617">
                  <c:v>41978</c:v>
                </c:pt>
                <c:pt idx="618">
                  <c:v>41971</c:v>
                </c:pt>
                <c:pt idx="619">
                  <c:v>41964</c:v>
                </c:pt>
                <c:pt idx="620">
                  <c:v>41957</c:v>
                </c:pt>
                <c:pt idx="621">
                  <c:v>41950</c:v>
                </c:pt>
                <c:pt idx="622">
                  <c:v>41943</c:v>
                </c:pt>
                <c:pt idx="623">
                  <c:v>41936</c:v>
                </c:pt>
                <c:pt idx="624">
                  <c:v>41929</c:v>
                </c:pt>
                <c:pt idx="625">
                  <c:v>41922</c:v>
                </c:pt>
                <c:pt idx="626">
                  <c:v>41914</c:v>
                </c:pt>
                <c:pt idx="627">
                  <c:v>41908</c:v>
                </c:pt>
                <c:pt idx="628">
                  <c:v>41901</c:v>
                </c:pt>
                <c:pt idx="629">
                  <c:v>41894</c:v>
                </c:pt>
                <c:pt idx="630">
                  <c:v>41887</c:v>
                </c:pt>
                <c:pt idx="631">
                  <c:v>41880</c:v>
                </c:pt>
                <c:pt idx="632">
                  <c:v>41873</c:v>
                </c:pt>
                <c:pt idx="633">
                  <c:v>41865</c:v>
                </c:pt>
                <c:pt idx="634">
                  <c:v>41859</c:v>
                </c:pt>
                <c:pt idx="635">
                  <c:v>41852</c:v>
                </c:pt>
                <c:pt idx="636">
                  <c:v>41845</c:v>
                </c:pt>
                <c:pt idx="637">
                  <c:v>41838</c:v>
                </c:pt>
                <c:pt idx="638">
                  <c:v>41831</c:v>
                </c:pt>
                <c:pt idx="639">
                  <c:v>41824</c:v>
                </c:pt>
                <c:pt idx="640">
                  <c:v>41817</c:v>
                </c:pt>
                <c:pt idx="641">
                  <c:v>41810</c:v>
                </c:pt>
                <c:pt idx="642">
                  <c:v>41803</c:v>
                </c:pt>
                <c:pt idx="643">
                  <c:v>41795</c:v>
                </c:pt>
                <c:pt idx="644">
                  <c:v>41789</c:v>
                </c:pt>
                <c:pt idx="645">
                  <c:v>41782</c:v>
                </c:pt>
                <c:pt idx="646">
                  <c:v>41775</c:v>
                </c:pt>
                <c:pt idx="647">
                  <c:v>41768</c:v>
                </c:pt>
                <c:pt idx="648">
                  <c:v>41761</c:v>
                </c:pt>
                <c:pt idx="649">
                  <c:v>41754</c:v>
                </c:pt>
                <c:pt idx="650">
                  <c:v>41747</c:v>
                </c:pt>
                <c:pt idx="651">
                  <c:v>41740</c:v>
                </c:pt>
                <c:pt idx="652">
                  <c:v>41733</c:v>
                </c:pt>
                <c:pt idx="653">
                  <c:v>41726</c:v>
                </c:pt>
                <c:pt idx="654">
                  <c:v>41719</c:v>
                </c:pt>
                <c:pt idx="655">
                  <c:v>41712</c:v>
                </c:pt>
                <c:pt idx="656">
                  <c:v>41705</c:v>
                </c:pt>
                <c:pt idx="657">
                  <c:v>41698</c:v>
                </c:pt>
                <c:pt idx="658">
                  <c:v>41691</c:v>
                </c:pt>
                <c:pt idx="659">
                  <c:v>41684</c:v>
                </c:pt>
                <c:pt idx="660">
                  <c:v>41677</c:v>
                </c:pt>
                <c:pt idx="661">
                  <c:v>41668</c:v>
                </c:pt>
                <c:pt idx="662">
                  <c:v>41663</c:v>
                </c:pt>
                <c:pt idx="663">
                  <c:v>41656</c:v>
                </c:pt>
                <c:pt idx="664">
                  <c:v>41649</c:v>
                </c:pt>
                <c:pt idx="665">
                  <c:v>41642</c:v>
                </c:pt>
                <c:pt idx="666">
                  <c:v>41635</c:v>
                </c:pt>
                <c:pt idx="667">
                  <c:v>41628</c:v>
                </c:pt>
                <c:pt idx="668">
                  <c:v>41621</c:v>
                </c:pt>
                <c:pt idx="669">
                  <c:v>41614</c:v>
                </c:pt>
                <c:pt idx="670">
                  <c:v>41607</c:v>
                </c:pt>
                <c:pt idx="671">
                  <c:v>41600</c:v>
                </c:pt>
                <c:pt idx="672">
                  <c:v>41593</c:v>
                </c:pt>
                <c:pt idx="673">
                  <c:v>41586</c:v>
                </c:pt>
                <c:pt idx="674">
                  <c:v>41579</c:v>
                </c:pt>
                <c:pt idx="675">
                  <c:v>41572</c:v>
                </c:pt>
                <c:pt idx="676">
                  <c:v>41565</c:v>
                </c:pt>
                <c:pt idx="677">
                  <c:v>41558</c:v>
                </c:pt>
                <c:pt idx="678">
                  <c:v>41551</c:v>
                </c:pt>
                <c:pt idx="679">
                  <c:v>41544</c:v>
                </c:pt>
                <c:pt idx="680">
                  <c:v>41534</c:v>
                </c:pt>
                <c:pt idx="681">
                  <c:v>41530</c:v>
                </c:pt>
                <c:pt idx="682">
                  <c:v>41523</c:v>
                </c:pt>
                <c:pt idx="683">
                  <c:v>41516</c:v>
                </c:pt>
                <c:pt idx="684">
                  <c:v>41509</c:v>
                </c:pt>
                <c:pt idx="685">
                  <c:v>41502</c:v>
                </c:pt>
                <c:pt idx="686">
                  <c:v>41495</c:v>
                </c:pt>
                <c:pt idx="687">
                  <c:v>41488</c:v>
                </c:pt>
                <c:pt idx="688">
                  <c:v>41481</c:v>
                </c:pt>
                <c:pt idx="689">
                  <c:v>41474</c:v>
                </c:pt>
                <c:pt idx="690">
                  <c:v>41467</c:v>
                </c:pt>
                <c:pt idx="691">
                  <c:v>41460</c:v>
                </c:pt>
                <c:pt idx="692">
                  <c:v>41453</c:v>
                </c:pt>
                <c:pt idx="693">
                  <c:v>41446</c:v>
                </c:pt>
                <c:pt idx="694">
                  <c:v>41439</c:v>
                </c:pt>
                <c:pt idx="695">
                  <c:v>41432</c:v>
                </c:pt>
                <c:pt idx="696">
                  <c:v>41425</c:v>
                </c:pt>
                <c:pt idx="697">
                  <c:v>41418</c:v>
                </c:pt>
                <c:pt idx="698">
                  <c:v>41410</c:v>
                </c:pt>
                <c:pt idx="699">
                  <c:v>41404</c:v>
                </c:pt>
                <c:pt idx="700">
                  <c:v>41397</c:v>
                </c:pt>
                <c:pt idx="701">
                  <c:v>41390</c:v>
                </c:pt>
                <c:pt idx="702">
                  <c:v>41383</c:v>
                </c:pt>
                <c:pt idx="703">
                  <c:v>41376</c:v>
                </c:pt>
                <c:pt idx="704">
                  <c:v>41369</c:v>
                </c:pt>
                <c:pt idx="705">
                  <c:v>41362</c:v>
                </c:pt>
                <c:pt idx="706">
                  <c:v>41355</c:v>
                </c:pt>
                <c:pt idx="707">
                  <c:v>41348</c:v>
                </c:pt>
                <c:pt idx="708">
                  <c:v>41341</c:v>
                </c:pt>
                <c:pt idx="709">
                  <c:v>41333</c:v>
                </c:pt>
                <c:pt idx="710">
                  <c:v>41327</c:v>
                </c:pt>
                <c:pt idx="711">
                  <c:v>41320</c:v>
                </c:pt>
                <c:pt idx="712">
                  <c:v>41313</c:v>
                </c:pt>
                <c:pt idx="713">
                  <c:v>41306</c:v>
                </c:pt>
                <c:pt idx="714">
                  <c:v>41299</c:v>
                </c:pt>
                <c:pt idx="715">
                  <c:v>41292</c:v>
                </c:pt>
                <c:pt idx="716">
                  <c:v>41285</c:v>
                </c:pt>
                <c:pt idx="717">
                  <c:v>41278</c:v>
                </c:pt>
                <c:pt idx="718">
                  <c:v>41271</c:v>
                </c:pt>
                <c:pt idx="719">
                  <c:v>41264</c:v>
                </c:pt>
                <c:pt idx="720">
                  <c:v>41257</c:v>
                </c:pt>
                <c:pt idx="721">
                  <c:v>41250</c:v>
                </c:pt>
                <c:pt idx="722">
                  <c:v>41243</c:v>
                </c:pt>
                <c:pt idx="723">
                  <c:v>41236</c:v>
                </c:pt>
                <c:pt idx="724">
                  <c:v>41229</c:v>
                </c:pt>
                <c:pt idx="725">
                  <c:v>41222</c:v>
                </c:pt>
                <c:pt idx="726">
                  <c:v>41215</c:v>
                </c:pt>
                <c:pt idx="727">
                  <c:v>41208</c:v>
                </c:pt>
                <c:pt idx="728">
                  <c:v>41201</c:v>
                </c:pt>
                <c:pt idx="729">
                  <c:v>41194</c:v>
                </c:pt>
                <c:pt idx="730">
                  <c:v>41187</c:v>
                </c:pt>
                <c:pt idx="731">
                  <c:v>41180</c:v>
                </c:pt>
                <c:pt idx="732">
                  <c:v>41173</c:v>
                </c:pt>
                <c:pt idx="733">
                  <c:v>41166</c:v>
                </c:pt>
                <c:pt idx="734">
                  <c:v>41159</c:v>
                </c:pt>
                <c:pt idx="735">
                  <c:v>41152</c:v>
                </c:pt>
                <c:pt idx="736">
                  <c:v>41145</c:v>
                </c:pt>
                <c:pt idx="737">
                  <c:v>41138</c:v>
                </c:pt>
                <c:pt idx="738">
                  <c:v>41131</c:v>
                </c:pt>
                <c:pt idx="739">
                  <c:v>41124</c:v>
                </c:pt>
                <c:pt idx="740">
                  <c:v>41117</c:v>
                </c:pt>
                <c:pt idx="741">
                  <c:v>41110</c:v>
                </c:pt>
                <c:pt idx="742">
                  <c:v>41103</c:v>
                </c:pt>
                <c:pt idx="743">
                  <c:v>41096</c:v>
                </c:pt>
                <c:pt idx="744">
                  <c:v>41089</c:v>
                </c:pt>
                <c:pt idx="745">
                  <c:v>41082</c:v>
                </c:pt>
                <c:pt idx="746">
                  <c:v>41075</c:v>
                </c:pt>
                <c:pt idx="747">
                  <c:v>41068</c:v>
                </c:pt>
                <c:pt idx="748">
                  <c:v>41061</c:v>
                </c:pt>
                <c:pt idx="749">
                  <c:v>41054</c:v>
                </c:pt>
                <c:pt idx="750">
                  <c:v>41047</c:v>
                </c:pt>
                <c:pt idx="751">
                  <c:v>41040</c:v>
                </c:pt>
                <c:pt idx="752">
                  <c:v>41033</c:v>
                </c:pt>
                <c:pt idx="753">
                  <c:v>41026</c:v>
                </c:pt>
                <c:pt idx="754">
                  <c:v>41019</c:v>
                </c:pt>
                <c:pt idx="755">
                  <c:v>41012</c:v>
                </c:pt>
                <c:pt idx="756">
                  <c:v>41005</c:v>
                </c:pt>
                <c:pt idx="757">
                  <c:v>40998</c:v>
                </c:pt>
                <c:pt idx="758">
                  <c:v>40991</c:v>
                </c:pt>
                <c:pt idx="759">
                  <c:v>40984</c:v>
                </c:pt>
                <c:pt idx="760">
                  <c:v>40977</c:v>
                </c:pt>
                <c:pt idx="761">
                  <c:v>40970</c:v>
                </c:pt>
                <c:pt idx="762">
                  <c:v>40963</c:v>
                </c:pt>
                <c:pt idx="763">
                  <c:v>40956</c:v>
                </c:pt>
                <c:pt idx="764">
                  <c:v>40949</c:v>
                </c:pt>
                <c:pt idx="765">
                  <c:v>40942</c:v>
                </c:pt>
                <c:pt idx="766">
                  <c:v>40935</c:v>
                </c:pt>
                <c:pt idx="767">
                  <c:v>40928</c:v>
                </c:pt>
                <c:pt idx="768">
                  <c:v>40921</c:v>
                </c:pt>
                <c:pt idx="769">
                  <c:v>40914</c:v>
                </c:pt>
                <c:pt idx="770">
                  <c:v>40906</c:v>
                </c:pt>
                <c:pt idx="771">
                  <c:v>40900</c:v>
                </c:pt>
                <c:pt idx="772">
                  <c:v>40893</c:v>
                </c:pt>
                <c:pt idx="773">
                  <c:v>40886</c:v>
                </c:pt>
                <c:pt idx="774">
                  <c:v>40879</c:v>
                </c:pt>
                <c:pt idx="775">
                  <c:v>40872</c:v>
                </c:pt>
                <c:pt idx="776">
                  <c:v>40865</c:v>
                </c:pt>
                <c:pt idx="777">
                  <c:v>40858</c:v>
                </c:pt>
                <c:pt idx="778">
                  <c:v>40851</c:v>
                </c:pt>
                <c:pt idx="779">
                  <c:v>40844</c:v>
                </c:pt>
                <c:pt idx="780">
                  <c:v>40837</c:v>
                </c:pt>
                <c:pt idx="781">
                  <c:v>40830</c:v>
                </c:pt>
                <c:pt idx="782">
                  <c:v>40823</c:v>
                </c:pt>
                <c:pt idx="783">
                  <c:v>40816</c:v>
                </c:pt>
                <c:pt idx="784">
                  <c:v>40809</c:v>
                </c:pt>
                <c:pt idx="785">
                  <c:v>40802</c:v>
                </c:pt>
                <c:pt idx="786">
                  <c:v>40795</c:v>
                </c:pt>
                <c:pt idx="787">
                  <c:v>40788</c:v>
                </c:pt>
                <c:pt idx="788">
                  <c:v>40781</c:v>
                </c:pt>
                <c:pt idx="789">
                  <c:v>40774</c:v>
                </c:pt>
                <c:pt idx="790">
                  <c:v>40767</c:v>
                </c:pt>
                <c:pt idx="791">
                  <c:v>40760</c:v>
                </c:pt>
                <c:pt idx="792">
                  <c:v>40753</c:v>
                </c:pt>
                <c:pt idx="793">
                  <c:v>40746</c:v>
                </c:pt>
                <c:pt idx="794">
                  <c:v>40739</c:v>
                </c:pt>
                <c:pt idx="795">
                  <c:v>40732</c:v>
                </c:pt>
                <c:pt idx="796">
                  <c:v>40725</c:v>
                </c:pt>
                <c:pt idx="797">
                  <c:v>40718</c:v>
                </c:pt>
                <c:pt idx="798">
                  <c:v>40711</c:v>
                </c:pt>
                <c:pt idx="799">
                  <c:v>40704</c:v>
                </c:pt>
                <c:pt idx="800">
                  <c:v>40697</c:v>
                </c:pt>
                <c:pt idx="801">
                  <c:v>40690</c:v>
                </c:pt>
                <c:pt idx="802">
                  <c:v>40683</c:v>
                </c:pt>
                <c:pt idx="803">
                  <c:v>40676</c:v>
                </c:pt>
                <c:pt idx="804">
                  <c:v>40669</c:v>
                </c:pt>
                <c:pt idx="805">
                  <c:v>40662</c:v>
                </c:pt>
                <c:pt idx="806">
                  <c:v>40655</c:v>
                </c:pt>
                <c:pt idx="807">
                  <c:v>40648</c:v>
                </c:pt>
                <c:pt idx="808">
                  <c:v>40641</c:v>
                </c:pt>
                <c:pt idx="809">
                  <c:v>40634</c:v>
                </c:pt>
                <c:pt idx="810">
                  <c:v>40627</c:v>
                </c:pt>
                <c:pt idx="811">
                  <c:v>40620</c:v>
                </c:pt>
                <c:pt idx="812">
                  <c:v>40613</c:v>
                </c:pt>
                <c:pt idx="813">
                  <c:v>40606</c:v>
                </c:pt>
                <c:pt idx="814">
                  <c:v>40599</c:v>
                </c:pt>
                <c:pt idx="815">
                  <c:v>40592</c:v>
                </c:pt>
                <c:pt idx="816">
                  <c:v>40585</c:v>
                </c:pt>
                <c:pt idx="817">
                  <c:v>40575</c:v>
                </c:pt>
                <c:pt idx="818">
                  <c:v>40571</c:v>
                </c:pt>
                <c:pt idx="819">
                  <c:v>40564</c:v>
                </c:pt>
                <c:pt idx="820">
                  <c:v>40557</c:v>
                </c:pt>
                <c:pt idx="821">
                  <c:v>40550</c:v>
                </c:pt>
                <c:pt idx="822">
                  <c:v>40542</c:v>
                </c:pt>
                <c:pt idx="823">
                  <c:v>40536</c:v>
                </c:pt>
                <c:pt idx="824">
                  <c:v>40529</c:v>
                </c:pt>
                <c:pt idx="825">
                  <c:v>40522</c:v>
                </c:pt>
                <c:pt idx="826">
                  <c:v>40515</c:v>
                </c:pt>
                <c:pt idx="827">
                  <c:v>40508</c:v>
                </c:pt>
                <c:pt idx="828">
                  <c:v>40501</c:v>
                </c:pt>
                <c:pt idx="829">
                  <c:v>40494</c:v>
                </c:pt>
                <c:pt idx="830">
                  <c:v>40487</c:v>
                </c:pt>
                <c:pt idx="831">
                  <c:v>40480</c:v>
                </c:pt>
                <c:pt idx="832">
                  <c:v>40473</c:v>
                </c:pt>
                <c:pt idx="833">
                  <c:v>40466</c:v>
                </c:pt>
                <c:pt idx="834">
                  <c:v>40459</c:v>
                </c:pt>
                <c:pt idx="835">
                  <c:v>40452</c:v>
                </c:pt>
                <c:pt idx="836">
                  <c:v>40445</c:v>
                </c:pt>
                <c:pt idx="837">
                  <c:v>40438</c:v>
                </c:pt>
                <c:pt idx="838">
                  <c:v>40431</c:v>
                </c:pt>
                <c:pt idx="839">
                  <c:v>40424</c:v>
                </c:pt>
                <c:pt idx="840">
                  <c:v>40417</c:v>
                </c:pt>
                <c:pt idx="841">
                  <c:v>40410</c:v>
                </c:pt>
                <c:pt idx="842">
                  <c:v>40403</c:v>
                </c:pt>
                <c:pt idx="843">
                  <c:v>40396</c:v>
                </c:pt>
                <c:pt idx="844">
                  <c:v>40389</c:v>
                </c:pt>
                <c:pt idx="845">
                  <c:v>40382</c:v>
                </c:pt>
                <c:pt idx="846">
                  <c:v>40375</c:v>
                </c:pt>
                <c:pt idx="847">
                  <c:v>40368</c:v>
                </c:pt>
                <c:pt idx="848">
                  <c:v>40361</c:v>
                </c:pt>
                <c:pt idx="849">
                  <c:v>40354</c:v>
                </c:pt>
                <c:pt idx="850">
                  <c:v>40347</c:v>
                </c:pt>
                <c:pt idx="851">
                  <c:v>40340</c:v>
                </c:pt>
                <c:pt idx="852">
                  <c:v>40333</c:v>
                </c:pt>
                <c:pt idx="853">
                  <c:v>40326</c:v>
                </c:pt>
                <c:pt idx="854">
                  <c:v>40318</c:v>
                </c:pt>
                <c:pt idx="855">
                  <c:v>40312</c:v>
                </c:pt>
                <c:pt idx="856">
                  <c:v>40305</c:v>
                </c:pt>
                <c:pt idx="857">
                  <c:v>40298</c:v>
                </c:pt>
                <c:pt idx="858">
                  <c:v>40291</c:v>
                </c:pt>
                <c:pt idx="859">
                  <c:v>40284</c:v>
                </c:pt>
                <c:pt idx="860">
                  <c:v>40277</c:v>
                </c:pt>
                <c:pt idx="861">
                  <c:v>40270</c:v>
                </c:pt>
                <c:pt idx="862">
                  <c:v>40263</c:v>
                </c:pt>
                <c:pt idx="863">
                  <c:v>40256</c:v>
                </c:pt>
                <c:pt idx="864">
                  <c:v>40249</c:v>
                </c:pt>
                <c:pt idx="865">
                  <c:v>40242</c:v>
                </c:pt>
                <c:pt idx="866">
                  <c:v>40235</c:v>
                </c:pt>
                <c:pt idx="867">
                  <c:v>40228</c:v>
                </c:pt>
                <c:pt idx="868">
                  <c:v>40221</c:v>
                </c:pt>
                <c:pt idx="869">
                  <c:v>40214</c:v>
                </c:pt>
                <c:pt idx="870">
                  <c:v>40207</c:v>
                </c:pt>
                <c:pt idx="871">
                  <c:v>40200</c:v>
                </c:pt>
                <c:pt idx="872">
                  <c:v>40193</c:v>
                </c:pt>
                <c:pt idx="873">
                  <c:v>40186</c:v>
                </c:pt>
                <c:pt idx="874">
                  <c:v>40177</c:v>
                </c:pt>
                <c:pt idx="875">
                  <c:v>40171</c:v>
                </c:pt>
                <c:pt idx="876">
                  <c:v>40165</c:v>
                </c:pt>
                <c:pt idx="877">
                  <c:v>40158</c:v>
                </c:pt>
                <c:pt idx="878">
                  <c:v>40151</c:v>
                </c:pt>
                <c:pt idx="879">
                  <c:v>40144</c:v>
                </c:pt>
                <c:pt idx="880">
                  <c:v>40137</c:v>
                </c:pt>
                <c:pt idx="881">
                  <c:v>40130</c:v>
                </c:pt>
                <c:pt idx="882">
                  <c:v>40123</c:v>
                </c:pt>
                <c:pt idx="883">
                  <c:v>40116</c:v>
                </c:pt>
                <c:pt idx="884">
                  <c:v>40109</c:v>
                </c:pt>
                <c:pt idx="885">
                  <c:v>40102</c:v>
                </c:pt>
                <c:pt idx="886">
                  <c:v>40095</c:v>
                </c:pt>
                <c:pt idx="887">
                  <c:v>40087</c:v>
                </c:pt>
                <c:pt idx="888">
                  <c:v>40081</c:v>
                </c:pt>
                <c:pt idx="889">
                  <c:v>40074</c:v>
                </c:pt>
                <c:pt idx="890">
                  <c:v>40067</c:v>
                </c:pt>
                <c:pt idx="891">
                  <c:v>40060</c:v>
                </c:pt>
                <c:pt idx="892">
                  <c:v>40053</c:v>
                </c:pt>
                <c:pt idx="893">
                  <c:v>40046</c:v>
                </c:pt>
                <c:pt idx="894">
                  <c:v>40039</c:v>
                </c:pt>
                <c:pt idx="895">
                  <c:v>40032</c:v>
                </c:pt>
              </c:numCache>
            </c:numRef>
          </c:cat>
          <c:val>
            <c:numRef>
              <c:f>data!$T$15:$T$910</c:f>
              <c:numCache>
                <c:formatCode>_-* #,##0.0_-;\-* #,##0.0_-;_-* "-"_-;_-@_-</c:formatCode>
                <c:ptCount val="896"/>
                <c:pt idx="0">
                  <c:v>7779.9569471624263</c:v>
                </c:pt>
                <c:pt idx="1">
                  <c:v>#N/A</c:v>
                </c:pt>
                <c:pt idx="2">
                  <c:v>7655.0486486486498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6562.7126137841342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3989.3911980440103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2438.7874015748034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1884.6289424860856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1773.2727272727273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1718.6875699888019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1763.8899755501222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1825.3363949483351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1690.5256797583083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1487.3447653429603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1484.7791239515377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1415.351196172249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1292.9142857142856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1122.4441087613293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1258.7617260787993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1458.0541149943631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1622.8114285714285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1573.4755043227667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1655.7831325301208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1723.4779411764703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1692.3176771989752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1394.9587155963304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1277.0977777777778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1131.8752025931929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1048.968058968059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1137.5695364238411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1162.1493848857644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1133.6018433179722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1144.4691136974036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1226.7449856733524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1461.3651551312648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1608.5148741418766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1615.3680555555554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1605.5908096280084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1670.9864559819412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1563.310119695321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1487.1233160621762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1367.2341772151899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1254.7739938080497</c:v>
                </c:pt>
                <c:pt idx="510">
                  <c:v>#N/A</c:v>
                </c:pt>
                <c:pt idx="511">
                  <c:v>#N/A</c:v>
                </c:pt>
                <c:pt idx="512">
                  <c:v>#N/A</c:v>
                </c:pt>
                <c:pt idx="513">
                  <c:v>#N/A</c:v>
                </c:pt>
                <c:pt idx="514">
                  <c:v>#N/A</c:v>
                </c:pt>
                <c:pt idx="515">
                  <c:v>#N/A</c:v>
                </c:pt>
                <c:pt idx="516">
                  <c:v>#N/A</c:v>
                </c:pt>
                <c:pt idx="517">
                  <c:v>#N/A</c:v>
                </c:pt>
                <c:pt idx="518">
                  <c:v>#N/A</c:v>
                </c:pt>
                <c:pt idx="519">
                  <c:v>#N/A</c:v>
                </c:pt>
                <c:pt idx="520">
                  <c:v>#N/A</c:v>
                </c:pt>
                <c:pt idx="521">
                  <c:v>#N/A</c:v>
                </c:pt>
                <c:pt idx="522">
                  <c:v>1231.1024096385543</c:v>
                </c:pt>
                <c:pt idx="523">
                  <c:v>#N/A</c:v>
                </c:pt>
                <c:pt idx="524">
                  <c:v>#N/A</c:v>
                </c:pt>
                <c:pt idx="525">
                  <c:v>#N/A</c:v>
                </c:pt>
                <c:pt idx="526">
                  <c:v>#N/A</c:v>
                </c:pt>
                <c:pt idx="527">
                  <c:v>#N/A</c:v>
                </c:pt>
                <c:pt idx="528">
                  <c:v>#N/A</c:v>
                </c:pt>
                <c:pt idx="529">
                  <c:v>#N/A</c:v>
                </c:pt>
                <c:pt idx="530">
                  <c:v>#N/A</c:v>
                </c:pt>
                <c:pt idx="531">
                  <c:v>#N/A</c:v>
                </c:pt>
                <c:pt idx="532">
                  <c:v>#N/A</c:v>
                </c:pt>
                <c:pt idx="533">
                  <c:v>#N/A</c:v>
                </c:pt>
                <c:pt idx="534">
                  <c:v>#N/A</c:v>
                </c:pt>
                <c:pt idx="535">
                  <c:v>#N/A</c:v>
                </c:pt>
                <c:pt idx="536">
                  <c:v>1165.6347124117053</c:v>
                </c:pt>
                <c:pt idx="537">
                  <c:v>#N/A</c:v>
                </c:pt>
                <c:pt idx="538">
                  <c:v>#N/A</c:v>
                </c:pt>
                <c:pt idx="539">
                  <c:v>#N/A</c:v>
                </c:pt>
                <c:pt idx="540">
                  <c:v>#N/A</c:v>
                </c:pt>
                <c:pt idx="541">
                  <c:v>#N/A</c:v>
                </c:pt>
                <c:pt idx="542">
                  <c:v>#N/A</c:v>
                </c:pt>
                <c:pt idx="543">
                  <c:v>#N/A</c:v>
                </c:pt>
                <c:pt idx="544">
                  <c:v>#N/A</c:v>
                </c:pt>
                <c:pt idx="545">
                  <c:v>#N/A</c:v>
                </c:pt>
                <c:pt idx="546">
                  <c:v>#N/A</c:v>
                </c:pt>
                <c:pt idx="547">
                  <c:v>#N/A</c:v>
                </c:pt>
                <c:pt idx="548">
                  <c:v>#N/A</c:v>
                </c:pt>
                <c:pt idx="549">
                  <c:v>1074.2653429602888</c:v>
                </c:pt>
                <c:pt idx="550">
                  <c:v>#N/A</c:v>
                </c:pt>
                <c:pt idx="551">
                  <c:v>#N/A</c:v>
                </c:pt>
                <c:pt idx="552">
                  <c:v>#N/A</c:v>
                </c:pt>
                <c:pt idx="553">
                  <c:v>#N/A</c:v>
                </c:pt>
                <c:pt idx="554">
                  <c:v>#N/A</c:v>
                </c:pt>
                <c:pt idx="555">
                  <c:v>#N/A</c:v>
                </c:pt>
                <c:pt idx="556">
                  <c:v>#N/A</c:v>
                </c:pt>
                <c:pt idx="557">
                  <c:v>#N/A</c:v>
                </c:pt>
                <c:pt idx="558">
                  <c:v>#N/A</c:v>
                </c:pt>
                <c:pt idx="559">
                  <c:v>#N/A</c:v>
                </c:pt>
                <c:pt idx="560">
                  <c:v>#N/A</c:v>
                </c:pt>
                <c:pt idx="561">
                  <c:v>1106.0018796992481</c:v>
                </c:pt>
                <c:pt idx="562">
                  <c:v>#N/A</c:v>
                </c:pt>
                <c:pt idx="563">
                  <c:v>#N/A</c:v>
                </c:pt>
                <c:pt idx="564">
                  <c:v>#N/A</c:v>
                </c:pt>
                <c:pt idx="565">
                  <c:v>#N/A</c:v>
                </c:pt>
                <c:pt idx="566">
                  <c:v>#N/A</c:v>
                </c:pt>
                <c:pt idx="567">
                  <c:v>#N/A</c:v>
                </c:pt>
                <c:pt idx="568">
                  <c:v>#N/A</c:v>
                </c:pt>
                <c:pt idx="569">
                  <c:v>#N/A</c:v>
                </c:pt>
                <c:pt idx="570">
                  <c:v>#N/A</c:v>
                </c:pt>
                <c:pt idx="571">
                  <c:v>#N/A</c:v>
                </c:pt>
                <c:pt idx="572">
                  <c:v>#N/A</c:v>
                </c:pt>
                <c:pt idx="573">
                  <c:v>#N/A</c:v>
                </c:pt>
                <c:pt idx="574">
                  <c:v>#N/A</c:v>
                </c:pt>
                <c:pt idx="575">
                  <c:v>1130.6595538312315</c:v>
                </c:pt>
                <c:pt idx="576">
                  <c:v>#N/A</c:v>
                </c:pt>
                <c:pt idx="577">
                  <c:v>#N/A</c:v>
                </c:pt>
                <c:pt idx="578">
                  <c:v>#N/A</c:v>
                </c:pt>
                <c:pt idx="579">
                  <c:v>#N/A</c:v>
                </c:pt>
                <c:pt idx="580">
                  <c:v>#N/A</c:v>
                </c:pt>
                <c:pt idx="581">
                  <c:v>#N/A</c:v>
                </c:pt>
                <c:pt idx="582">
                  <c:v>#N/A</c:v>
                </c:pt>
                <c:pt idx="583">
                  <c:v>#N/A</c:v>
                </c:pt>
                <c:pt idx="584">
                  <c:v>#N/A</c:v>
                </c:pt>
                <c:pt idx="585">
                  <c:v>#N/A</c:v>
                </c:pt>
                <c:pt idx="586">
                  <c:v>#N/A</c:v>
                </c:pt>
                <c:pt idx="587">
                  <c:v>#N/A</c:v>
                </c:pt>
                <c:pt idx="588">
                  <c:v>1180.9378531073448</c:v>
                </c:pt>
                <c:pt idx="589">
                  <c:v>#N/A</c:v>
                </c:pt>
                <c:pt idx="590">
                  <c:v>#N/A</c:v>
                </c:pt>
                <c:pt idx="591">
                  <c:v>#N/A</c:v>
                </c:pt>
                <c:pt idx="592">
                  <c:v>#N/A</c:v>
                </c:pt>
                <c:pt idx="593">
                  <c:v>#N/A</c:v>
                </c:pt>
                <c:pt idx="594">
                  <c:v>#N/A</c:v>
                </c:pt>
                <c:pt idx="595">
                  <c:v>#N/A</c:v>
                </c:pt>
                <c:pt idx="596">
                  <c:v>#N/A</c:v>
                </c:pt>
                <c:pt idx="597">
                  <c:v>#N/A</c:v>
                </c:pt>
                <c:pt idx="598">
                  <c:v>#N/A</c:v>
                </c:pt>
                <c:pt idx="599">
                  <c:v>#N/A</c:v>
                </c:pt>
                <c:pt idx="600">
                  <c:v>#N/A</c:v>
                </c:pt>
                <c:pt idx="601">
                  <c:v>1158.5850860420649</c:v>
                </c:pt>
                <c:pt idx="602">
                  <c:v>#N/A</c:v>
                </c:pt>
                <c:pt idx="603">
                  <c:v>#N/A</c:v>
                </c:pt>
                <c:pt idx="604">
                  <c:v>#N/A</c:v>
                </c:pt>
                <c:pt idx="605">
                  <c:v>#N/A</c:v>
                </c:pt>
                <c:pt idx="606">
                  <c:v>#N/A</c:v>
                </c:pt>
                <c:pt idx="607">
                  <c:v>#N/A</c:v>
                </c:pt>
                <c:pt idx="608">
                  <c:v>#N/A</c:v>
                </c:pt>
                <c:pt idx="609">
                  <c:v>#N/A</c:v>
                </c:pt>
                <c:pt idx="610">
                  <c:v>#N/A</c:v>
                </c:pt>
                <c:pt idx="611">
                  <c:v>#N/A</c:v>
                </c:pt>
                <c:pt idx="612">
                  <c:v>#N/A</c:v>
                </c:pt>
                <c:pt idx="613">
                  <c:v>#N/A</c:v>
                </c:pt>
                <c:pt idx="614">
                  <c:v>1128.2779922779923</c:v>
                </c:pt>
                <c:pt idx="615">
                  <c:v>#N/A</c:v>
                </c:pt>
                <c:pt idx="616">
                  <c:v>#N/A</c:v>
                </c:pt>
                <c:pt idx="617">
                  <c:v>#N/A</c:v>
                </c:pt>
                <c:pt idx="618">
                  <c:v>#N/A</c:v>
                </c:pt>
                <c:pt idx="619">
                  <c:v>#N/A</c:v>
                </c:pt>
                <c:pt idx="620">
                  <c:v>#N/A</c:v>
                </c:pt>
                <c:pt idx="621">
                  <c:v>#N/A</c:v>
                </c:pt>
                <c:pt idx="622">
                  <c:v>#N/A</c:v>
                </c:pt>
                <c:pt idx="623">
                  <c:v>#N/A</c:v>
                </c:pt>
                <c:pt idx="624">
                  <c:v>#N/A</c:v>
                </c:pt>
                <c:pt idx="625">
                  <c:v>#N/A</c:v>
                </c:pt>
                <c:pt idx="626">
                  <c:v>#N/A</c:v>
                </c:pt>
                <c:pt idx="627">
                  <c:v>1139.2373831775701</c:v>
                </c:pt>
                <c:pt idx="628">
                  <c:v>#N/A</c:v>
                </c:pt>
                <c:pt idx="629">
                  <c:v>#N/A</c:v>
                </c:pt>
                <c:pt idx="630">
                  <c:v>#N/A</c:v>
                </c:pt>
                <c:pt idx="631">
                  <c:v>#N/A</c:v>
                </c:pt>
                <c:pt idx="632">
                  <c:v>#N/A</c:v>
                </c:pt>
                <c:pt idx="633">
                  <c:v>#N/A</c:v>
                </c:pt>
                <c:pt idx="634">
                  <c:v>#N/A</c:v>
                </c:pt>
                <c:pt idx="635">
                  <c:v>#N/A</c:v>
                </c:pt>
                <c:pt idx="636">
                  <c:v>#N/A</c:v>
                </c:pt>
                <c:pt idx="637">
                  <c:v>#N/A</c:v>
                </c:pt>
                <c:pt idx="638">
                  <c:v>#N/A</c:v>
                </c:pt>
                <c:pt idx="639">
                  <c:v>#N/A</c:v>
                </c:pt>
                <c:pt idx="640">
                  <c:v>1185.9900596421471</c:v>
                </c:pt>
                <c:pt idx="641">
                  <c:v>#N/A</c:v>
                </c:pt>
                <c:pt idx="642">
                  <c:v>#N/A</c:v>
                </c:pt>
                <c:pt idx="643">
                  <c:v>#N/A</c:v>
                </c:pt>
                <c:pt idx="644">
                  <c:v>#N/A</c:v>
                </c:pt>
                <c:pt idx="645">
                  <c:v>#N/A</c:v>
                </c:pt>
                <c:pt idx="646">
                  <c:v>#N/A</c:v>
                </c:pt>
                <c:pt idx="647">
                  <c:v>#N/A</c:v>
                </c:pt>
                <c:pt idx="648">
                  <c:v>#N/A</c:v>
                </c:pt>
                <c:pt idx="649">
                  <c:v>#N/A</c:v>
                </c:pt>
                <c:pt idx="650">
                  <c:v>#N/A</c:v>
                </c:pt>
                <c:pt idx="651">
                  <c:v>#N/A</c:v>
                </c:pt>
                <c:pt idx="652">
                  <c:v>#N/A</c:v>
                </c:pt>
                <c:pt idx="653">
                  <c:v>1224.0988671472708</c:v>
                </c:pt>
                <c:pt idx="654">
                  <c:v>#N/A</c:v>
                </c:pt>
                <c:pt idx="655">
                  <c:v>#N/A</c:v>
                </c:pt>
                <c:pt idx="656">
                  <c:v>#N/A</c:v>
                </c:pt>
                <c:pt idx="657">
                  <c:v>#N/A</c:v>
                </c:pt>
                <c:pt idx="658">
                  <c:v>#N/A</c:v>
                </c:pt>
                <c:pt idx="659">
                  <c:v>#N/A</c:v>
                </c:pt>
                <c:pt idx="660">
                  <c:v>#N/A</c:v>
                </c:pt>
                <c:pt idx="661">
                  <c:v>#N/A</c:v>
                </c:pt>
                <c:pt idx="662">
                  <c:v>#N/A</c:v>
                </c:pt>
                <c:pt idx="663">
                  <c:v>#N/A</c:v>
                </c:pt>
                <c:pt idx="664">
                  <c:v>#N/A</c:v>
                </c:pt>
                <c:pt idx="665">
                  <c:v>#N/A</c:v>
                </c:pt>
                <c:pt idx="666">
                  <c:v>1295.9741100323627</c:v>
                </c:pt>
                <c:pt idx="667">
                  <c:v>#N/A</c:v>
                </c:pt>
                <c:pt idx="668">
                  <c:v>#N/A</c:v>
                </c:pt>
                <c:pt idx="669">
                  <c:v>#N/A</c:v>
                </c:pt>
                <c:pt idx="670">
                  <c:v>#N/A</c:v>
                </c:pt>
                <c:pt idx="671">
                  <c:v>#N/A</c:v>
                </c:pt>
                <c:pt idx="672">
                  <c:v>#N/A</c:v>
                </c:pt>
                <c:pt idx="673">
                  <c:v>#N/A</c:v>
                </c:pt>
                <c:pt idx="674">
                  <c:v>#N/A</c:v>
                </c:pt>
                <c:pt idx="675">
                  <c:v>#N/A</c:v>
                </c:pt>
                <c:pt idx="676">
                  <c:v>#N/A</c:v>
                </c:pt>
                <c:pt idx="677">
                  <c:v>#N/A</c:v>
                </c:pt>
                <c:pt idx="678">
                  <c:v>#N/A</c:v>
                </c:pt>
                <c:pt idx="679">
                  <c:v>1293.7620578778135</c:v>
                </c:pt>
                <c:pt idx="680">
                  <c:v>#N/A</c:v>
                </c:pt>
                <c:pt idx="681">
                  <c:v>#N/A</c:v>
                </c:pt>
                <c:pt idx="682">
                  <c:v>#N/A</c:v>
                </c:pt>
                <c:pt idx="683">
                  <c:v>#N/A</c:v>
                </c:pt>
                <c:pt idx="684">
                  <c:v>#N/A</c:v>
                </c:pt>
                <c:pt idx="685">
                  <c:v>#N/A</c:v>
                </c:pt>
                <c:pt idx="686">
                  <c:v>#N/A</c:v>
                </c:pt>
                <c:pt idx="687">
                  <c:v>#N/A</c:v>
                </c:pt>
                <c:pt idx="688">
                  <c:v>#N/A</c:v>
                </c:pt>
                <c:pt idx="689">
                  <c:v>#N/A</c:v>
                </c:pt>
                <c:pt idx="690">
                  <c:v>#N/A</c:v>
                </c:pt>
                <c:pt idx="691">
                  <c:v>#N/A</c:v>
                </c:pt>
                <c:pt idx="692">
                  <c:v>1313.7391304347827</c:v>
                </c:pt>
                <c:pt idx="693">
                  <c:v>#N/A</c:v>
                </c:pt>
                <c:pt idx="694">
                  <c:v>#N/A</c:v>
                </c:pt>
                <c:pt idx="695">
                  <c:v>#N/A</c:v>
                </c:pt>
                <c:pt idx="696">
                  <c:v>#N/A</c:v>
                </c:pt>
                <c:pt idx="697">
                  <c:v>#N/A</c:v>
                </c:pt>
                <c:pt idx="698">
                  <c:v>#N/A</c:v>
                </c:pt>
                <c:pt idx="699">
                  <c:v>#N/A</c:v>
                </c:pt>
                <c:pt idx="700">
                  <c:v>#N/A</c:v>
                </c:pt>
                <c:pt idx="701">
                  <c:v>#N/A</c:v>
                </c:pt>
                <c:pt idx="702">
                  <c:v>#N/A</c:v>
                </c:pt>
                <c:pt idx="703">
                  <c:v>#N/A</c:v>
                </c:pt>
                <c:pt idx="704">
                  <c:v>#N/A</c:v>
                </c:pt>
                <c:pt idx="705">
                  <c:v>1313.2467248908297</c:v>
                </c:pt>
                <c:pt idx="706">
                  <c:v>#N/A</c:v>
                </c:pt>
                <c:pt idx="707">
                  <c:v>#N/A</c:v>
                </c:pt>
                <c:pt idx="708">
                  <c:v>#N/A</c:v>
                </c:pt>
                <c:pt idx="709">
                  <c:v>#N/A</c:v>
                </c:pt>
                <c:pt idx="710">
                  <c:v>#N/A</c:v>
                </c:pt>
                <c:pt idx="711">
                  <c:v>#N/A</c:v>
                </c:pt>
                <c:pt idx="712">
                  <c:v>#N/A</c:v>
                </c:pt>
                <c:pt idx="713">
                  <c:v>#N/A</c:v>
                </c:pt>
                <c:pt idx="714">
                  <c:v>#N/A</c:v>
                </c:pt>
                <c:pt idx="715">
                  <c:v>#N/A</c:v>
                </c:pt>
                <c:pt idx="716">
                  <c:v>#N/A</c:v>
                </c:pt>
                <c:pt idx="717">
                  <c:v>#N/A</c:v>
                </c:pt>
                <c:pt idx="718">
                  <c:v>1326.9435215946844</c:v>
                </c:pt>
                <c:pt idx="719">
                  <c:v>#N/A</c:v>
                </c:pt>
                <c:pt idx="720">
                  <c:v>#N/A</c:v>
                </c:pt>
                <c:pt idx="721">
                  <c:v>#N/A</c:v>
                </c:pt>
                <c:pt idx="722">
                  <c:v>#N/A</c:v>
                </c:pt>
                <c:pt idx="723">
                  <c:v>#N/A</c:v>
                </c:pt>
                <c:pt idx="724">
                  <c:v>#N/A</c:v>
                </c:pt>
                <c:pt idx="725">
                  <c:v>#N/A</c:v>
                </c:pt>
                <c:pt idx="726">
                  <c:v>#N/A</c:v>
                </c:pt>
                <c:pt idx="727">
                  <c:v>#N/A</c:v>
                </c:pt>
                <c:pt idx="728">
                  <c:v>#N/A</c:v>
                </c:pt>
                <c:pt idx="729">
                  <c:v>#N/A</c:v>
                </c:pt>
                <c:pt idx="730">
                  <c:v>#N/A</c:v>
                </c:pt>
                <c:pt idx="731">
                  <c:v>1299.052060737527</c:v>
                </c:pt>
                <c:pt idx="732">
                  <c:v>#N/A</c:v>
                </c:pt>
                <c:pt idx="733">
                  <c:v>#N/A</c:v>
                </c:pt>
                <c:pt idx="734">
                  <c:v>#N/A</c:v>
                </c:pt>
                <c:pt idx="735">
                  <c:v>#N/A</c:v>
                </c:pt>
                <c:pt idx="736">
                  <c:v>#N/A</c:v>
                </c:pt>
                <c:pt idx="737">
                  <c:v>#N/A</c:v>
                </c:pt>
                <c:pt idx="738">
                  <c:v>#N/A</c:v>
                </c:pt>
                <c:pt idx="739">
                  <c:v>#N/A</c:v>
                </c:pt>
                <c:pt idx="740">
                  <c:v>#N/A</c:v>
                </c:pt>
                <c:pt idx="741">
                  <c:v>#N/A</c:v>
                </c:pt>
                <c:pt idx="742">
                  <c:v>#N/A</c:v>
                </c:pt>
                <c:pt idx="743">
                  <c:v>#N/A</c:v>
                </c:pt>
                <c:pt idx="744">
                  <c:v>1337.0264423076922</c:v>
                </c:pt>
                <c:pt idx="745">
                  <c:v>#N/A</c:v>
                </c:pt>
                <c:pt idx="746">
                  <c:v>#N/A</c:v>
                </c:pt>
                <c:pt idx="747">
                  <c:v>#N/A</c:v>
                </c:pt>
                <c:pt idx="748">
                  <c:v>#N/A</c:v>
                </c:pt>
                <c:pt idx="749">
                  <c:v>#N/A</c:v>
                </c:pt>
                <c:pt idx="750">
                  <c:v>#N/A</c:v>
                </c:pt>
                <c:pt idx="751">
                  <c:v>#N/A</c:v>
                </c:pt>
                <c:pt idx="752">
                  <c:v>#N/A</c:v>
                </c:pt>
                <c:pt idx="753">
                  <c:v>#N/A</c:v>
                </c:pt>
                <c:pt idx="754">
                  <c:v>#N/A</c:v>
                </c:pt>
                <c:pt idx="755">
                  <c:v>#N/A</c:v>
                </c:pt>
                <c:pt idx="756">
                  <c:v>#N/A</c:v>
                </c:pt>
                <c:pt idx="757">
                  <c:v>1288.2985074626865</c:v>
                </c:pt>
                <c:pt idx="758">
                  <c:v>#N/A</c:v>
                </c:pt>
                <c:pt idx="759">
                  <c:v>#N/A</c:v>
                </c:pt>
                <c:pt idx="760">
                  <c:v>#N/A</c:v>
                </c:pt>
                <c:pt idx="761">
                  <c:v>#N/A</c:v>
                </c:pt>
                <c:pt idx="762">
                  <c:v>#N/A</c:v>
                </c:pt>
                <c:pt idx="763">
                  <c:v>#N/A</c:v>
                </c:pt>
                <c:pt idx="764">
                  <c:v>#N/A</c:v>
                </c:pt>
                <c:pt idx="765">
                  <c:v>#N/A</c:v>
                </c:pt>
                <c:pt idx="766">
                  <c:v>#N/A</c:v>
                </c:pt>
                <c:pt idx="767">
                  <c:v>#N/A</c:v>
                </c:pt>
                <c:pt idx="768">
                  <c:v>#N/A</c:v>
                </c:pt>
                <c:pt idx="769">
                  <c:v>#N/A</c:v>
                </c:pt>
                <c:pt idx="770">
                  <c:v>1302.549346016647</c:v>
                </c:pt>
                <c:pt idx="771">
                  <c:v>#N/A</c:v>
                </c:pt>
                <c:pt idx="772">
                  <c:v>#N/A</c:v>
                </c:pt>
                <c:pt idx="773">
                  <c:v>#N/A</c:v>
                </c:pt>
                <c:pt idx="774">
                  <c:v>#N/A</c:v>
                </c:pt>
                <c:pt idx="775">
                  <c:v>#N/A</c:v>
                </c:pt>
                <c:pt idx="776">
                  <c:v>#N/A</c:v>
                </c:pt>
                <c:pt idx="777">
                  <c:v>#N/A</c:v>
                </c:pt>
                <c:pt idx="778">
                  <c:v>#N/A</c:v>
                </c:pt>
                <c:pt idx="779">
                  <c:v>#N/A</c:v>
                </c:pt>
                <c:pt idx="780">
                  <c:v>#N/A</c:v>
                </c:pt>
                <c:pt idx="781">
                  <c:v>#N/A</c:v>
                </c:pt>
                <c:pt idx="782">
                  <c:v>#N/A</c:v>
                </c:pt>
                <c:pt idx="783">
                  <c:v>1315.7249070631972</c:v>
                </c:pt>
                <c:pt idx="784">
                  <c:v>#N/A</c:v>
                </c:pt>
                <c:pt idx="785">
                  <c:v>#N/A</c:v>
                </c:pt>
                <c:pt idx="786">
                  <c:v>#N/A</c:v>
                </c:pt>
                <c:pt idx="787">
                  <c:v>#N/A</c:v>
                </c:pt>
                <c:pt idx="788">
                  <c:v>#N/A</c:v>
                </c:pt>
                <c:pt idx="789">
                  <c:v>#N/A</c:v>
                </c:pt>
                <c:pt idx="790">
                  <c:v>#N/A</c:v>
                </c:pt>
                <c:pt idx="791">
                  <c:v>#N/A</c:v>
                </c:pt>
                <c:pt idx="792">
                  <c:v>#N/A</c:v>
                </c:pt>
                <c:pt idx="793">
                  <c:v>#N/A</c:v>
                </c:pt>
                <c:pt idx="794">
                  <c:v>#N/A</c:v>
                </c:pt>
                <c:pt idx="795">
                  <c:v>#N/A</c:v>
                </c:pt>
                <c:pt idx="796">
                  <c:v>#N/A</c:v>
                </c:pt>
                <c:pt idx="797">
                  <c:v>1359.1397616468039</c:v>
                </c:pt>
                <c:pt idx="798">
                  <c:v>#N/A</c:v>
                </c:pt>
                <c:pt idx="799">
                  <c:v>#N/A</c:v>
                </c:pt>
                <c:pt idx="800">
                  <c:v>#N/A</c:v>
                </c:pt>
                <c:pt idx="801">
                  <c:v>#N/A</c:v>
                </c:pt>
                <c:pt idx="802">
                  <c:v>#N/A</c:v>
                </c:pt>
                <c:pt idx="803">
                  <c:v>#N/A</c:v>
                </c:pt>
                <c:pt idx="804">
                  <c:v>#N/A</c:v>
                </c:pt>
                <c:pt idx="805">
                  <c:v>#N/A</c:v>
                </c:pt>
                <c:pt idx="806">
                  <c:v>#N/A</c:v>
                </c:pt>
                <c:pt idx="807">
                  <c:v>#N/A</c:v>
                </c:pt>
                <c:pt idx="808">
                  <c:v>#N/A</c:v>
                </c:pt>
                <c:pt idx="809">
                  <c:v>#N/A</c:v>
                </c:pt>
                <c:pt idx="810">
                  <c:v>1302.7737843551795</c:v>
                </c:pt>
                <c:pt idx="811">
                  <c:v>#N/A</c:v>
                </c:pt>
                <c:pt idx="812">
                  <c:v>#N/A</c:v>
                </c:pt>
                <c:pt idx="813">
                  <c:v>#N/A</c:v>
                </c:pt>
                <c:pt idx="814">
                  <c:v>#N/A</c:v>
                </c:pt>
                <c:pt idx="815">
                  <c:v>#N/A</c:v>
                </c:pt>
                <c:pt idx="816">
                  <c:v>#N/A</c:v>
                </c:pt>
                <c:pt idx="817">
                  <c:v>#N/A</c:v>
                </c:pt>
                <c:pt idx="818">
                  <c:v>#N/A</c:v>
                </c:pt>
                <c:pt idx="819">
                  <c:v>#N/A</c:v>
                </c:pt>
                <c:pt idx="820">
                  <c:v>#N/A</c:v>
                </c:pt>
                <c:pt idx="821">
                  <c:v>#N/A</c:v>
                </c:pt>
                <c:pt idx="822">
                  <c:v>1262.1538461538462</c:v>
                </c:pt>
                <c:pt idx="823">
                  <c:v>#N/A</c:v>
                </c:pt>
                <c:pt idx="824">
                  <c:v>#N/A</c:v>
                </c:pt>
                <c:pt idx="825">
                  <c:v>#N/A</c:v>
                </c:pt>
                <c:pt idx="826">
                  <c:v>#N/A</c:v>
                </c:pt>
                <c:pt idx="827">
                  <c:v>#N/A</c:v>
                </c:pt>
                <c:pt idx="828">
                  <c:v>#N/A</c:v>
                </c:pt>
                <c:pt idx="829">
                  <c:v>#N/A</c:v>
                </c:pt>
                <c:pt idx="830">
                  <c:v>#N/A</c:v>
                </c:pt>
                <c:pt idx="831">
                  <c:v>#N/A</c:v>
                </c:pt>
                <c:pt idx="832">
                  <c:v>#N/A</c:v>
                </c:pt>
                <c:pt idx="833">
                  <c:v>#N/A</c:v>
                </c:pt>
                <c:pt idx="834">
                  <c:v>#N/A</c:v>
                </c:pt>
                <c:pt idx="835">
                  <c:v>#N/A</c:v>
                </c:pt>
                <c:pt idx="836">
                  <c:v>1218.8778877887787</c:v>
                </c:pt>
                <c:pt idx="837">
                  <c:v>#N/A</c:v>
                </c:pt>
                <c:pt idx="838">
                  <c:v>#N/A</c:v>
                </c:pt>
                <c:pt idx="839">
                  <c:v>#N/A</c:v>
                </c:pt>
                <c:pt idx="840">
                  <c:v>#N/A</c:v>
                </c:pt>
                <c:pt idx="841">
                  <c:v>#N/A</c:v>
                </c:pt>
                <c:pt idx="842">
                  <c:v>#N/A</c:v>
                </c:pt>
                <c:pt idx="843">
                  <c:v>#N/A</c:v>
                </c:pt>
                <c:pt idx="844">
                  <c:v>#N/A</c:v>
                </c:pt>
                <c:pt idx="845">
                  <c:v>#N/A</c:v>
                </c:pt>
                <c:pt idx="846">
                  <c:v>#N/A</c:v>
                </c:pt>
                <c:pt idx="847">
                  <c:v>#N/A</c:v>
                </c:pt>
                <c:pt idx="848">
                  <c:v>#N/A</c:v>
                </c:pt>
                <c:pt idx="849">
                  <c:v>1172.7728813559322</c:v>
                </c:pt>
                <c:pt idx="850">
                  <c:v>#N/A</c:v>
                </c:pt>
                <c:pt idx="851">
                  <c:v>#N/A</c:v>
                </c:pt>
                <c:pt idx="852">
                  <c:v>#N/A</c:v>
                </c:pt>
                <c:pt idx="853">
                  <c:v>#N/A</c:v>
                </c:pt>
                <c:pt idx="854">
                  <c:v>#N/A</c:v>
                </c:pt>
                <c:pt idx="855">
                  <c:v>#N/A</c:v>
                </c:pt>
                <c:pt idx="856">
                  <c:v>#N/A</c:v>
                </c:pt>
                <c:pt idx="857">
                  <c:v>#N/A</c:v>
                </c:pt>
                <c:pt idx="858">
                  <c:v>#N/A</c:v>
                </c:pt>
                <c:pt idx="859">
                  <c:v>#N/A</c:v>
                </c:pt>
                <c:pt idx="860">
                  <c:v>#N/A</c:v>
                </c:pt>
                <c:pt idx="861">
                  <c:v>#N/A</c:v>
                </c:pt>
                <c:pt idx="862">
                  <c:v>1077.9174603174604</c:v>
                </c:pt>
                <c:pt idx="863">
                  <c:v>#N/A</c:v>
                </c:pt>
                <c:pt idx="864">
                  <c:v>#N/A</c:v>
                </c:pt>
                <c:pt idx="865">
                  <c:v>#N/A</c:v>
                </c:pt>
                <c:pt idx="866">
                  <c:v>#N/A</c:v>
                </c:pt>
                <c:pt idx="867">
                  <c:v>#N/A</c:v>
                </c:pt>
                <c:pt idx="868">
                  <c:v>#N/A</c:v>
                </c:pt>
                <c:pt idx="869">
                  <c:v>#N/A</c:v>
                </c:pt>
                <c:pt idx="870">
                  <c:v>#N/A</c:v>
                </c:pt>
                <c:pt idx="871">
                  <c:v>#N/A</c:v>
                </c:pt>
                <c:pt idx="872">
                  <c:v>#N/A</c:v>
                </c:pt>
                <c:pt idx="873">
                  <c:v>#N/A</c:v>
                </c:pt>
                <c:pt idx="874">
                  <c:v>1037.6793422404933</c:v>
                </c:pt>
                <c:pt idx="875">
                  <c:v>#N/A</c:v>
                </c:pt>
                <c:pt idx="876">
                  <c:v>#N/A</c:v>
                </c:pt>
                <c:pt idx="877">
                  <c:v>#N/A</c:v>
                </c:pt>
                <c:pt idx="878">
                  <c:v>#N/A</c:v>
                </c:pt>
                <c:pt idx="879">
                  <c:v>#N/A</c:v>
                </c:pt>
                <c:pt idx="880">
                  <c:v>#N/A</c:v>
                </c:pt>
                <c:pt idx="881">
                  <c:v>#N/A</c:v>
                </c:pt>
                <c:pt idx="882">
                  <c:v>#N/A</c:v>
                </c:pt>
                <c:pt idx="883">
                  <c:v>#N/A</c:v>
                </c:pt>
                <c:pt idx="884">
                  <c:v>#N/A</c:v>
                </c:pt>
                <c:pt idx="885">
                  <c:v>#N/A</c:v>
                </c:pt>
                <c:pt idx="886">
                  <c:v>#N/A</c:v>
                </c:pt>
                <c:pt idx="887">
                  <c:v>#N/A</c:v>
                </c:pt>
                <c:pt idx="888">
                  <c:v>934.5193370165747</c:v>
                </c:pt>
                <c:pt idx="889">
                  <c:v>#N/A</c:v>
                </c:pt>
                <c:pt idx="890">
                  <c:v>#N/A</c:v>
                </c:pt>
                <c:pt idx="891">
                  <c:v>#N/A</c:v>
                </c:pt>
                <c:pt idx="892">
                  <c:v>#N/A</c:v>
                </c:pt>
                <c:pt idx="893">
                  <c:v>#N/A</c:v>
                </c:pt>
                <c:pt idx="894">
                  <c:v>#N/A</c:v>
                </c:pt>
                <c:pt idx="89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D93-4116-BDF0-1C3A36FCD2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20572288"/>
        <c:axId val="520573464"/>
      </c:lineChart>
      <c:dateAx>
        <c:axId val="520572288"/>
        <c:scaling>
          <c:orientation val="minMax"/>
          <c:min val="41640"/>
        </c:scaling>
        <c:delete val="0"/>
        <c:axPos val="b"/>
        <c:numFmt formatCode="yy\.mm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  <a:effectLst/>
        </c:spPr>
        <c:crossAx val="520573464"/>
        <c:crosses val="autoZero"/>
        <c:auto val="1"/>
        <c:lblOffset val="100"/>
        <c:baseTimeUnit val="days"/>
        <c:majorUnit val="2"/>
        <c:majorTimeUnit val="years"/>
        <c:minorUnit val="1"/>
        <c:minorTimeUnit val="years"/>
      </c:dateAx>
      <c:valAx>
        <c:axId val="520573464"/>
        <c:scaling>
          <c:orientation val="minMax"/>
        </c:scaling>
        <c:delete val="0"/>
        <c:axPos val="l"/>
        <c:numFmt formatCode="#,##0_)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  <a:effectLst/>
        </c:spPr>
        <c:crossAx val="520572288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12576717171717169"/>
          <c:y val="3.5652777777777769E-2"/>
          <c:w val="0.86094991584621383"/>
          <c:h val="0.1325711901075127"/>
        </c:manualLayout>
      </c:layout>
      <c:overlay val="0"/>
      <c:spPr>
        <a:noFill/>
        <a:ln w="25400">
          <a:noFill/>
        </a:ln>
        <a:effectLst/>
      </c:spPr>
    </c:legend>
    <c:plotVisOnly val="1"/>
    <c:dispBlanksAs val="gap"/>
    <c:showDLblsOverMax val="0"/>
  </c:chart>
  <c:spPr>
    <a:noFill/>
    <a:ln w="25400">
      <a:noFill/>
    </a:ln>
    <a:extLst>
      <a:ext uri="{909E8E84-426E-40DD-AFC4-6F175D3DCCD1}">
        <a14:hiddenFill xmlns:a14="http://schemas.microsoft.com/office/drawing/2010/main">
          <a:solidFill>
            <a:srgbClr val="FFFFFF"/>
          </a:solidFill>
        </a14:hiddenFill>
      </a:ext>
    </a:extLst>
  </c:spPr>
  <c:txPr>
    <a:bodyPr/>
    <a:lstStyle/>
    <a:p>
      <a:pPr>
        <a:defRPr sz="800" u="none" strike="noStrike" baseline="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032777777777778"/>
          <c:y val="0.13926805555555555"/>
          <c:w val="0.84066565656565662"/>
          <c:h val="0.74699305555555551"/>
        </c:manualLayout>
      </c:layout>
      <c:lineChart>
        <c:grouping val="standard"/>
        <c:varyColors val="0"/>
        <c:ser>
          <c:idx val="0"/>
          <c:order val="0"/>
          <c:tx>
            <c:strRef>
              <c:f>data!$B$9</c:f>
              <c:strCache>
                <c:ptCount val="1"/>
                <c:pt idx="0">
                  <c:v>코스피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</c:spPr>
          <c:marker>
            <c:symbol val="none"/>
          </c:marker>
          <c:cat>
            <c:numRef>
              <c:f>data!$A$15:$A$1000</c:f>
              <c:numCache>
                <c:formatCode>m/d/yyyy</c:formatCode>
                <c:ptCount val="986"/>
                <c:pt idx="0">
                  <c:v>46303</c:v>
                </c:pt>
                <c:pt idx="1">
                  <c:v>46297</c:v>
                </c:pt>
                <c:pt idx="2">
                  <c:v>46288</c:v>
                </c:pt>
                <c:pt idx="3">
                  <c:v>46283</c:v>
                </c:pt>
                <c:pt idx="4">
                  <c:v>46276</c:v>
                </c:pt>
                <c:pt idx="5">
                  <c:v>46269</c:v>
                </c:pt>
                <c:pt idx="6">
                  <c:v>46262</c:v>
                </c:pt>
                <c:pt idx="7">
                  <c:v>46255</c:v>
                </c:pt>
                <c:pt idx="8">
                  <c:v>46248</c:v>
                </c:pt>
                <c:pt idx="9">
                  <c:v>46241</c:v>
                </c:pt>
                <c:pt idx="10">
                  <c:v>46234</c:v>
                </c:pt>
                <c:pt idx="11">
                  <c:v>46227</c:v>
                </c:pt>
                <c:pt idx="12">
                  <c:v>46219</c:v>
                </c:pt>
                <c:pt idx="13">
                  <c:v>46213</c:v>
                </c:pt>
                <c:pt idx="14">
                  <c:v>46206</c:v>
                </c:pt>
                <c:pt idx="15">
                  <c:v>46199</c:v>
                </c:pt>
                <c:pt idx="16">
                  <c:v>46192</c:v>
                </c:pt>
                <c:pt idx="17">
                  <c:v>46185</c:v>
                </c:pt>
                <c:pt idx="18">
                  <c:v>46178</c:v>
                </c:pt>
                <c:pt idx="19">
                  <c:v>46171</c:v>
                </c:pt>
                <c:pt idx="20">
                  <c:v>46164</c:v>
                </c:pt>
                <c:pt idx="21">
                  <c:v>46157</c:v>
                </c:pt>
                <c:pt idx="22">
                  <c:v>46150</c:v>
                </c:pt>
                <c:pt idx="23">
                  <c:v>46142</c:v>
                </c:pt>
                <c:pt idx="24">
                  <c:v>46136</c:v>
                </c:pt>
                <c:pt idx="25">
                  <c:v>46129</c:v>
                </c:pt>
                <c:pt idx="26">
                  <c:v>46122</c:v>
                </c:pt>
                <c:pt idx="27">
                  <c:v>46115</c:v>
                </c:pt>
                <c:pt idx="28">
                  <c:v>46108</c:v>
                </c:pt>
                <c:pt idx="29">
                  <c:v>46101</c:v>
                </c:pt>
                <c:pt idx="30">
                  <c:v>46094</c:v>
                </c:pt>
                <c:pt idx="31">
                  <c:v>46087</c:v>
                </c:pt>
                <c:pt idx="32">
                  <c:v>46080</c:v>
                </c:pt>
                <c:pt idx="33">
                  <c:v>46073</c:v>
                </c:pt>
                <c:pt idx="34">
                  <c:v>46066</c:v>
                </c:pt>
                <c:pt idx="35">
                  <c:v>46059</c:v>
                </c:pt>
                <c:pt idx="36">
                  <c:v>46052</c:v>
                </c:pt>
                <c:pt idx="37">
                  <c:v>46045</c:v>
                </c:pt>
                <c:pt idx="38">
                  <c:v>46038</c:v>
                </c:pt>
                <c:pt idx="39">
                  <c:v>46031</c:v>
                </c:pt>
                <c:pt idx="40">
                  <c:v>46024</c:v>
                </c:pt>
                <c:pt idx="41">
                  <c:v>46017</c:v>
                </c:pt>
                <c:pt idx="42">
                  <c:v>46010</c:v>
                </c:pt>
                <c:pt idx="43">
                  <c:v>46003</c:v>
                </c:pt>
                <c:pt idx="44">
                  <c:v>45996</c:v>
                </c:pt>
                <c:pt idx="45">
                  <c:v>45989</c:v>
                </c:pt>
                <c:pt idx="46">
                  <c:v>45982</c:v>
                </c:pt>
                <c:pt idx="47">
                  <c:v>45975</c:v>
                </c:pt>
                <c:pt idx="48">
                  <c:v>45968</c:v>
                </c:pt>
                <c:pt idx="49">
                  <c:v>45961</c:v>
                </c:pt>
                <c:pt idx="50">
                  <c:v>45954</c:v>
                </c:pt>
                <c:pt idx="51">
                  <c:v>45947</c:v>
                </c:pt>
                <c:pt idx="52">
                  <c:v>45940</c:v>
                </c:pt>
                <c:pt idx="53">
                  <c:v>45932</c:v>
                </c:pt>
                <c:pt idx="54">
                  <c:v>45926</c:v>
                </c:pt>
                <c:pt idx="55">
                  <c:v>45919</c:v>
                </c:pt>
                <c:pt idx="56">
                  <c:v>45912</c:v>
                </c:pt>
                <c:pt idx="57">
                  <c:v>45905</c:v>
                </c:pt>
                <c:pt idx="58">
                  <c:v>45898</c:v>
                </c:pt>
                <c:pt idx="59">
                  <c:v>45891</c:v>
                </c:pt>
                <c:pt idx="60">
                  <c:v>45883</c:v>
                </c:pt>
                <c:pt idx="61">
                  <c:v>45877</c:v>
                </c:pt>
                <c:pt idx="62">
                  <c:v>45870</c:v>
                </c:pt>
                <c:pt idx="63">
                  <c:v>45863</c:v>
                </c:pt>
                <c:pt idx="64">
                  <c:v>45856</c:v>
                </c:pt>
                <c:pt idx="65">
                  <c:v>45849</c:v>
                </c:pt>
                <c:pt idx="66">
                  <c:v>45842</c:v>
                </c:pt>
                <c:pt idx="67">
                  <c:v>45835</c:v>
                </c:pt>
                <c:pt idx="68">
                  <c:v>45828</c:v>
                </c:pt>
                <c:pt idx="69">
                  <c:v>45821</c:v>
                </c:pt>
                <c:pt idx="70">
                  <c:v>45813</c:v>
                </c:pt>
                <c:pt idx="71">
                  <c:v>45807</c:v>
                </c:pt>
                <c:pt idx="72">
                  <c:v>45800</c:v>
                </c:pt>
                <c:pt idx="73">
                  <c:v>45793</c:v>
                </c:pt>
                <c:pt idx="74">
                  <c:v>45786</c:v>
                </c:pt>
                <c:pt idx="75">
                  <c:v>45779</c:v>
                </c:pt>
                <c:pt idx="76">
                  <c:v>45772</c:v>
                </c:pt>
                <c:pt idx="77">
                  <c:v>45765</c:v>
                </c:pt>
                <c:pt idx="78">
                  <c:v>45758</c:v>
                </c:pt>
                <c:pt idx="79">
                  <c:v>45751</c:v>
                </c:pt>
                <c:pt idx="80">
                  <c:v>45744</c:v>
                </c:pt>
                <c:pt idx="81">
                  <c:v>45737</c:v>
                </c:pt>
                <c:pt idx="82">
                  <c:v>45730</c:v>
                </c:pt>
                <c:pt idx="83">
                  <c:v>45723</c:v>
                </c:pt>
                <c:pt idx="84">
                  <c:v>45716</c:v>
                </c:pt>
                <c:pt idx="85">
                  <c:v>45709</c:v>
                </c:pt>
                <c:pt idx="86">
                  <c:v>45702</c:v>
                </c:pt>
                <c:pt idx="87">
                  <c:v>45695</c:v>
                </c:pt>
                <c:pt idx="88">
                  <c:v>45688</c:v>
                </c:pt>
                <c:pt idx="89">
                  <c:v>45681</c:v>
                </c:pt>
                <c:pt idx="90">
                  <c:v>45674</c:v>
                </c:pt>
                <c:pt idx="91">
                  <c:v>45667</c:v>
                </c:pt>
                <c:pt idx="92">
                  <c:v>45660</c:v>
                </c:pt>
                <c:pt idx="93">
                  <c:v>45653</c:v>
                </c:pt>
                <c:pt idx="94">
                  <c:v>45646</c:v>
                </c:pt>
                <c:pt idx="95">
                  <c:v>45639</c:v>
                </c:pt>
                <c:pt idx="96">
                  <c:v>45632</c:v>
                </c:pt>
                <c:pt idx="97">
                  <c:v>45625</c:v>
                </c:pt>
                <c:pt idx="98">
                  <c:v>45618</c:v>
                </c:pt>
                <c:pt idx="99">
                  <c:v>45611</c:v>
                </c:pt>
                <c:pt idx="100">
                  <c:v>45604</c:v>
                </c:pt>
                <c:pt idx="101">
                  <c:v>45597</c:v>
                </c:pt>
                <c:pt idx="102">
                  <c:v>45590</c:v>
                </c:pt>
                <c:pt idx="103">
                  <c:v>45583</c:v>
                </c:pt>
                <c:pt idx="104">
                  <c:v>45576</c:v>
                </c:pt>
                <c:pt idx="105">
                  <c:v>45569</c:v>
                </c:pt>
                <c:pt idx="106">
                  <c:v>45562</c:v>
                </c:pt>
                <c:pt idx="107">
                  <c:v>45555</c:v>
                </c:pt>
                <c:pt idx="108">
                  <c:v>45548</c:v>
                </c:pt>
                <c:pt idx="109">
                  <c:v>45541</c:v>
                </c:pt>
                <c:pt idx="110">
                  <c:v>45534</c:v>
                </c:pt>
                <c:pt idx="111">
                  <c:v>45527</c:v>
                </c:pt>
                <c:pt idx="112">
                  <c:v>45520</c:v>
                </c:pt>
                <c:pt idx="113">
                  <c:v>45513</c:v>
                </c:pt>
                <c:pt idx="114">
                  <c:v>45506</c:v>
                </c:pt>
                <c:pt idx="115">
                  <c:v>45499</c:v>
                </c:pt>
                <c:pt idx="116">
                  <c:v>45492</c:v>
                </c:pt>
                <c:pt idx="117">
                  <c:v>45485</c:v>
                </c:pt>
                <c:pt idx="118">
                  <c:v>45478</c:v>
                </c:pt>
                <c:pt idx="119">
                  <c:v>45471</c:v>
                </c:pt>
                <c:pt idx="120">
                  <c:v>45464</c:v>
                </c:pt>
                <c:pt idx="121">
                  <c:v>45457</c:v>
                </c:pt>
                <c:pt idx="122">
                  <c:v>45450</c:v>
                </c:pt>
                <c:pt idx="123">
                  <c:v>45443</c:v>
                </c:pt>
                <c:pt idx="124">
                  <c:v>45436</c:v>
                </c:pt>
                <c:pt idx="125">
                  <c:v>45429</c:v>
                </c:pt>
                <c:pt idx="126">
                  <c:v>45422</c:v>
                </c:pt>
                <c:pt idx="127">
                  <c:v>45415</c:v>
                </c:pt>
                <c:pt idx="128">
                  <c:v>45408</c:v>
                </c:pt>
                <c:pt idx="129">
                  <c:v>45401</c:v>
                </c:pt>
                <c:pt idx="130">
                  <c:v>45394</c:v>
                </c:pt>
                <c:pt idx="131">
                  <c:v>45387</c:v>
                </c:pt>
                <c:pt idx="132">
                  <c:v>45380</c:v>
                </c:pt>
                <c:pt idx="133">
                  <c:v>45373</c:v>
                </c:pt>
                <c:pt idx="134">
                  <c:v>45366</c:v>
                </c:pt>
                <c:pt idx="135">
                  <c:v>45359</c:v>
                </c:pt>
                <c:pt idx="136">
                  <c:v>45351</c:v>
                </c:pt>
                <c:pt idx="137">
                  <c:v>45345</c:v>
                </c:pt>
                <c:pt idx="138">
                  <c:v>45338</c:v>
                </c:pt>
                <c:pt idx="139">
                  <c:v>45330</c:v>
                </c:pt>
                <c:pt idx="140">
                  <c:v>45324</c:v>
                </c:pt>
                <c:pt idx="141">
                  <c:v>45317</c:v>
                </c:pt>
                <c:pt idx="142">
                  <c:v>45310</c:v>
                </c:pt>
                <c:pt idx="143">
                  <c:v>45303</c:v>
                </c:pt>
                <c:pt idx="144">
                  <c:v>45296</c:v>
                </c:pt>
                <c:pt idx="145">
                  <c:v>45288</c:v>
                </c:pt>
                <c:pt idx="146">
                  <c:v>45282</c:v>
                </c:pt>
                <c:pt idx="147">
                  <c:v>45275</c:v>
                </c:pt>
                <c:pt idx="148">
                  <c:v>45268</c:v>
                </c:pt>
                <c:pt idx="149">
                  <c:v>45261</c:v>
                </c:pt>
                <c:pt idx="150">
                  <c:v>45254</c:v>
                </c:pt>
                <c:pt idx="151">
                  <c:v>45247</c:v>
                </c:pt>
                <c:pt idx="152">
                  <c:v>45240</c:v>
                </c:pt>
                <c:pt idx="153">
                  <c:v>45233</c:v>
                </c:pt>
                <c:pt idx="154">
                  <c:v>45226</c:v>
                </c:pt>
                <c:pt idx="155">
                  <c:v>45219</c:v>
                </c:pt>
                <c:pt idx="156">
                  <c:v>45212</c:v>
                </c:pt>
                <c:pt idx="157">
                  <c:v>45205</c:v>
                </c:pt>
                <c:pt idx="158">
                  <c:v>45196</c:v>
                </c:pt>
                <c:pt idx="159">
                  <c:v>45191</c:v>
                </c:pt>
                <c:pt idx="160">
                  <c:v>45184</c:v>
                </c:pt>
                <c:pt idx="161">
                  <c:v>45177</c:v>
                </c:pt>
                <c:pt idx="162">
                  <c:v>45170</c:v>
                </c:pt>
                <c:pt idx="163">
                  <c:v>45163</c:v>
                </c:pt>
                <c:pt idx="164">
                  <c:v>45156</c:v>
                </c:pt>
                <c:pt idx="165">
                  <c:v>45149</c:v>
                </c:pt>
                <c:pt idx="166">
                  <c:v>45142</c:v>
                </c:pt>
                <c:pt idx="167">
                  <c:v>45135</c:v>
                </c:pt>
                <c:pt idx="168">
                  <c:v>45128</c:v>
                </c:pt>
                <c:pt idx="169">
                  <c:v>45121</c:v>
                </c:pt>
                <c:pt idx="170">
                  <c:v>45114</c:v>
                </c:pt>
                <c:pt idx="171">
                  <c:v>45107</c:v>
                </c:pt>
                <c:pt idx="172">
                  <c:v>45100</c:v>
                </c:pt>
                <c:pt idx="173">
                  <c:v>45093</c:v>
                </c:pt>
                <c:pt idx="174">
                  <c:v>45086</c:v>
                </c:pt>
                <c:pt idx="175">
                  <c:v>45079</c:v>
                </c:pt>
                <c:pt idx="176">
                  <c:v>45072</c:v>
                </c:pt>
                <c:pt idx="177">
                  <c:v>45065</c:v>
                </c:pt>
                <c:pt idx="178">
                  <c:v>45058</c:v>
                </c:pt>
                <c:pt idx="179">
                  <c:v>45050</c:v>
                </c:pt>
                <c:pt idx="180">
                  <c:v>45044</c:v>
                </c:pt>
                <c:pt idx="181">
                  <c:v>45037</c:v>
                </c:pt>
                <c:pt idx="182">
                  <c:v>45030</c:v>
                </c:pt>
                <c:pt idx="183">
                  <c:v>45023</c:v>
                </c:pt>
                <c:pt idx="184">
                  <c:v>45016</c:v>
                </c:pt>
                <c:pt idx="185">
                  <c:v>45009</c:v>
                </c:pt>
                <c:pt idx="186">
                  <c:v>45002</c:v>
                </c:pt>
                <c:pt idx="187">
                  <c:v>44995</c:v>
                </c:pt>
                <c:pt idx="188">
                  <c:v>44988</c:v>
                </c:pt>
                <c:pt idx="189">
                  <c:v>44981</c:v>
                </c:pt>
                <c:pt idx="190">
                  <c:v>44974</c:v>
                </c:pt>
                <c:pt idx="191">
                  <c:v>44967</c:v>
                </c:pt>
                <c:pt idx="192">
                  <c:v>44960</c:v>
                </c:pt>
                <c:pt idx="193">
                  <c:v>44953</c:v>
                </c:pt>
                <c:pt idx="194">
                  <c:v>44946</c:v>
                </c:pt>
                <c:pt idx="195">
                  <c:v>44939</c:v>
                </c:pt>
                <c:pt idx="196">
                  <c:v>44932</c:v>
                </c:pt>
                <c:pt idx="197">
                  <c:v>44924</c:v>
                </c:pt>
                <c:pt idx="198">
                  <c:v>44918</c:v>
                </c:pt>
                <c:pt idx="199">
                  <c:v>44911</c:v>
                </c:pt>
                <c:pt idx="200">
                  <c:v>44904</c:v>
                </c:pt>
                <c:pt idx="201">
                  <c:v>44897</c:v>
                </c:pt>
                <c:pt idx="202">
                  <c:v>44890</c:v>
                </c:pt>
                <c:pt idx="203">
                  <c:v>44883</c:v>
                </c:pt>
                <c:pt idx="204">
                  <c:v>44876</c:v>
                </c:pt>
                <c:pt idx="205">
                  <c:v>44869</c:v>
                </c:pt>
                <c:pt idx="206">
                  <c:v>44862</c:v>
                </c:pt>
                <c:pt idx="207">
                  <c:v>44855</c:v>
                </c:pt>
                <c:pt idx="208">
                  <c:v>44848</c:v>
                </c:pt>
                <c:pt idx="209">
                  <c:v>44841</c:v>
                </c:pt>
                <c:pt idx="210">
                  <c:v>44834</c:v>
                </c:pt>
                <c:pt idx="211">
                  <c:v>44827</c:v>
                </c:pt>
                <c:pt idx="212">
                  <c:v>44820</c:v>
                </c:pt>
                <c:pt idx="213">
                  <c:v>44812</c:v>
                </c:pt>
                <c:pt idx="214">
                  <c:v>44806</c:v>
                </c:pt>
                <c:pt idx="215">
                  <c:v>44799</c:v>
                </c:pt>
                <c:pt idx="216">
                  <c:v>44792</c:v>
                </c:pt>
                <c:pt idx="217">
                  <c:v>44785</c:v>
                </c:pt>
                <c:pt idx="218">
                  <c:v>44778</c:v>
                </c:pt>
                <c:pt idx="219">
                  <c:v>44771</c:v>
                </c:pt>
                <c:pt idx="220">
                  <c:v>44764</c:v>
                </c:pt>
                <c:pt idx="221">
                  <c:v>44757</c:v>
                </c:pt>
                <c:pt idx="222">
                  <c:v>44750</c:v>
                </c:pt>
                <c:pt idx="223">
                  <c:v>44743</c:v>
                </c:pt>
                <c:pt idx="224">
                  <c:v>44736</c:v>
                </c:pt>
                <c:pt idx="225">
                  <c:v>44729</c:v>
                </c:pt>
                <c:pt idx="226">
                  <c:v>44722</c:v>
                </c:pt>
                <c:pt idx="227">
                  <c:v>44715</c:v>
                </c:pt>
                <c:pt idx="228">
                  <c:v>44708</c:v>
                </c:pt>
                <c:pt idx="229">
                  <c:v>44701</c:v>
                </c:pt>
                <c:pt idx="230">
                  <c:v>44694</c:v>
                </c:pt>
                <c:pt idx="231">
                  <c:v>44687</c:v>
                </c:pt>
                <c:pt idx="232">
                  <c:v>44680</c:v>
                </c:pt>
                <c:pt idx="233">
                  <c:v>44673</c:v>
                </c:pt>
                <c:pt idx="234">
                  <c:v>44666</c:v>
                </c:pt>
                <c:pt idx="235">
                  <c:v>44659</c:v>
                </c:pt>
                <c:pt idx="236">
                  <c:v>44652</c:v>
                </c:pt>
                <c:pt idx="237">
                  <c:v>44645</c:v>
                </c:pt>
                <c:pt idx="238">
                  <c:v>44638</c:v>
                </c:pt>
                <c:pt idx="239">
                  <c:v>44631</c:v>
                </c:pt>
                <c:pt idx="240">
                  <c:v>44624</c:v>
                </c:pt>
                <c:pt idx="241">
                  <c:v>44617</c:v>
                </c:pt>
                <c:pt idx="242">
                  <c:v>44610</c:v>
                </c:pt>
                <c:pt idx="243">
                  <c:v>44603</c:v>
                </c:pt>
                <c:pt idx="244">
                  <c:v>44596</c:v>
                </c:pt>
                <c:pt idx="245">
                  <c:v>44589</c:v>
                </c:pt>
                <c:pt idx="246">
                  <c:v>44582</c:v>
                </c:pt>
                <c:pt idx="247">
                  <c:v>44575</c:v>
                </c:pt>
                <c:pt idx="248">
                  <c:v>44568</c:v>
                </c:pt>
                <c:pt idx="249">
                  <c:v>44560</c:v>
                </c:pt>
                <c:pt idx="250">
                  <c:v>44554</c:v>
                </c:pt>
                <c:pt idx="251">
                  <c:v>44547</c:v>
                </c:pt>
                <c:pt idx="252">
                  <c:v>44540</c:v>
                </c:pt>
                <c:pt idx="253">
                  <c:v>44533</c:v>
                </c:pt>
                <c:pt idx="254">
                  <c:v>44526</c:v>
                </c:pt>
                <c:pt idx="255">
                  <c:v>44519</c:v>
                </c:pt>
                <c:pt idx="256">
                  <c:v>44512</c:v>
                </c:pt>
                <c:pt idx="257">
                  <c:v>44505</c:v>
                </c:pt>
                <c:pt idx="258">
                  <c:v>44498</c:v>
                </c:pt>
                <c:pt idx="259">
                  <c:v>44491</c:v>
                </c:pt>
                <c:pt idx="260">
                  <c:v>44484</c:v>
                </c:pt>
                <c:pt idx="261">
                  <c:v>44477</c:v>
                </c:pt>
                <c:pt idx="262">
                  <c:v>44470</c:v>
                </c:pt>
                <c:pt idx="263">
                  <c:v>44463</c:v>
                </c:pt>
                <c:pt idx="264">
                  <c:v>44456</c:v>
                </c:pt>
                <c:pt idx="265">
                  <c:v>44449</c:v>
                </c:pt>
                <c:pt idx="266">
                  <c:v>44442</c:v>
                </c:pt>
                <c:pt idx="267">
                  <c:v>44435</c:v>
                </c:pt>
                <c:pt idx="268">
                  <c:v>44428</c:v>
                </c:pt>
                <c:pt idx="269">
                  <c:v>44421</c:v>
                </c:pt>
                <c:pt idx="270">
                  <c:v>44414</c:v>
                </c:pt>
                <c:pt idx="271">
                  <c:v>44407</c:v>
                </c:pt>
                <c:pt idx="272">
                  <c:v>44400</c:v>
                </c:pt>
                <c:pt idx="273">
                  <c:v>44393</c:v>
                </c:pt>
                <c:pt idx="274">
                  <c:v>44386</c:v>
                </c:pt>
                <c:pt idx="275">
                  <c:v>44379</c:v>
                </c:pt>
                <c:pt idx="276">
                  <c:v>44372</c:v>
                </c:pt>
                <c:pt idx="277">
                  <c:v>44365</c:v>
                </c:pt>
                <c:pt idx="278">
                  <c:v>44358</c:v>
                </c:pt>
                <c:pt idx="279">
                  <c:v>44351</c:v>
                </c:pt>
                <c:pt idx="280">
                  <c:v>44344</c:v>
                </c:pt>
                <c:pt idx="281">
                  <c:v>44337</c:v>
                </c:pt>
                <c:pt idx="282">
                  <c:v>44330</c:v>
                </c:pt>
                <c:pt idx="283">
                  <c:v>44323</c:v>
                </c:pt>
                <c:pt idx="284">
                  <c:v>44316</c:v>
                </c:pt>
                <c:pt idx="285">
                  <c:v>44309</c:v>
                </c:pt>
                <c:pt idx="286">
                  <c:v>44302</c:v>
                </c:pt>
                <c:pt idx="287">
                  <c:v>44295</c:v>
                </c:pt>
                <c:pt idx="288">
                  <c:v>44288</c:v>
                </c:pt>
                <c:pt idx="289">
                  <c:v>44281</c:v>
                </c:pt>
                <c:pt idx="290">
                  <c:v>44274</c:v>
                </c:pt>
                <c:pt idx="291">
                  <c:v>44267</c:v>
                </c:pt>
                <c:pt idx="292">
                  <c:v>44260</c:v>
                </c:pt>
                <c:pt idx="293">
                  <c:v>44253</c:v>
                </c:pt>
                <c:pt idx="294">
                  <c:v>44246</c:v>
                </c:pt>
                <c:pt idx="295">
                  <c:v>44237</c:v>
                </c:pt>
                <c:pt idx="296">
                  <c:v>44232</c:v>
                </c:pt>
                <c:pt idx="297">
                  <c:v>44225</c:v>
                </c:pt>
                <c:pt idx="298">
                  <c:v>44218</c:v>
                </c:pt>
                <c:pt idx="299">
                  <c:v>44211</c:v>
                </c:pt>
                <c:pt idx="300">
                  <c:v>44204</c:v>
                </c:pt>
                <c:pt idx="301">
                  <c:v>44195</c:v>
                </c:pt>
                <c:pt idx="302">
                  <c:v>44189</c:v>
                </c:pt>
                <c:pt idx="303">
                  <c:v>44183</c:v>
                </c:pt>
                <c:pt idx="304">
                  <c:v>44176</c:v>
                </c:pt>
                <c:pt idx="305">
                  <c:v>44169</c:v>
                </c:pt>
                <c:pt idx="306">
                  <c:v>44162</c:v>
                </c:pt>
                <c:pt idx="307">
                  <c:v>44155</c:v>
                </c:pt>
                <c:pt idx="308">
                  <c:v>44148</c:v>
                </c:pt>
                <c:pt idx="309">
                  <c:v>44141</c:v>
                </c:pt>
                <c:pt idx="310">
                  <c:v>44134</c:v>
                </c:pt>
                <c:pt idx="311">
                  <c:v>44127</c:v>
                </c:pt>
                <c:pt idx="312">
                  <c:v>44120</c:v>
                </c:pt>
                <c:pt idx="313">
                  <c:v>44112</c:v>
                </c:pt>
                <c:pt idx="314">
                  <c:v>44103</c:v>
                </c:pt>
                <c:pt idx="315">
                  <c:v>44099</c:v>
                </c:pt>
                <c:pt idx="316">
                  <c:v>44092</c:v>
                </c:pt>
                <c:pt idx="317">
                  <c:v>44085</c:v>
                </c:pt>
                <c:pt idx="318">
                  <c:v>44078</c:v>
                </c:pt>
                <c:pt idx="319">
                  <c:v>44071</c:v>
                </c:pt>
                <c:pt idx="320">
                  <c:v>44064</c:v>
                </c:pt>
                <c:pt idx="321">
                  <c:v>44057</c:v>
                </c:pt>
                <c:pt idx="322">
                  <c:v>44050</c:v>
                </c:pt>
                <c:pt idx="323">
                  <c:v>44043</c:v>
                </c:pt>
                <c:pt idx="324">
                  <c:v>44036</c:v>
                </c:pt>
                <c:pt idx="325">
                  <c:v>44029</c:v>
                </c:pt>
                <c:pt idx="326">
                  <c:v>44022</c:v>
                </c:pt>
                <c:pt idx="327">
                  <c:v>44015</c:v>
                </c:pt>
                <c:pt idx="328">
                  <c:v>44008</c:v>
                </c:pt>
                <c:pt idx="329">
                  <c:v>44001</c:v>
                </c:pt>
                <c:pt idx="330">
                  <c:v>43994</c:v>
                </c:pt>
                <c:pt idx="331">
                  <c:v>43987</c:v>
                </c:pt>
                <c:pt idx="332">
                  <c:v>43980</c:v>
                </c:pt>
                <c:pt idx="333">
                  <c:v>43973</c:v>
                </c:pt>
                <c:pt idx="334">
                  <c:v>43966</c:v>
                </c:pt>
                <c:pt idx="335">
                  <c:v>43959</c:v>
                </c:pt>
                <c:pt idx="336">
                  <c:v>43950</c:v>
                </c:pt>
                <c:pt idx="337">
                  <c:v>43945</c:v>
                </c:pt>
                <c:pt idx="338">
                  <c:v>43938</c:v>
                </c:pt>
                <c:pt idx="339">
                  <c:v>43931</c:v>
                </c:pt>
                <c:pt idx="340">
                  <c:v>43924</c:v>
                </c:pt>
                <c:pt idx="341">
                  <c:v>43917</c:v>
                </c:pt>
                <c:pt idx="342">
                  <c:v>43910</c:v>
                </c:pt>
                <c:pt idx="343">
                  <c:v>43903</c:v>
                </c:pt>
                <c:pt idx="344">
                  <c:v>43896</c:v>
                </c:pt>
                <c:pt idx="345">
                  <c:v>43889</c:v>
                </c:pt>
                <c:pt idx="346">
                  <c:v>43882</c:v>
                </c:pt>
                <c:pt idx="347">
                  <c:v>43875</c:v>
                </c:pt>
                <c:pt idx="348">
                  <c:v>43868</c:v>
                </c:pt>
                <c:pt idx="349">
                  <c:v>43861</c:v>
                </c:pt>
                <c:pt idx="350">
                  <c:v>43853</c:v>
                </c:pt>
                <c:pt idx="351">
                  <c:v>43847</c:v>
                </c:pt>
                <c:pt idx="352">
                  <c:v>43840</c:v>
                </c:pt>
                <c:pt idx="353">
                  <c:v>43833</c:v>
                </c:pt>
                <c:pt idx="354">
                  <c:v>43826</c:v>
                </c:pt>
                <c:pt idx="355">
                  <c:v>43819</c:v>
                </c:pt>
                <c:pt idx="356">
                  <c:v>43812</c:v>
                </c:pt>
                <c:pt idx="357">
                  <c:v>43805</c:v>
                </c:pt>
                <c:pt idx="358">
                  <c:v>43798</c:v>
                </c:pt>
                <c:pt idx="359">
                  <c:v>43791</c:v>
                </c:pt>
                <c:pt idx="360">
                  <c:v>43784</c:v>
                </c:pt>
                <c:pt idx="361">
                  <c:v>43777</c:v>
                </c:pt>
                <c:pt idx="362">
                  <c:v>43770</c:v>
                </c:pt>
                <c:pt idx="363">
                  <c:v>43763</c:v>
                </c:pt>
                <c:pt idx="364">
                  <c:v>43756</c:v>
                </c:pt>
                <c:pt idx="365">
                  <c:v>43749</c:v>
                </c:pt>
                <c:pt idx="366">
                  <c:v>43742</c:v>
                </c:pt>
                <c:pt idx="367">
                  <c:v>43735</c:v>
                </c:pt>
                <c:pt idx="368">
                  <c:v>43728</c:v>
                </c:pt>
                <c:pt idx="369">
                  <c:v>43719</c:v>
                </c:pt>
                <c:pt idx="370">
                  <c:v>43714</c:v>
                </c:pt>
                <c:pt idx="371">
                  <c:v>43707</c:v>
                </c:pt>
                <c:pt idx="372">
                  <c:v>43700</c:v>
                </c:pt>
                <c:pt idx="373">
                  <c:v>43693</c:v>
                </c:pt>
                <c:pt idx="374">
                  <c:v>43686</c:v>
                </c:pt>
                <c:pt idx="375">
                  <c:v>43679</c:v>
                </c:pt>
                <c:pt idx="376">
                  <c:v>43672</c:v>
                </c:pt>
                <c:pt idx="377">
                  <c:v>43665</c:v>
                </c:pt>
                <c:pt idx="378">
                  <c:v>43658</c:v>
                </c:pt>
                <c:pt idx="379">
                  <c:v>43651</c:v>
                </c:pt>
                <c:pt idx="380">
                  <c:v>43644</c:v>
                </c:pt>
                <c:pt idx="381">
                  <c:v>43637</c:v>
                </c:pt>
                <c:pt idx="382">
                  <c:v>43630</c:v>
                </c:pt>
                <c:pt idx="383">
                  <c:v>43623</c:v>
                </c:pt>
                <c:pt idx="384">
                  <c:v>43616</c:v>
                </c:pt>
                <c:pt idx="385">
                  <c:v>43609</c:v>
                </c:pt>
                <c:pt idx="386">
                  <c:v>43602</c:v>
                </c:pt>
                <c:pt idx="387">
                  <c:v>43595</c:v>
                </c:pt>
                <c:pt idx="388">
                  <c:v>43588</c:v>
                </c:pt>
                <c:pt idx="389">
                  <c:v>43581</c:v>
                </c:pt>
                <c:pt idx="390">
                  <c:v>43574</c:v>
                </c:pt>
                <c:pt idx="391">
                  <c:v>43567</c:v>
                </c:pt>
                <c:pt idx="392">
                  <c:v>43560</c:v>
                </c:pt>
                <c:pt idx="393">
                  <c:v>43553</c:v>
                </c:pt>
                <c:pt idx="394">
                  <c:v>43546</c:v>
                </c:pt>
                <c:pt idx="395">
                  <c:v>43539</c:v>
                </c:pt>
                <c:pt idx="396">
                  <c:v>43532</c:v>
                </c:pt>
                <c:pt idx="397">
                  <c:v>43524</c:v>
                </c:pt>
                <c:pt idx="398">
                  <c:v>43518</c:v>
                </c:pt>
                <c:pt idx="399">
                  <c:v>43511</c:v>
                </c:pt>
                <c:pt idx="400">
                  <c:v>43504</c:v>
                </c:pt>
                <c:pt idx="401">
                  <c:v>43497</c:v>
                </c:pt>
                <c:pt idx="402">
                  <c:v>43490</c:v>
                </c:pt>
                <c:pt idx="403">
                  <c:v>43483</c:v>
                </c:pt>
                <c:pt idx="404">
                  <c:v>43476</c:v>
                </c:pt>
                <c:pt idx="405">
                  <c:v>43469</c:v>
                </c:pt>
                <c:pt idx="406">
                  <c:v>43462</c:v>
                </c:pt>
                <c:pt idx="407">
                  <c:v>43455</c:v>
                </c:pt>
                <c:pt idx="408">
                  <c:v>43448</c:v>
                </c:pt>
                <c:pt idx="409">
                  <c:v>43441</c:v>
                </c:pt>
                <c:pt idx="410">
                  <c:v>43434</c:v>
                </c:pt>
                <c:pt idx="411">
                  <c:v>43427</c:v>
                </c:pt>
                <c:pt idx="412">
                  <c:v>43420</c:v>
                </c:pt>
                <c:pt idx="413">
                  <c:v>43413</c:v>
                </c:pt>
                <c:pt idx="414">
                  <c:v>43406</c:v>
                </c:pt>
                <c:pt idx="415">
                  <c:v>43399</c:v>
                </c:pt>
                <c:pt idx="416">
                  <c:v>43392</c:v>
                </c:pt>
                <c:pt idx="417">
                  <c:v>43385</c:v>
                </c:pt>
                <c:pt idx="418">
                  <c:v>43378</c:v>
                </c:pt>
                <c:pt idx="419">
                  <c:v>43371</c:v>
                </c:pt>
                <c:pt idx="420">
                  <c:v>43364</c:v>
                </c:pt>
                <c:pt idx="421">
                  <c:v>43357</c:v>
                </c:pt>
                <c:pt idx="422">
                  <c:v>43350</c:v>
                </c:pt>
                <c:pt idx="423">
                  <c:v>43343</c:v>
                </c:pt>
                <c:pt idx="424">
                  <c:v>43336</c:v>
                </c:pt>
                <c:pt idx="425">
                  <c:v>43329</c:v>
                </c:pt>
                <c:pt idx="426">
                  <c:v>43322</c:v>
                </c:pt>
                <c:pt idx="427">
                  <c:v>43315</c:v>
                </c:pt>
                <c:pt idx="428">
                  <c:v>43308</c:v>
                </c:pt>
                <c:pt idx="429">
                  <c:v>43301</c:v>
                </c:pt>
                <c:pt idx="430">
                  <c:v>43294</c:v>
                </c:pt>
                <c:pt idx="431">
                  <c:v>43287</c:v>
                </c:pt>
                <c:pt idx="432">
                  <c:v>43280</c:v>
                </c:pt>
                <c:pt idx="433">
                  <c:v>43273</c:v>
                </c:pt>
                <c:pt idx="434">
                  <c:v>43266</c:v>
                </c:pt>
                <c:pt idx="435">
                  <c:v>43259</c:v>
                </c:pt>
                <c:pt idx="436">
                  <c:v>43252</c:v>
                </c:pt>
                <c:pt idx="437">
                  <c:v>43245</c:v>
                </c:pt>
                <c:pt idx="438">
                  <c:v>43238</c:v>
                </c:pt>
                <c:pt idx="439">
                  <c:v>43231</c:v>
                </c:pt>
                <c:pt idx="440">
                  <c:v>43224</c:v>
                </c:pt>
                <c:pt idx="441">
                  <c:v>43217</c:v>
                </c:pt>
                <c:pt idx="442">
                  <c:v>43210</c:v>
                </c:pt>
                <c:pt idx="443">
                  <c:v>43203</c:v>
                </c:pt>
                <c:pt idx="444">
                  <c:v>43196</c:v>
                </c:pt>
                <c:pt idx="445">
                  <c:v>43189</c:v>
                </c:pt>
                <c:pt idx="446">
                  <c:v>43182</c:v>
                </c:pt>
                <c:pt idx="447">
                  <c:v>43175</c:v>
                </c:pt>
                <c:pt idx="448">
                  <c:v>43168</c:v>
                </c:pt>
                <c:pt idx="449">
                  <c:v>43161</c:v>
                </c:pt>
                <c:pt idx="450">
                  <c:v>43154</c:v>
                </c:pt>
                <c:pt idx="451">
                  <c:v>43145</c:v>
                </c:pt>
                <c:pt idx="452">
                  <c:v>43140</c:v>
                </c:pt>
                <c:pt idx="453">
                  <c:v>43133</c:v>
                </c:pt>
                <c:pt idx="454">
                  <c:v>43126</c:v>
                </c:pt>
                <c:pt idx="455">
                  <c:v>43119</c:v>
                </c:pt>
                <c:pt idx="456">
                  <c:v>43112</c:v>
                </c:pt>
                <c:pt idx="457">
                  <c:v>43105</c:v>
                </c:pt>
                <c:pt idx="458">
                  <c:v>43097</c:v>
                </c:pt>
                <c:pt idx="459">
                  <c:v>43091</c:v>
                </c:pt>
                <c:pt idx="460">
                  <c:v>43084</c:v>
                </c:pt>
                <c:pt idx="461">
                  <c:v>43077</c:v>
                </c:pt>
                <c:pt idx="462">
                  <c:v>43070</c:v>
                </c:pt>
                <c:pt idx="463">
                  <c:v>43063</c:v>
                </c:pt>
                <c:pt idx="464">
                  <c:v>43056</c:v>
                </c:pt>
                <c:pt idx="465">
                  <c:v>43049</c:v>
                </c:pt>
                <c:pt idx="466">
                  <c:v>43042</c:v>
                </c:pt>
                <c:pt idx="467">
                  <c:v>43035</c:v>
                </c:pt>
                <c:pt idx="468">
                  <c:v>43028</c:v>
                </c:pt>
                <c:pt idx="469">
                  <c:v>43021</c:v>
                </c:pt>
                <c:pt idx="470">
                  <c:v>43007</c:v>
                </c:pt>
                <c:pt idx="471">
                  <c:v>43000</c:v>
                </c:pt>
                <c:pt idx="472">
                  <c:v>42993</c:v>
                </c:pt>
                <c:pt idx="473">
                  <c:v>42986</c:v>
                </c:pt>
                <c:pt idx="474">
                  <c:v>42979</c:v>
                </c:pt>
                <c:pt idx="475">
                  <c:v>42972</c:v>
                </c:pt>
                <c:pt idx="476">
                  <c:v>42965</c:v>
                </c:pt>
                <c:pt idx="477">
                  <c:v>42958</c:v>
                </c:pt>
                <c:pt idx="478">
                  <c:v>42951</c:v>
                </c:pt>
                <c:pt idx="479">
                  <c:v>42944</c:v>
                </c:pt>
                <c:pt idx="480">
                  <c:v>42937</c:v>
                </c:pt>
                <c:pt idx="481">
                  <c:v>42930</c:v>
                </c:pt>
                <c:pt idx="482">
                  <c:v>42923</c:v>
                </c:pt>
                <c:pt idx="483">
                  <c:v>42916</c:v>
                </c:pt>
                <c:pt idx="484">
                  <c:v>42909</c:v>
                </c:pt>
                <c:pt idx="485">
                  <c:v>42902</c:v>
                </c:pt>
                <c:pt idx="486">
                  <c:v>42895</c:v>
                </c:pt>
                <c:pt idx="487">
                  <c:v>42888</c:v>
                </c:pt>
                <c:pt idx="488">
                  <c:v>42881</c:v>
                </c:pt>
                <c:pt idx="489">
                  <c:v>42874</c:v>
                </c:pt>
                <c:pt idx="490">
                  <c:v>42867</c:v>
                </c:pt>
                <c:pt idx="491">
                  <c:v>42859</c:v>
                </c:pt>
                <c:pt idx="492">
                  <c:v>42853</c:v>
                </c:pt>
                <c:pt idx="493">
                  <c:v>42846</c:v>
                </c:pt>
                <c:pt idx="494">
                  <c:v>42839</c:v>
                </c:pt>
                <c:pt idx="495">
                  <c:v>42832</c:v>
                </c:pt>
                <c:pt idx="496">
                  <c:v>42825</c:v>
                </c:pt>
                <c:pt idx="497">
                  <c:v>42818</c:v>
                </c:pt>
                <c:pt idx="498">
                  <c:v>42811</c:v>
                </c:pt>
                <c:pt idx="499">
                  <c:v>42804</c:v>
                </c:pt>
                <c:pt idx="500">
                  <c:v>42797</c:v>
                </c:pt>
                <c:pt idx="501">
                  <c:v>42790</c:v>
                </c:pt>
                <c:pt idx="502">
                  <c:v>42783</c:v>
                </c:pt>
                <c:pt idx="503">
                  <c:v>42776</c:v>
                </c:pt>
                <c:pt idx="504">
                  <c:v>42769</c:v>
                </c:pt>
                <c:pt idx="505">
                  <c:v>42761</c:v>
                </c:pt>
                <c:pt idx="506">
                  <c:v>42755</c:v>
                </c:pt>
                <c:pt idx="507">
                  <c:v>42748</c:v>
                </c:pt>
                <c:pt idx="508">
                  <c:v>42741</c:v>
                </c:pt>
                <c:pt idx="509">
                  <c:v>42733</c:v>
                </c:pt>
                <c:pt idx="510">
                  <c:v>42727</c:v>
                </c:pt>
                <c:pt idx="511">
                  <c:v>42720</c:v>
                </c:pt>
                <c:pt idx="512">
                  <c:v>42713</c:v>
                </c:pt>
                <c:pt idx="513">
                  <c:v>42706</c:v>
                </c:pt>
                <c:pt idx="514">
                  <c:v>42699</c:v>
                </c:pt>
                <c:pt idx="515">
                  <c:v>42692</c:v>
                </c:pt>
                <c:pt idx="516">
                  <c:v>42685</c:v>
                </c:pt>
                <c:pt idx="517">
                  <c:v>42678</c:v>
                </c:pt>
                <c:pt idx="518">
                  <c:v>42671</c:v>
                </c:pt>
                <c:pt idx="519">
                  <c:v>42664</c:v>
                </c:pt>
                <c:pt idx="520">
                  <c:v>42657</c:v>
                </c:pt>
                <c:pt idx="521">
                  <c:v>42650</c:v>
                </c:pt>
                <c:pt idx="522">
                  <c:v>42643</c:v>
                </c:pt>
                <c:pt idx="523">
                  <c:v>42636</c:v>
                </c:pt>
                <c:pt idx="524">
                  <c:v>42626</c:v>
                </c:pt>
                <c:pt idx="525">
                  <c:v>42622</c:v>
                </c:pt>
                <c:pt idx="526">
                  <c:v>42615</c:v>
                </c:pt>
                <c:pt idx="527">
                  <c:v>42608</c:v>
                </c:pt>
                <c:pt idx="528">
                  <c:v>42601</c:v>
                </c:pt>
                <c:pt idx="529">
                  <c:v>42594</c:v>
                </c:pt>
                <c:pt idx="530">
                  <c:v>42587</c:v>
                </c:pt>
                <c:pt idx="531">
                  <c:v>42580</c:v>
                </c:pt>
                <c:pt idx="532">
                  <c:v>42573</c:v>
                </c:pt>
                <c:pt idx="533">
                  <c:v>42566</c:v>
                </c:pt>
                <c:pt idx="534">
                  <c:v>42559</c:v>
                </c:pt>
                <c:pt idx="535">
                  <c:v>42552</c:v>
                </c:pt>
                <c:pt idx="536">
                  <c:v>42545</c:v>
                </c:pt>
                <c:pt idx="537">
                  <c:v>42538</c:v>
                </c:pt>
                <c:pt idx="538">
                  <c:v>42531</c:v>
                </c:pt>
                <c:pt idx="539">
                  <c:v>42524</c:v>
                </c:pt>
                <c:pt idx="540">
                  <c:v>42517</c:v>
                </c:pt>
                <c:pt idx="541">
                  <c:v>42510</c:v>
                </c:pt>
                <c:pt idx="542">
                  <c:v>42503</c:v>
                </c:pt>
                <c:pt idx="543">
                  <c:v>42494</c:v>
                </c:pt>
                <c:pt idx="544">
                  <c:v>42489</c:v>
                </c:pt>
                <c:pt idx="545">
                  <c:v>42482</c:v>
                </c:pt>
                <c:pt idx="546">
                  <c:v>42475</c:v>
                </c:pt>
                <c:pt idx="547">
                  <c:v>42468</c:v>
                </c:pt>
                <c:pt idx="548">
                  <c:v>42461</c:v>
                </c:pt>
                <c:pt idx="549">
                  <c:v>42454</c:v>
                </c:pt>
                <c:pt idx="550">
                  <c:v>42447</c:v>
                </c:pt>
                <c:pt idx="551">
                  <c:v>42440</c:v>
                </c:pt>
                <c:pt idx="552">
                  <c:v>42433</c:v>
                </c:pt>
                <c:pt idx="553">
                  <c:v>42426</c:v>
                </c:pt>
                <c:pt idx="554">
                  <c:v>42419</c:v>
                </c:pt>
                <c:pt idx="555">
                  <c:v>42412</c:v>
                </c:pt>
                <c:pt idx="556">
                  <c:v>42405</c:v>
                </c:pt>
                <c:pt idx="557">
                  <c:v>42398</c:v>
                </c:pt>
                <c:pt idx="558">
                  <c:v>42391</c:v>
                </c:pt>
                <c:pt idx="559">
                  <c:v>42384</c:v>
                </c:pt>
                <c:pt idx="560">
                  <c:v>42377</c:v>
                </c:pt>
                <c:pt idx="561">
                  <c:v>42368</c:v>
                </c:pt>
                <c:pt idx="562">
                  <c:v>42362</c:v>
                </c:pt>
                <c:pt idx="563">
                  <c:v>42356</c:v>
                </c:pt>
                <c:pt idx="564">
                  <c:v>42349</c:v>
                </c:pt>
                <c:pt idx="565">
                  <c:v>42342</c:v>
                </c:pt>
                <c:pt idx="566">
                  <c:v>42335</c:v>
                </c:pt>
                <c:pt idx="567">
                  <c:v>42328</c:v>
                </c:pt>
                <c:pt idx="568">
                  <c:v>42321</c:v>
                </c:pt>
                <c:pt idx="569">
                  <c:v>42314</c:v>
                </c:pt>
                <c:pt idx="570">
                  <c:v>42307</c:v>
                </c:pt>
                <c:pt idx="571">
                  <c:v>42300</c:v>
                </c:pt>
                <c:pt idx="572">
                  <c:v>42293</c:v>
                </c:pt>
                <c:pt idx="573">
                  <c:v>42285</c:v>
                </c:pt>
                <c:pt idx="574">
                  <c:v>42279</c:v>
                </c:pt>
                <c:pt idx="575">
                  <c:v>42272</c:v>
                </c:pt>
                <c:pt idx="576">
                  <c:v>42265</c:v>
                </c:pt>
                <c:pt idx="577">
                  <c:v>42258</c:v>
                </c:pt>
                <c:pt idx="578">
                  <c:v>42251</c:v>
                </c:pt>
                <c:pt idx="579">
                  <c:v>42244</c:v>
                </c:pt>
                <c:pt idx="580">
                  <c:v>42237</c:v>
                </c:pt>
                <c:pt idx="581">
                  <c:v>42229</c:v>
                </c:pt>
                <c:pt idx="582">
                  <c:v>42223</c:v>
                </c:pt>
                <c:pt idx="583">
                  <c:v>42216</c:v>
                </c:pt>
                <c:pt idx="584">
                  <c:v>42209</c:v>
                </c:pt>
                <c:pt idx="585">
                  <c:v>42202</c:v>
                </c:pt>
                <c:pt idx="586">
                  <c:v>42195</c:v>
                </c:pt>
                <c:pt idx="587">
                  <c:v>42188</c:v>
                </c:pt>
                <c:pt idx="588">
                  <c:v>42181</c:v>
                </c:pt>
                <c:pt idx="589">
                  <c:v>42174</c:v>
                </c:pt>
                <c:pt idx="590">
                  <c:v>42167</c:v>
                </c:pt>
                <c:pt idx="591">
                  <c:v>42160</c:v>
                </c:pt>
                <c:pt idx="592">
                  <c:v>42153</c:v>
                </c:pt>
                <c:pt idx="593">
                  <c:v>42146</c:v>
                </c:pt>
                <c:pt idx="594">
                  <c:v>42139</c:v>
                </c:pt>
                <c:pt idx="595">
                  <c:v>42132</c:v>
                </c:pt>
                <c:pt idx="596">
                  <c:v>42124</c:v>
                </c:pt>
                <c:pt idx="597">
                  <c:v>42118</c:v>
                </c:pt>
                <c:pt idx="598">
                  <c:v>42111</c:v>
                </c:pt>
                <c:pt idx="599">
                  <c:v>42104</c:v>
                </c:pt>
                <c:pt idx="600">
                  <c:v>42097</c:v>
                </c:pt>
                <c:pt idx="601">
                  <c:v>42090</c:v>
                </c:pt>
                <c:pt idx="602">
                  <c:v>42083</c:v>
                </c:pt>
                <c:pt idx="603">
                  <c:v>42076</c:v>
                </c:pt>
                <c:pt idx="604">
                  <c:v>42069</c:v>
                </c:pt>
                <c:pt idx="605">
                  <c:v>42062</c:v>
                </c:pt>
                <c:pt idx="606">
                  <c:v>42052</c:v>
                </c:pt>
                <c:pt idx="607">
                  <c:v>42048</c:v>
                </c:pt>
                <c:pt idx="608">
                  <c:v>42041</c:v>
                </c:pt>
                <c:pt idx="609">
                  <c:v>42034</c:v>
                </c:pt>
                <c:pt idx="610">
                  <c:v>42027</c:v>
                </c:pt>
                <c:pt idx="611">
                  <c:v>42020</c:v>
                </c:pt>
                <c:pt idx="612">
                  <c:v>42013</c:v>
                </c:pt>
                <c:pt idx="613">
                  <c:v>42006</c:v>
                </c:pt>
                <c:pt idx="614">
                  <c:v>41999</c:v>
                </c:pt>
                <c:pt idx="615">
                  <c:v>41992</c:v>
                </c:pt>
                <c:pt idx="616">
                  <c:v>41985</c:v>
                </c:pt>
                <c:pt idx="617">
                  <c:v>41978</c:v>
                </c:pt>
                <c:pt idx="618">
                  <c:v>41971</c:v>
                </c:pt>
                <c:pt idx="619">
                  <c:v>41964</c:v>
                </c:pt>
                <c:pt idx="620">
                  <c:v>41957</c:v>
                </c:pt>
                <c:pt idx="621">
                  <c:v>41950</c:v>
                </c:pt>
                <c:pt idx="622">
                  <c:v>41943</c:v>
                </c:pt>
                <c:pt idx="623">
                  <c:v>41936</c:v>
                </c:pt>
                <c:pt idx="624">
                  <c:v>41929</c:v>
                </c:pt>
                <c:pt idx="625">
                  <c:v>41922</c:v>
                </c:pt>
                <c:pt idx="626">
                  <c:v>41914</c:v>
                </c:pt>
                <c:pt idx="627">
                  <c:v>41908</c:v>
                </c:pt>
                <c:pt idx="628">
                  <c:v>41901</c:v>
                </c:pt>
                <c:pt idx="629">
                  <c:v>41894</c:v>
                </c:pt>
                <c:pt idx="630">
                  <c:v>41887</c:v>
                </c:pt>
                <c:pt idx="631">
                  <c:v>41880</c:v>
                </c:pt>
                <c:pt idx="632">
                  <c:v>41873</c:v>
                </c:pt>
                <c:pt idx="633">
                  <c:v>41865</c:v>
                </c:pt>
                <c:pt idx="634">
                  <c:v>41859</c:v>
                </c:pt>
                <c:pt idx="635">
                  <c:v>41852</c:v>
                </c:pt>
                <c:pt idx="636">
                  <c:v>41845</c:v>
                </c:pt>
                <c:pt idx="637">
                  <c:v>41838</c:v>
                </c:pt>
                <c:pt idx="638">
                  <c:v>41831</c:v>
                </c:pt>
                <c:pt idx="639">
                  <c:v>41824</c:v>
                </c:pt>
                <c:pt idx="640">
                  <c:v>41817</c:v>
                </c:pt>
                <c:pt idx="641">
                  <c:v>41810</c:v>
                </c:pt>
                <c:pt idx="642">
                  <c:v>41803</c:v>
                </c:pt>
                <c:pt idx="643">
                  <c:v>41795</c:v>
                </c:pt>
                <c:pt idx="644">
                  <c:v>41789</c:v>
                </c:pt>
                <c:pt idx="645">
                  <c:v>41782</c:v>
                </c:pt>
                <c:pt idx="646">
                  <c:v>41775</c:v>
                </c:pt>
                <c:pt idx="647">
                  <c:v>41768</c:v>
                </c:pt>
                <c:pt idx="648">
                  <c:v>41761</c:v>
                </c:pt>
                <c:pt idx="649">
                  <c:v>41754</c:v>
                </c:pt>
                <c:pt idx="650">
                  <c:v>41747</c:v>
                </c:pt>
                <c:pt idx="651">
                  <c:v>41740</c:v>
                </c:pt>
                <c:pt idx="652">
                  <c:v>41733</c:v>
                </c:pt>
                <c:pt idx="653">
                  <c:v>41726</c:v>
                </c:pt>
                <c:pt idx="654">
                  <c:v>41719</c:v>
                </c:pt>
                <c:pt idx="655">
                  <c:v>41712</c:v>
                </c:pt>
                <c:pt idx="656">
                  <c:v>41705</c:v>
                </c:pt>
                <c:pt idx="657">
                  <c:v>41698</c:v>
                </c:pt>
                <c:pt idx="658">
                  <c:v>41691</c:v>
                </c:pt>
                <c:pt idx="659">
                  <c:v>41684</c:v>
                </c:pt>
                <c:pt idx="660">
                  <c:v>41677</c:v>
                </c:pt>
                <c:pt idx="661">
                  <c:v>41668</c:v>
                </c:pt>
                <c:pt idx="662">
                  <c:v>41663</c:v>
                </c:pt>
                <c:pt idx="663">
                  <c:v>41656</c:v>
                </c:pt>
                <c:pt idx="664">
                  <c:v>41649</c:v>
                </c:pt>
                <c:pt idx="665">
                  <c:v>41642</c:v>
                </c:pt>
                <c:pt idx="666">
                  <c:v>41635</c:v>
                </c:pt>
                <c:pt idx="667">
                  <c:v>41628</c:v>
                </c:pt>
                <c:pt idx="668">
                  <c:v>41621</c:v>
                </c:pt>
                <c:pt idx="669">
                  <c:v>41614</c:v>
                </c:pt>
                <c:pt idx="670">
                  <c:v>41607</c:v>
                </c:pt>
                <c:pt idx="671">
                  <c:v>41600</c:v>
                </c:pt>
                <c:pt idx="672">
                  <c:v>41593</c:v>
                </c:pt>
                <c:pt idx="673">
                  <c:v>41586</c:v>
                </c:pt>
                <c:pt idx="674">
                  <c:v>41579</c:v>
                </c:pt>
                <c:pt idx="675">
                  <c:v>41572</c:v>
                </c:pt>
                <c:pt idx="676">
                  <c:v>41565</c:v>
                </c:pt>
                <c:pt idx="677">
                  <c:v>41558</c:v>
                </c:pt>
                <c:pt idx="678">
                  <c:v>41551</c:v>
                </c:pt>
                <c:pt idx="679">
                  <c:v>41544</c:v>
                </c:pt>
                <c:pt idx="680">
                  <c:v>41534</c:v>
                </c:pt>
                <c:pt idx="681">
                  <c:v>41530</c:v>
                </c:pt>
                <c:pt idx="682">
                  <c:v>41523</c:v>
                </c:pt>
                <c:pt idx="683">
                  <c:v>41516</c:v>
                </c:pt>
                <c:pt idx="684">
                  <c:v>41509</c:v>
                </c:pt>
                <c:pt idx="685">
                  <c:v>41502</c:v>
                </c:pt>
                <c:pt idx="686">
                  <c:v>41495</c:v>
                </c:pt>
                <c:pt idx="687">
                  <c:v>41488</c:v>
                </c:pt>
                <c:pt idx="688">
                  <c:v>41481</c:v>
                </c:pt>
                <c:pt idx="689">
                  <c:v>41474</c:v>
                </c:pt>
                <c:pt idx="690">
                  <c:v>41467</c:v>
                </c:pt>
                <c:pt idx="691">
                  <c:v>41460</c:v>
                </c:pt>
                <c:pt idx="692">
                  <c:v>41453</c:v>
                </c:pt>
                <c:pt idx="693">
                  <c:v>41446</c:v>
                </c:pt>
                <c:pt idx="694">
                  <c:v>41439</c:v>
                </c:pt>
                <c:pt idx="695">
                  <c:v>41432</c:v>
                </c:pt>
                <c:pt idx="696">
                  <c:v>41425</c:v>
                </c:pt>
                <c:pt idx="697">
                  <c:v>41418</c:v>
                </c:pt>
                <c:pt idx="698">
                  <c:v>41410</c:v>
                </c:pt>
                <c:pt idx="699">
                  <c:v>41404</c:v>
                </c:pt>
                <c:pt idx="700">
                  <c:v>41397</c:v>
                </c:pt>
                <c:pt idx="701">
                  <c:v>41390</c:v>
                </c:pt>
                <c:pt idx="702">
                  <c:v>41383</c:v>
                </c:pt>
                <c:pt idx="703">
                  <c:v>41376</c:v>
                </c:pt>
                <c:pt idx="704">
                  <c:v>41369</c:v>
                </c:pt>
                <c:pt idx="705">
                  <c:v>41362</c:v>
                </c:pt>
                <c:pt idx="706">
                  <c:v>41355</c:v>
                </c:pt>
                <c:pt idx="707">
                  <c:v>41348</c:v>
                </c:pt>
                <c:pt idx="708">
                  <c:v>41341</c:v>
                </c:pt>
                <c:pt idx="709">
                  <c:v>41333</c:v>
                </c:pt>
                <c:pt idx="710">
                  <c:v>41327</c:v>
                </c:pt>
                <c:pt idx="711">
                  <c:v>41320</c:v>
                </c:pt>
                <c:pt idx="712">
                  <c:v>41313</c:v>
                </c:pt>
                <c:pt idx="713">
                  <c:v>41306</c:v>
                </c:pt>
                <c:pt idx="714">
                  <c:v>41299</c:v>
                </c:pt>
                <c:pt idx="715">
                  <c:v>41292</c:v>
                </c:pt>
                <c:pt idx="716">
                  <c:v>41285</c:v>
                </c:pt>
                <c:pt idx="717">
                  <c:v>41278</c:v>
                </c:pt>
                <c:pt idx="718">
                  <c:v>41271</c:v>
                </c:pt>
                <c:pt idx="719">
                  <c:v>41264</c:v>
                </c:pt>
                <c:pt idx="720">
                  <c:v>41257</c:v>
                </c:pt>
                <c:pt idx="721">
                  <c:v>41250</c:v>
                </c:pt>
                <c:pt idx="722">
                  <c:v>41243</c:v>
                </c:pt>
                <c:pt idx="723">
                  <c:v>41236</c:v>
                </c:pt>
                <c:pt idx="724">
                  <c:v>41229</c:v>
                </c:pt>
                <c:pt idx="725">
                  <c:v>41222</c:v>
                </c:pt>
                <c:pt idx="726">
                  <c:v>41215</c:v>
                </c:pt>
                <c:pt idx="727">
                  <c:v>41208</c:v>
                </c:pt>
                <c:pt idx="728">
                  <c:v>41201</c:v>
                </c:pt>
                <c:pt idx="729">
                  <c:v>41194</c:v>
                </c:pt>
                <c:pt idx="730">
                  <c:v>41187</c:v>
                </c:pt>
                <c:pt idx="731">
                  <c:v>41180</c:v>
                </c:pt>
                <c:pt idx="732">
                  <c:v>41173</c:v>
                </c:pt>
                <c:pt idx="733">
                  <c:v>41166</c:v>
                </c:pt>
                <c:pt idx="734">
                  <c:v>41159</c:v>
                </c:pt>
                <c:pt idx="735">
                  <c:v>41152</c:v>
                </c:pt>
                <c:pt idx="736">
                  <c:v>41145</c:v>
                </c:pt>
                <c:pt idx="737">
                  <c:v>41138</c:v>
                </c:pt>
                <c:pt idx="738">
                  <c:v>41131</c:v>
                </c:pt>
                <c:pt idx="739">
                  <c:v>41124</c:v>
                </c:pt>
                <c:pt idx="740">
                  <c:v>41117</c:v>
                </c:pt>
                <c:pt idx="741">
                  <c:v>41110</c:v>
                </c:pt>
                <c:pt idx="742">
                  <c:v>41103</c:v>
                </c:pt>
                <c:pt idx="743">
                  <c:v>41096</c:v>
                </c:pt>
                <c:pt idx="744">
                  <c:v>41089</c:v>
                </c:pt>
                <c:pt idx="745">
                  <c:v>41082</c:v>
                </c:pt>
                <c:pt idx="746">
                  <c:v>41075</c:v>
                </c:pt>
                <c:pt idx="747">
                  <c:v>41068</c:v>
                </c:pt>
                <c:pt idx="748">
                  <c:v>41061</c:v>
                </c:pt>
                <c:pt idx="749">
                  <c:v>41054</c:v>
                </c:pt>
                <c:pt idx="750">
                  <c:v>41047</c:v>
                </c:pt>
                <c:pt idx="751">
                  <c:v>41040</c:v>
                </c:pt>
                <c:pt idx="752">
                  <c:v>41033</c:v>
                </c:pt>
                <c:pt idx="753">
                  <c:v>41026</c:v>
                </c:pt>
                <c:pt idx="754">
                  <c:v>41019</c:v>
                </c:pt>
                <c:pt idx="755">
                  <c:v>41012</c:v>
                </c:pt>
                <c:pt idx="756">
                  <c:v>41005</c:v>
                </c:pt>
                <c:pt idx="757">
                  <c:v>40998</c:v>
                </c:pt>
                <c:pt idx="758">
                  <c:v>40991</c:v>
                </c:pt>
                <c:pt idx="759">
                  <c:v>40984</c:v>
                </c:pt>
                <c:pt idx="760">
                  <c:v>40977</c:v>
                </c:pt>
                <c:pt idx="761">
                  <c:v>40970</c:v>
                </c:pt>
                <c:pt idx="762">
                  <c:v>40963</c:v>
                </c:pt>
                <c:pt idx="763">
                  <c:v>40956</c:v>
                </c:pt>
                <c:pt idx="764">
                  <c:v>40949</c:v>
                </c:pt>
                <c:pt idx="765">
                  <c:v>40942</c:v>
                </c:pt>
                <c:pt idx="766">
                  <c:v>40935</c:v>
                </c:pt>
                <c:pt idx="767">
                  <c:v>40928</c:v>
                </c:pt>
                <c:pt idx="768">
                  <c:v>40921</c:v>
                </c:pt>
                <c:pt idx="769">
                  <c:v>40914</c:v>
                </c:pt>
                <c:pt idx="770">
                  <c:v>40906</c:v>
                </c:pt>
                <c:pt idx="771">
                  <c:v>40900</c:v>
                </c:pt>
                <c:pt idx="772">
                  <c:v>40893</c:v>
                </c:pt>
                <c:pt idx="773">
                  <c:v>40886</c:v>
                </c:pt>
                <c:pt idx="774">
                  <c:v>40879</c:v>
                </c:pt>
                <c:pt idx="775">
                  <c:v>40872</c:v>
                </c:pt>
                <c:pt idx="776">
                  <c:v>40865</c:v>
                </c:pt>
                <c:pt idx="777">
                  <c:v>40858</c:v>
                </c:pt>
                <c:pt idx="778">
                  <c:v>40851</c:v>
                </c:pt>
                <c:pt idx="779">
                  <c:v>40844</c:v>
                </c:pt>
                <c:pt idx="780">
                  <c:v>40837</c:v>
                </c:pt>
                <c:pt idx="781">
                  <c:v>40830</c:v>
                </c:pt>
                <c:pt idx="782">
                  <c:v>40823</c:v>
                </c:pt>
                <c:pt idx="783">
                  <c:v>40816</c:v>
                </c:pt>
                <c:pt idx="784">
                  <c:v>40809</c:v>
                </c:pt>
                <c:pt idx="785">
                  <c:v>40802</c:v>
                </c:pt>
                <c:pt idx="786">
                  <c:v>40795</c:v>
                </c:pt>
                <c:pt idx="787">
                  <c:v>40788</c:v>
                </c:pt>
                <c:pt idx="788">
                  <c:v>40781</c:v>
                </c:pt>
                <c:pt idx="789">
                  <c:v>40774</c:v>
                </c:pt>
                <c:pt idx="790">
                  <c:v>40767</c:v>
                </c:pt>
                <c:pt idx="791">
                  <c:v>40760</c:v>
                </c:pt>
                <c:pt idx="792">
                  <c:v>40753</c:v>
                </c:pt>
                <c:pt idx="793">
                  <c:v>40746</c:v>
                </c:pt>
                <c:pt idx="794">
                  <c:v>40739</c:v>
                </c:pt>
                <c:pt idx="795">
                  <c:v>40732</c:v>
                </c:pt>
                <c:pt idx="796">
                  <c:v>40725</c:v>
                </c:pt>
                <c:pt idx="797">
                  <c:v>40718</c:v>
                </c:pt>
                <c:pt idx="798">
                  <c:v>40711</c:v>
                </c:pt>
                <c:pt idx="799">
                  <c:v>40704</c:v>
                </c:pt>
                <c:pt idx="800">
                  <c:v>40697</c:v>
                </c:pt>
                <c:pt idx="801">
                  <c:v>40690</c:v>
                </c:pt>
                <c:pt idx="802">
                  <c:v>40683</c:v>
                </c:pt>
                <c:pt idx="803">
                  <c:v>40676</c:v>
                </c:pt>
                <c:pt idx="804">
                  <c:v>40669</c:v>
                </c:pt>
                <c:pt idx="805">
                  <c:v>40662</c:v>
                </c:pt>
                <c:pt idx="806">
                  <c:v>40655</c:v>
                </c:pt>
                <c:pt idx="807">
                  <c:v>40648</c:v>
                </c:pt>
                <c:pt idx="808">
                  <c:v>40641</c:v>
                </c:pt>
                <c:pt idx="809">
                  <c:v>40634</c:v>
                </c:pt>
                <c:pt idx="810">
                  <c:v>40627</c:v>
                </c:pt>
                <c:pt idx="811">
                  <c:v>40620</c:v>
                </c:pt>
                <c:pt idx="812">
                  <c:v>40613</c:v>
                </c:pt>
                <c:pt idx="813">
                  <c:v>40606</c:v>
                </c:pt>
                <c:pt idx="814">
                  <c:v>40599</c:v>
                </c:pt>
                <c:pt idx="815">
                  <c:v>40592</c:v>
                </c:pt>
                <c:pt idx="816">
                  <c:v>40585</c:v>
                </c:pt>
                <c:pt idx="817">
                  <c:v>40575</c:v>
                </c:pt>
                <c:pt idx="818">
                  <c:v>40571</c:v>
                </c:pt>
                <c:pt idx="819">
                  <c:v>40564</c:v>
                </c:pt>
                <c:pt idx="820">
                  <c:v>40557</c:v>
                </c:pt>
                <c:pt idx="821">
                  <c:v>40550</c:v>
                </c:pt>
                <c:pt idx="822">
                  <c:v>40542</c:v>
                </c:pt>
                <c:pt idx="823">
                  <c:v>40536</c:v>
                </c:pt>
                <c:pt idx="824">
                  <c:v>40529</c:v>
                </c:pt>
                <c:pt idx="825">
                  <c:v>40522</c:v>
                </c:pt>
                <c:pt idx="826">
                  <c:v>40515</c:v>
                </c:pt>
                <c:pt idx="827">
                  <c:v>40508</c:v>
                </c:pt>
                <c:pt idx="828">
                  <c:v>40501</c:v>
                </c:pt>
                <c:pt idx="829">
                  <c:v>40494</c:v>
                </c:pt>
                <c:pt idx="830">
                  <c:v>40487</c:v>
                </c:pt>
                <c:pt idx="831">
                  <c:v>40480</c:v>
                </c:pt>
                <c:pt idx="832">
                  <c:v>40473</c:v>
                </c:pt>
                <c:pt idx="833">
                  <c:v>40466</c:v>
                </c:pt>
                <c:pt idx="834">
                  <c:v>40459</c:v>
                </c:pt>
                <c:pt idx="835">
                  <c:v>40452</c:v>
                </c:pt>
                <c:pt idx="836">
                  <c:v>40445</c:v>
                </c:pt>
                <c:pt idx="837">
                  <c:v>40438</c:v>
                </c:pt>
                <c:pt idx="838">
                  <c:v>40431</c:v>
                </c:pt>
                <c:pt idx="839">
                  <c:v>40424</c:v>
                </c:pt>
                <c:pt idx="840">
                  <c:v>40417</c:v>
                </c:pt>
                <c:pt idx="841">
                  <c:v>40410</c:v>
                </c:pt>
                <c:pt idx="842">
                  <c:v>40403</c:v>
                </c:pt>
                <c:pt idx="843">
                  <c:v>40396</c:v>
                </c:pt>
                <c:pt idx="844">
                  <c:v>40389</c:v>
                </c:pt>
                <c:pt idx="845">
                  <c:v>40382</c:v>
                </c:pt>
                <c:pt idx="846">
                  <c:v>40375</c:v>
                </c:pt>
                <c:pt idx="847">
                  <c:v>40368</c:v>
                </c:pt>
                <c:pt idx="848">
                  <c:v>40361</c:v>
                </c:pt>
                <c:pt idx="849">
                  <c:v>40354</c:v>
                </c:pt>
                <c:pt idx="850">
                  <c:v>40347</c:v>
                </c:pt>
                <c:pt idx="851">
                  <c:v>40340</c:v>
                </c:pt>
                <c:pt idx="852">
                  <c:v>40333</c:v>
                </c:pt>
                <c:pt idx="853">
                  <c:v>40326</c:v>
                </c:pt>
                <c:pt idx="854">
                  <c:v>40318</c:v>
                </c:pt>
                <c:pt idx="855">
                  <c:v>40312</c:v>
                </c:pt>
                <c:pt idx="856">
                  <c:v>40305</c:v>
                </c:pt>
                <c:pt idx="857">
                  <c:v>40298</c:v>
                </c:pt>
                <c:pt idx="858">
                  <c:v>40291</c:v>
                </c:pt>
                <c:pt idx="859">
                  <c:v>40284</c:v>
                </c:pt>
                <c:pt idx="860">
                  <c:v>40277</c:v>
                </c:pt>
                <c:pt idx="861">
                  <c:v>40270</c:v>
                </c:pt>
                <c:pt idx="862">
                  <c:v>40263</c:v>
                </c:pt>
                <c:pt idx="863">
                  <c:v>40256</c:v>
                </c:pt>
                <c:pt idx="864">
                  <c:v>40249</c:v>
                </c:pt>
                <c:pt idx="865">
                  <c:v>40242</c:v>
                </c:pt>
                <c:pt idx="866">
                  <c:v>40235</c:v>
                </c:pt>
                <c:pt idx="867">
                  <c:v>40228</c:v>
                </c:pt>
                <c:pt idx="868">
                  <c:v>40221</c:v>
                </c:pt>
                <c:pt idx="869">
                  <c:v>40214</c:v>
                </c:pt>
                <c:pt idx="870">
                  <c:v>40207</c:v>
                </c:pt>
                <c:pt idx="871">
                  <c:v>40200</c:v>
                </c:pt>
                <c:pt idx="872">
                  <c:v>40193</c:v>
                </c:pt>
                <c:pt idx="873">
                  <c:v>40186</c:v>
                </c:pt>
                <c:pt idx="874">
                  <c:v>40177</c:v>
                </c:pt>
                <c:pt idx="875">
                  <c:v>40171</c:v>
                </c:pt>
                <c:pt idx="876">
                  <c:v>40165</c:v>
                </c:pt>
                <c:pt idx="877">
                  <c:v>40158</c:v>
                </c:pt>
                <c:pt idx="878">
                  <c:v>40151</c:v>
                </c:pt>
                <c:pt idx="879">
                  <c:v>40144</c:v>
                </c:pt>
                <c:pt idx="880">
                  <c:v>40137</c:v>
                </c:pt>
                <c:pt idx="881">
                  <c:v>40130</c:v>
                </c:pt>
                <c:pt idx="882">
                  <c:v>40123</c:v>
                </c:pt>
                <c:pt idx="883">
                  <c:v>40116</c:v>
                </c:pt>
                <c:pt idx="884">
                  <c:v>40109</c:v>
                </c:pt>
                <c:pt idx="885">
                  <c:v>40102</c:v>
                </c:pt>
                <c:pt idx="886">
                  <c:v>40095</c:v>
                </c:pt>
                <c:pt idx="887">
                  <c:v>40087</c:v>
                </c:pt>
                <c:pt idx="888">
                  <c:v>40081</c:v>
                </c:pt>
                <c:pt idx="889">
                  <c:v>40074</c:v>
                </c:pt>
                <c:pt idx="890">
                  <c:v>40067</c:v>
                </c:pt>
                <c:pt idx="891">
                  <c:v>40060</c:v>
                </c:pt>
                <c:pt idx="892">
                  <c:v>40053</c:v>
                </c:pt>
                <c:pt idx="893">
                  <c:v>40046</c:v>
                </c:pt>
                <c:pt idx="894">
                  <c:v>40039</c:v>
                </c:pt>
                <c:pt idx="895">
                  <c:v>40032</c:v>
                </c:pt>
                <c:pt idx="896">
                  <c:v>40025</c:v>
                </c:pt>
                <c:pt idx="897">
                  <c:v>40018</c:v>
                </c:pt>
                <c:pt idx="898">
                  <c:v>40011</c:v>
                </c:pt>
                <c:pt idx="899">
                  <c:v>40004</c:v>
                </c:pt>
                <c:pt idx="900">
                  <c:v>39997</c:v>
                </c:pt>
                <c:pt idx="901">
                  <c:v>39990</c:v>
                </c:pt>
                <c:pt idx="902">
                  <c:v>39983</c:v>
                </c:pt>
                <c:pt idx="903">
                  <c:v>39976</c:v>
                </c:pt>
                <c:pt idx="904">
                  <c:v>39969</c:v>
                </c:pt>
                <c:pt idx="905">
                  <c:v>39962</c:v>
                </c:pt>
                <c:pt idx="906">
                  <c:v>39955</c:v>
                </c:pt>
                <c:pt idx="907">
                  <c:v>39948</c:v>
                </c:pt>
                <c:pt idx="908">
                  <c:v>39941</c:v>
                </c:pt>
                <c:pt idx="909">
                  <c:v>39933</c:v>
                </c:pt>
                <c:pt idx="910">
                  <c:v>39927</c:v>
                </c:pt>
                <c:pt idx="911">
                  <c:v>39920</c:v>
                </c:pt>
                <c:pt idx="912">
                  <c:v>39913</c:v>
                </c:pt>
                <c:pt idx="913">
                  <c:v>39906</c:v>
                </c:pt>
                <c:pt idx="914">
                  <c:v>39899</c:v>
                </c:pt>
                <c:pt idx="915">
                  <c:v>39892</c:v>
                </c:pt>
                <c:pt idx="916">
                  <c:v>39885</c:v>
                </c:pt>
                <c:pt idx="917">
                  <c:v>39878</c:v>
                </c:pt>
                <c:pt idx="918">
                  <c:v>39871</c:v>
                </c:pt>
                <c:pt idx="919">
                  <c:v>39864</c:v>
                </c:pt>
                <c:pt idx="920">
                  <c:v>39857</c:v>
                </c:pt>
                <c:pt idx="921">
                  <c:v>39850</c:v>
                </c:pt>
                <c:pt idx="922">
                  <c:v>39843</c:v>
                </c:pt>
                <c:pt idx="923">
                  <c:v>39836</c:v>
                </c:pt>
                <c:pt idx="924">
                  <c:v>39829</c:v>
                </c:pt>
                <c:pt idx="925">
                  <c:v>39822</c:v>
                </c:pt>
                <c:pt idx="926">
                  <c:v>39815</c:v>
                </c:pt>
                <c:pt idx="927">
                  <c:v>39808</c:v>
                </c:pt>
                <c:pt idx="928">
                  <c:v>39801</c:v>
                </c:pt>
                <c:pt idx="929">
                  <c:v>39794</c:v>
                </c:pt>
                <c:pt idx="930">
                  <c:v>39787</c:v>
                </c:pt>
                <c:pt idx="931">
                  <c:v>39780</c:v>
                </c:pt>
                <c:pt idx="932">
                  <c:v>39773</c:v>
                </c:pt>
                <c:pt idx="933">
                  <c:v>39766</c:v>
                </c:pt>
                <c:pt idx="934">
                  <c:v>39759</c:v>
                </c:pt>
                <c:pt idx="935">
                  <c:v>39752</c:v>
                </c:pt>
                <c:pt idx="936">
                  <c:v>39745</c:v>
                </c:pt>
                <c:pt idx="937">
                  <c:v>39738</c:v>
                </c:pt>
                <c:pt idx="938">
                  <c:v>39731</c:v>
                </c:pt>
                <c:pt idx="939">
                  <c:v>39723</c:v>
                </c:pt>
                <c:pt idx="940">
                  <c:v>39717</c:v>
                </c:pt>
                <c:pt idx="941">
                  <c:v>39710</c:v>
                </c:pt>
                <c:pt idx="942">
                  <c:v>39703</c:v>
                </c:pt>
                <c:pt idx="943">
                  <c:v>39696</c:v>
                </c:pt>
                <c:pt idx="944">
                  <c:v>39689</c:v>
                </c:pt>
                <c:pt idx="945">
                  <c:v>39682</c:v>
                </c:pt>
                <c:pt idx="946">
                  <c:v>39674</c:v>
                </c:pt>
                <c:pt idx="947">
                  <c:v>39668</c:v>
                </c:pt>
                <c:pt idx="948">
                  <c:v>39661</c:v>
                </c:pt>
                <c:pt idx="949">
                  <c:v>39654</c:v>
                </c:pt>
                <c:pt idx="950">
                  <c:v>39647</c:v>
                </c:pt>
                <c:pt idx="951">
                  <c:v>39640</c:v>
                </c:pt>
                <c:pt idx="952">
                  <c:v>39633</c:v>
                </c:pt>
                <c:pt idx="953">
                  <c:v>39626</c:v>
                </c:pt>
                <c:pt idx="954">
                  <c:v>39619</c:v>
                </c:pt>
                <c:pt idx="955">
                  <c:v>39612</c:v>
                </c:pt>
                <c:pt idx="956">
                  <c:v>39604</c:v>
                </c:pt>
                <c:pt idx="957">
                  <c:v>39598</c:v>
                </c:pt>
                <c:pt idx="958">
                  <c:v>39591</c:v>
                </c:pt>
                <c:pt idx="959">
                  <c:v>39584</c:v>
                </c:pt>
                <c:pt idx="960">
                  <c:v>39577</c:v>
                </c:pt>
                <c:pt idx="961">
                  <c:v>39570</c:v>
                </c:pt>
                <c:pt idx="962">
                  <c:v>39563</c:v>
                </c:pt>
                <c:pt idx="963">
                  <c:v>39556</c:v>
                </c:pt>
                <c:pt idx="964">
                  <c:v>39549</c:v>
                </c:pt>
                <c:pt idx="965">
                  <c:v>39542</c:v>
                </c:pt>
                <c:pt idx="966">
                  <c:v>39535</c:v>
                </c:pt>
                <c:pt idx="967">
                  <c:v>39528</c:v>
                </c:pt>
                <c:pt idx="968">
                  <c:v>39521</c:v>
                </c:pt>
                <c:pt idx="969">
                  <c:v>39514</c:v>
                </c:pt>
                <c:pt idx="970">
                  <c:v>39507</c:v>
                </c:pt>
                <c:pt idx="971">
                  <c:v>39500</c:v>
                </c:pt>
                <c:pt idx="972">
                  <c:v>39493</c:v>
                </c:pt>
                <c:pt idx="973">
                  <c:v>39483</c:v>
                </c:pt>
                <c:pt idx="974">
                  <c:v>39479</c:v>
                </c:pt>
                <c:pt idx="975">
                  <c:v>39472</c:v>
                </c:pt>
                <c:pt idx="976">
                  <c:v>39465</c:v>
                </c:pt>
                <c:pt idx="977">
                  <c:v>39458</c:v>
                </c:pt>
                <c:pt idx="978">
                  <c:v>39451</c:v>
                </c:pt>
                <c:pt idx="979">
                  <c:v>39444</c:v>
                </c:pt>
                <c:pt idx="980">
                  <c:v>39437</c:v>
                </c:pt>
                <c:pt idx="981">
                  <c:v>39430</c:v>
                </c:pt>
                <c:pt idx="982">
                  <c:v>39423</c:v>
                </c:pt>
                <c:pt idx="983">
                  <c:v>39416</c:v>
                </c:pt>
                <c:pt idx="984">
                  <c:v>39409</c:v>
                </c:pt>
                <c:pt idx="985">
                  <c:v>39402</c:v>
                </c:pt>
              </c:numCache>
            </c:numRef>
          </c:cat>
          <c:val>
            <c:numRef>
              <c:f>data!$B$15:$B$1000</c:f>
              <c:numCache>
                <c:formatCode>#,##0.00</c:formatCode>
                <c:ptCount val="986"/>
                <c:pt idx="0">
                  <c:v>6625.93</c:v>
                </c:pt>
                <c:pt idx="1">
                  <c:v>7003.74</c:v>
                </c:pt>
                <c:pt idx="2">
                  <c:v>7080.92</c:v>
                </c:pt>
                <c:pt idx="3">
                  <c:v>6894.23</c:v>
                </c:pt>
                <c:pt idx="4">
                  <c:v>6909.91</c:v>
                </c:pt>
                <c:pt idx="5">
                  <c:v>6687.21</c:v>
                </c:pt>
                <c:pt idx="6">
                  <c:v>6788.88</c:v>
                </c:pt>
                <c:pt idx="7">
                  <c:v>6912.95</c:v>
                </c:pt>
                <c:pt idx="8">
                  <c:v>6977.94</c:v>
                </c:pt>
                <c:pt idx="9">
                  <c:v>6258.77</c:v>
                </c:pt>
                <c:pt idx="10">
                  <c:v>6595.45</c:v>
                </c:pt>
                <c:pt idx="11">
                  <c:v>6690.62</c:v>
                </c:pt>
                <c:pt idx="12">
                  <c:v>6820.6</c:v>
                </c:pt>
                <c:pt idx="13">
                  <c:v>7475.94</c:v>
                </c:pt>
                <c:pt idx="14">
                  <c:v>8088.34</c:v>
                </c:pt>
                <c:pt idx="15">
                  <c:v>8411.2099999999991</c:v>
                </c:pt>
                <c:pt idx="16">
                  <c:v>9052.42</c:v>
                </c:pt>
                <c:pt idx="17">
                  <c:v>8123.62</c:v>
                </c:pt>
                <c:pt idx="18">
                  <c:v>8160.59</c:v>
                </c:pt>
                <c:pt idx="19">
                  <c:v>8476.15</c:v>
                </c:pt>
                <c:pt idx="20">
                  <c:v>7847.71</c:v>
                </c:pt>
                <c:pt idx="21">
                  <c:v>7493.18</c:v>
                </c:pt>
                <c:pt idx="22">
                  <c:v>7498</c:v>
                </c:pt>
                <c:pt idx="23">
                  <c:v>6598.87</c:v>
                </c:pt>
                <c:pt idx="24">
                  <c:v>6475.63</c:v>
                </c:pt>
                <c:pt idx="25">
                  <c:v>6191.92</c:v>
                </c:pt>
                <c:pt idx="26">
                  <c:v>5858.87</c:v>
                </c:pt>
                <c:pt idx="27">
                  <c:v>5377.3</c:v>
                </c:pt>
                <c:pt idx="28">
                  <c:v>5438.87</c:v>
                </c:pt>
                <c:pt idx="29">
                  <c:v>5781.2</c:v>
                </c:pt>
                <c:pt idx="30">
                  <c:v>5487.24</c:v>
                </c:pt>
                <c:pt idx="31">
                  <c:v>5584.87</c:v>
                </c:pt>
                <c:pt idx="32">
                  <c:v>6244.13</c:v>
                </c:pt>
                <c:pt idx="33">
                  <c:v>5808.53</c:v>
                </c:pt>
                <c:pt idx="34">
                  <c:v>5507.01</c:v>
                </c:pt>
                <c:pt idx="35">
                  <c:v>5089.1400000000003</c:v>
                </c:pt>
                <c:pt idx="36">
                  <c:v>5224.3599999999997</c:v>
                </c:pt>
                <c:pt idx="37">
                  <c:v>4990.07</c:v>
                </c:pt>
                <c:pt idx="38">
                  <c:v>4840.74</c:v>
                </c:pt>
                <c:pt idx="39">
                  <c:v>4586.32</c:v>
                </c:pt>
                <c:pt idx="40">
                  <c:v>4309.63</c:v>
                </c:pt>
                <c:pt idx="41">
                  <c:v>4129.68</c:v>
                </c:pt>
                <c:pt idx="42">
                  <c:v>4020.55</c:v>
                </c:pt>
                <c:pt idx="43">
                  <c:v>4167.16</c:v>
                </c:pt>
                <c:pt idx="44">
                  <c:v>4100.05</c:v>
                </c:pt>
                <c:pt idx="45">
                  <c:v>3926.59</c:v>
                </c:pt>
                <c:pt idx="46">
                  <c:v>3853.26</c:v>
                </c:pt>
                <c:pt idx="47">
                  <c:v>4011.57</c:v>
                </c:pt>
                <c:pt idx="48">
                  <c:v>3953.76</c:v>
                </c:pt>
                <c:pt idx="49">
                  <c:v>4107.5</c:v>
                </c:pt>
                <c:pt idx="50">
                  <c:v>3941.59</c:v>
                </c:pt>
                <c:pt idx="51">
                  <c:v>3748.89</c:v>
                </c:pt>
                <c:pt idx="52">
                  <c:v>3610.6</c:v>
                </c:pt>
                <c:pt idx="53">
                  <c:v>3549.21</c:v>
                </c:pt>
                <c:pt idx="54">
                  <c:v>3386.05</c:v>
                </c:pt>
                <c:pt idx="55">
                  <c:v>3445.24</c:v>
                </c:pt>
                <c:pt idx="56">
                  <c:v>3395.54</c:v>
                </c:pt>
                <c:pt idx="57">
                  <c:v>3205.12</c:v>
                </c:pt>
                <c:pt idx="58">
                  <c:v>3186.01</c:v>
                </c:pt>
                <c:pt idx="59">
                  <c:v>3168.73</c:v>
                </c:pt>
                <c:pt idx="60">
                  <c:v>3225.66</c:v>
                </c:pt>
                <c:pt idx="61">
                  <c:v>3210.01</c:v>
                </c:pt>
                <c:pt idx="62">
                  <c:v>3119.41</c:v>
                </c:pt>
                <c:pt idx="63">
                  <c:v>3196.05</c:v>
                </c:pt>
                <c:pt idx="64">
                  <c:v>3188.07</c:v>
                </c:pt>
                <c:pt idx="65">
                  <c:v>3175.77</c:v>
                </c:pt>
                <c:pt idx="66">
                  <c:v>3054.28</c:v>
                </c:pt>
                <c:pt idx="67">
                  <c:v>3055.94</c:v>
                </c:pt>
                <c:pt idx="68">
                  <c:v>3021.84</c:v>
                </c:pt>
                <c:pt idx="69">
                  <c:v>2894.62</c:v>
                </c:pt>
                <c:pt idx="70">
                  <c:v>2812.05</c:v>
                </c:pt>
                <c:pt idx="71">
                  <c:v>2697.67</c:v>
                </c:pt>
                <c:pt idx="72">
                  <c:v>2592.09</c:v>
                </c:pt>
                <c:pt idx="73">
                  <c:v>2626.87</c:v>
                </c:pt>
                <c:pt idx="74">
                  <c:v>2577.27</c:v>
                </c:pt>
                <c:pt idx="75">
                  <c:v>2559.79</c:v>
                </c:pt>
                <c:pt idx="76">
                  <c:v>2546.3000000000002</c:v>
                </c:pt>
                <c:pt idx="77">
                  <c:v>2483.42</c:v>
                </c:pt>
                <c:pt idx="78">
                  <c:v>2432.7199999999998</c:v>
                </c:pt>
                <c:pt idx="79">
                  <c:v>2465.42</c:v>
                </c:pt>
                <c:pt idx="80">
                  <c:v>2557.98</c:v>
                </c:pt>
                <c:pt idx="81">
                  <c:v>2643.13</c:v>
                </c:pt>
                <c:pt idx="82">
                  <c:v>2566.36</c:v>
                </c:pt>
                <c:pt idx="83">
                  <c:v>2563.48</c:v>
                </c:pt>
                <c:pt idx="84" formatCode="#,##0">
                  <c:v>2532.7800000000002</c:v>
                </c:pt>
                <c:pt idx="85">
                  <c:v>2654.58</c:v>
                </c:pt>
                <c:pt idx="86">
                  <c:v>2591.0500000000002</c:v>
                </c:pt>
                <c:pt idx="87">
                  <c:v>2521.92</c:v>
                </c:pt>
                <c:pt idx="88">
                  <c:v>2517.37</c:v>
                </c:pt>
                <c:pt idx="89">
                  <c:v>2536.8000000000002</c:v>
                </c:pt>
                <c:pt idx="90">
                  <c:v>2523.5500000000002</c:v>
                </c:pt>
                <c:pt idx="91">
                  <c:v>2515.7800000000002</c:v>
                </c:pt>
                <c:pt idx="92">
                  <c:v>2441.92</c:v>
                </c:pt>
                <c:pt idx="93">
                  <c:v>2404.77</c:v>
                </c:pt>
                <c:pt idx="94">
                  <c:v>2404.15</c:v>
                </c:pt>
                <c:pt idx="95">
                  <c:v>2494.46</c:v>
                </c:pt>
                <c:pt idx="96">
                  <c:v>2428.16</c:v>
                </c:pt>
                <c:pt idx="97">
                  <c:v>2455.91</c:v>
                </c:pt>
                <c:pt idx="98">
                  <c:v>2501.2399999999998</c:v>
                </c:pt>
                <c:pt idx="99">
                  <c:v>2416.86</c:v>
                </c:pt>
                <c:pt idx="100">
                  <c:v>2561.15</c:v>
                </c:pt>
                <c:pt idx="101">
                  <c:v>2542.36</c:v>
                </c:pt>
                <c:pt idx="102">
                  <c:v>2583.27</c:v>
                </c:pt>
                <c:pt idx="103">
                  <c:v>2593.8200000000002</c:v>
                </c:pt>
                <c:pt idx="104">
                  <c:v>2596.91</c:v>
                </c:pt>
                <c:pt idx="105">
                  <c:v>2569.71</c:v>
                </c:pt>
                <c:pt idx="106">
                  <c:v>2649.78</c:v>
                </c:pt>
                <c:pt idx="107">
                  <c:v>2593.37</c:v>
                </c:pt>
                <c:pt idx="108">
                  <c:v>2575.41</c:v>
                </c:pt>
                <c:pt idx="109">
                  <c:v>2544.2800000000002</c:v>
                </c:pt>
                <c:pt idx="110">
                  <c:v>2674.31</c:v>
                </c:pt>
                <c:pt idx="111">
                  <c:v>2701.69</c:v>
                </c:pt>
                <c:pt idx="112">
                  <c:v>2697.23</c:v>
                </c:pt>
                <c:pt idx="113">
                  <c:v>2588.4299999999998</c:v>
                </c:pt>
                <c:pt idx="114">
                  <c:v>2676.19</c:v>
                </c:pt>
                <c:pt idx="115">
                  <c:v>2731.9</c:v>
                </c:pt>
                <c:pt idx="116">
                  <c:v>2795.46</c:v>
                </c:pt>
                <c:pt idx="117">
                  <c:v>2857</c:v>
                </c:pt>
                <c:pt idx="118">
                  <c:v>2862.23</c:v>
                </c:pt>
                <c:pt idx="119">
                  <c:v>2797.82</c:v>
                </c:pt>
                <c:pt idx="120">
                  <c:v>2784.26</c:v>
                </c:pt>
                <c:pt idx="121">
                  <c:v>2758.42</c:v>
                </c:pt>
                <c:pt idx="122">
                  <c:v>2722.67</c:v>
                </c:pt>
                <c:pt idx="123">
                  <c:v>2636.52</c:v>
                </c:pt>
                <c:pt idx="124">
                  <c:v>2687.6</c:v>
                </c:pt>
                <c:pt idx="125">
                  <c:v>2724.62</c:v>
                </c:pt>
                <c:pt idx="126">
                  <c:v>2727.63</c:v>
                </c:pt>
                <c:pt idx="127">
                  <c:v>2676.63</c:v>
                </c:pt>
                <c:pt idx="128">
                  <c:v>2656.33</c:v>
                </c:pt>
                <c:pt idx="129">
                  <c:v>2591.86</c:v>
                </c:pt>
                <c:pt idx="130">
                  <c:v>2681.82</c:v>
                </c:pt>
                <c:pt idx="131">
                  <c:v>2714.21</c:v>
                </c:pt>
                <c:pt idx="132">
                  <c:v>2746.63</c:v>
                </c:pt>
                <c:pt idx="133">
                  <c:v>2748.56</c:v>
                </c:pt>
                <c:pt idx="134">
                  <c:v>2666.84</c:v>
                </c:pt>
                <c:pt idx="135">
                  <c:v>2680.35</c:v>
                </c:pt>
                <c:pt idx="136">
                  <c:v>2642.36</c:v>
                </c:pt>
                <c:pt idx="137">
                  <c:v>2667.7</c:v>
                </c:pt>
                <c:pt idx="138">
                  <c:v>2648.76</c:v>
                </c:pt>
                <c:pt idx="139">
                  <c:v>2620.3200000000002</c:v>
                </c:pt>
                <c:pt idx="140">
                  <c:v>2615.31</c:v>
                </c:pt>
                <c:pt idx="141">
                  <c:v>2478.56</c:v>
                </c:pt>
                <c:pt idx="142">
                  <c:v>2472.7399999999998</c:v>
                </c:pt>
                <c:pt idx="143">
                  <c:v>2525.0500000000002</c:v>
                </c:pt>
                <c:pt idx="144">
                  <c:v>2578.08</c:v>
                </c:pt>
                <c:pt idx="145">
                  <c:v>2655.28</c:v>
                </c:pt>
                <c:pt idx="146">
                  <c:v>2599.5100000000002</c:v>
                </c:pt>
                <c:pt idx="147">
                  <c:v>2563.56</c:v>
                </c:pt>
                <c:pt idx="148">
                  <c:v>2517.85</c:v>
                </c:pt>
                <c:pt idx="149">
                  <c:v>2505.0100000000002</c:v>
                </c:pt>
                <c:pt idx="150">
                  <c:v>2496.63</c:v>
                </c:pt>
                <c:pt idx="151">
                  <c:v>2469.85</c:v>
                </c:pt>
                <c:pt idx="152">
                  <c:v>2409.66</c:v>
                </c:pt>
                <c:pt idx="153">
                  <c:v>2368.34</c:v>
                </c:pt>
                <c:pt idx="154">
                  <c:v>2302.81</c:v>
                </c:pt>
                <c:pt idx="155">
                  <c:v>2375</c:v>
                </c:pt>
                <c:pt idx="156">
                  <c:v>2456.15</c:v>
                </c:pt>
                <c:pt idx="157">
                  <c:v>2408.73</c:v>
                </c:pt>
                <c:pt idx="158">
                  <c:v>2465.0700000000002</c:v>
                </c:pt>
                <c:pt idx="159">
                  <c:v>2508.13</c:v>
                </c:pt>
                <c:pt idx="160">
                  <c:v>2601.2800000000002</c:v>
                </c:pt>
                <c:pt idx="161">
                  <c:v>2547.6799999999998</c:v>
                </c:pt>
                <c:pt idx="162">
                  <c:v>2563.71</c:v>
                </c:pt>
                <c:pt idx="163">
                  <c:v>2519.14</c:v>
                </c:pt>
                <c:pt idx="164">
                  <c:v>2504.5</c:v>
                </c:pt>
                <c:pt idx="165">
                  <c:v>2591.2600000000002</c:v>
                </c:pt>
                <c:pt idx="166">
                  <c:v>2602.8000000000002</c:v>
                </c:pt>
                <c:pt idx="167">
                  <c:v>2608.3200000000002</c:v>
                </c:pt>
                <c:pt idx="168">
                  <c:v>2609.7600000000002</c:v>
                </c:pt>
                <c:pt idx="169">
                  <c:v>2628.3</c:v>
                </c:pt>
                <c:pt idx="170">
                  <c:v>2526.71</c:v>
                </c:pt>
                <c:pt idx="171">
                  <c:v>2564.2800000000002</c:v>
                </c:pt>
                <c:pt idx="172">
                  <c:v>2570.1</c:v>
                </c:pt>
                <c:pt idx="173">
                  <c:v>2625.79</c:v>
                </c:pt>
                <c:pt idx="174">
                  <c:v>2641.16</c:v>
                </c:pt>
                <c:pt idx="175">
                  <c:v>2601.36</c:v>
                </c:pt>
                <c:pt idx="176">
                  <c:v>2558.81</c:v>
                </c:pt>
                <c:pt idx="177">
                  <c:v>2537.79</c:v>
                </c:pt>
                <c:pt idx="178">
                  <c:v>2475.42</c:v>
                </c:pt>
                <c:pt idx="179">
                  <c:v>2500.94</c:v>
                </c:pt>
                <c:pt idx="180">
                  <c:v>2501.5300000000002</c:v>
                </c:pt>
                <c:pt idx="181">
                  <c:v>2544.4</c:v>
                </c:pt>
                <c:pt idx="182">
                  <c:v>2571.4899999999998</c:v>
                </c:pt>
                <c:pt idx="183">
                  <c:v>2490.41</c:v>
                </c:pt>
                <c:pt idx="184">
                  <c:v>2476.86</c:v>
                </c:pt>
                <c:pt idx="185">
                  <c:v>2414.96</c:v>
                </c:pt>
                <c:pt idx="186">
                  <c:v>2395.69</c:v>
                </c:pt>
                <c:pt idx="187">
                  <c:v>2394.59</c:v>
                </c:pt>
                <c:pt idx="188">
                  <c:v>2432.0700000000002</c:v>
                </c:pt>
                <c:pt idx="189">
                  <c:v>2423.61</c:v>
                </c:pt>
                <c:pt idx="190">
                  <c:v>2451.21</c:v>
                </c:pt>
                <c:pt idx="191">
                  <c:v>2469.73</c:v>
                </c:pt>
                <c:pt idx="192">
                  <c:v>2480.4</c:v>
                </c:pt>
                <c:pt idx="193">
                  <c:v>2484.02</c:v>
                </c:pt>
                <c:pt idx="194">
                  <c:v>2395.2600000000002</c:v>
                </c:pt>
                <c:pt idx="195">
                  <c:v>2386.09</c:v>
                </c:pt>
                <c:pt idx="196">
                  <c:v>2289.9699999999998</c:v>
                </c:pt>
                <c:pt idx="197">
                  <c:v>2236.4</c:v>
                </c:pt>
                <c:pt idx="198">
                  <c:v>2313.69</c:v>
                </c:pt>
                <c:pt idx="199">
                  <c:v>2360.02</c:v>
                </c:pt>
                <c:pt idx="200">
                  <c:v>2389.04</c:v>
                </c:pt>
                <c:pt idx="201">
                  <c:v>2434.33</c:v>
                </c:pt>
                <c:pt idx="202">
                  <c:v>2437.86</c:v>
                </c:pt>
                <c:pt idx="203">
                  <c:v>2444.48</c:v>
                </c:pt>
                <c:pt idx="204">
                  <c:v>2483.16</c:v>
                </c:pt>
                <c:pt idx="205">
                  <c:v>2348.4299999999998</c:v>
                </c:pt>
                <c:pt idx="206">
                  <c:v>2268.4</c:v>
                </c:pt>
                <c:pt idx="207">
                  <c:v>2213.12</c:v>
                </c:pt>
                <c:pt idx="208">
                  <c:v>2212.5500000000002</c:v>
                </c:pt>
                <c:pt idx="209">
                  <c:v>2232.84</c:v>
                </c:pt>
                <c:pt idx="210">
                  <c:v>2155.4899999999998</c:v>
                </c:pt>
                <c:pt idx="211">
                  <c:v>2290</c:v>
                </c:pt>
                <c:pt idx="212">
                  <c:v>2382.7800000000002</c:v>
                </c:pt>
                <c:pt idx="213">
                  <c:v>2384.2800000000002</c:v>
                </c:pt>
                <c:pt idx="214">
                  <c:v>2409.41</c:v>
                </c:pt>
                <c:pt idx="215">
                  <c:v>2481.0300000000002</c:v>
                </c:pt>
                <c:pt idx="216">
                  <c:v>2492.69</c:v>
                </c:pt>
                <c:pt idx="217">
                  <c:v>2527.94</c:v>
                </c:pt>
                <c:pt idx="218">
                  <c:v>2490.8000000000002</c:v>
                </c:pt>
                <c:pt idx="219">
                  <c:v>2451.5</c:v>
                </c:pt>
                <c:pt idx="220">
                  <c:v>2393.14</c:v>
                </c:pt>
                <c:pt idx="221">
                  <c:v>2330.98</c:v>
                </c:pt>
                <c:pt idx="222">
                  <c:v>2350.61</c:v>
                </c:pt>
                <c:pt idx="223">
                  <c:v>2305.42</c:v>
                </c:pt>
                <c:pt idx="224">
                  <c:v>2366.6</c:v>
                </c:pt>
                <c:pt idx="225">
                  <c:v>2440.9299999999998</c:v>
                </c:pt>
                <c:pt idx="226">
                  <c:v>2595.87</c:v>
                </c:pt>
                <c:pt idx="227">
                  <c:v>2670.65</c:v>
                </c:pt>
                <c:pt idx="228">
                  <c:v>2638.05</c:v>
                </c:pt>
                <c:pt idx="229">
                  <c:v>2639.29</c:v>
                </c:pt>
                <c:pt idx="230">
                  <c:v>2604.2399999999998</c:v>
                </c:pt>
                <c:pt idx="231">
                  <c:v>2644.51</c:v>
                </c:pt>
                <c:pt idx="232">
                  <c:v>2695.05</c:v>
                </c:pt>
                <c:pt idx="233">
                  <c:v>2704.71</c:v>
                </c:pt>
                <c:pt idx="234">
                  <c:v>2696.06</c:v>
                </c:pt>
                <c:pt idx="235">
                  <c:v>2700.39</c:v>
                </c:pt>
                <c:pt idx="236">
                  <c:v>2739.85</c:v>
                </c:pt>
                <c:pt idx="237">
                  <c:v>2729.98</c:v>
                </c:pt>
                <c:pt idx="238">
                  <c:v>2707.02</c:v>
                </c:pt>
                <c:pt idx="239">
                  <c:v>2661.28</c:v>
                </c:pt>
                <c:pt idx="240">
                  <c:v>2713.43</c:v>
                </c:pt>
                <c:pt idx="241">
                  <c:v>2676.76</c:v>
                </c:pt>
                <c:pt idx="242">
                  <c:v>2744.52</c:v>
                </c:pt>
                <c:pt idx="243">
                  <c:v>2747.71</c:v>
                </c:pt>
                <c:pt idx="244">
                  <c:v>2750.26</c:v>
                </c:pt>
                <c:pt idx="245">
                  <c:v>2663.34</c:v>
                </c:pt>
                <c:pt idx="246">
                  <c:v>2834.29</c:v>
                </c:pt>
                <c:pt idx="247">
                  <c:v>2921.92</c:v>
                </c:pt>
                <c:pt idx="248">
                  <c:v>2954.89</c:v>
                </c:pt>
                <c:pt idx="249">
                  <c:v>2977.65</c:v>
                </c:pt>
                <c:pt idx="250">
                  <c:v>3012.43</c:v>
                </c:pt>
                <c:pt idx="251">
                  <c:v>3017.73</c:v>
                </c:pt>
                <c:pt idx="252">
                  <c:v>3010.23</c:v>
                </c:pt>
                <c:pt idx="253" formatCode="#,##0">
                  <c:v>2968.33</c:v>
                </c:pt>
                <c:pt idx="254">
                  <c:v>2936.44</c:v>
                </c:pt>
                <c:pt idx="255">
                  <c:v>2971.02</c:v>
                </c:pt>
                <c:pt idx="256">
                  <c:v>2968.8</c:v>
                </c:pt>
                <c:pt idx="257">
                  <c:v>2969.27</c:v>
                </c:pt>
                <c:pt idx="258">
                  <c:v>2970.68</c:v>
                </c:pt>
                <c:pt idx="259">
                  <c:v>3006.16</c:v>
                </c:pt>
                <c:pt idx="260">
                  <c:v>3015.06</c:v>
                </c:pt>
                <c:pt idx="261">
                  <c:v>2956.3</c:v>
                </c:pt>
                <c:pt idx="262">
                  <c:v>3019.18</c:v>
                </c:pt>
                <c:pt idx="263">
                  <c:v>3125.24</c:v>
                </c:pt>
                <c:pt idx="264">
                  <c:v>3140.51</c:v>
                </c:pt>
                <c:pt idx="265">
                  <c:v>3125.76</c:v>
                </c:pt>
                <c:pt idx="266">
                  <c:v>3201.06</c:v>
                </c:pt>
                <c:pt idx="267">
                  <c:v>3133.9</c:v>
                </c:pt>
                <c:pt idx="268">
                  <c:v>3060.51</c:v>
                </c:pt>
                <c:pt idx="269">
                  <c:v>3171.29</c:v>
                </c:pt>
                <c:pt idx="270">
                  <c:v>3270.36</c:v>
                </c:pt>
                <c:pt idx="271">
                  <c:v>3202.32</c:v>
                </c:pt>
                <c:pt idx="272">
                  <c:v>3254.42</c:v>
                </c:pt>
                <c:pt idx="273">
                  <c:v>3276.91</c:v>
                </c:pt>
                <c:pt idx="274">
                  <c:v>3217.95</c:v>
                </c:pt>
                <c:pt idx="275">
                  <c:v>3281.78</c:v>
                </c:pt>
                <c:pt idx="276">
                  <c:v>3302.84</c:v>
                </c:pt>
                <c:pt idx="277">
                  <c:v>3267.93</c:v>
                </c:pt>
                <c:pt idx="278">
                  <c:v>3249.32</c:v>
                </c:pt>
                <c:pt idx="279">
                  <c:v>3240.08</c:v>
                </c:pt>
                <c:pt idx="280">
                  <c:v>3188.73</c:v>
                </c:pt>
                <c:pt idx="281">
                  <c:v>3156.42</c:v>
                </c:pt>
                <c:pt idx="282">
                  <c:v>3153.32</c:v>
                </c:pt>
                <c:pt idx="283">
                  <c:v>3197.2</c:v>
                </c:pt>
                <c:pt idx="284">
                  <c:v>3147.86</c:v>
                </c:pt>
                <c:pt idx="285">
                  <c:v>3186.1</c:v>
                </c:pt>
                <c:pt idx="286">
                  <c:v>3198.62</c:v>
                </c:pt>
                <c:pt idx="287">
                  <c:v>3131.88</c:v>
                </c:pt>
                <c:pt idx="288">
                  <c:v>3112.8</c:v>
                </c:pt>
                <c:pt idx="289">
                  <c:v>3041.01</c:v>
                </c:pt>
                <c:pt idx="290">
                  <c:v>3039.53</c:v>
                </c:pt>
                <c:pt idx="291">
                  <c:v>3054.39</c:v>
                </c:pt>
                <c:pt idx="292">
                  <c:v>3026.26</c:v>
                </c:pt>
                <c:pt idx="293">
                  <c:v>3012.95</c:v>
                </c:pt>
                <c:pt idx="294">
                  <c:v>3107.62</c:v>
                </c:pt>
                <c:pt idx="295">
                  <c:v>3100.58</c:v>
                </c:pt>
                <c:pt idx="296">
                  <c:v>3120.63</c:v>
                </c:pt>
                <c:pt idx="297">
                  <c:v>2976.21</c:v>
                </c:pt>
                <c:pt idx="298">
                  <c:v>3140.63</c:v>
                </c:pt>
                <c:pt idx="299">
                  <c:v>3085.9</c:v>
                </c:pt>
                <c:pt idx="300">
                  <c:v>3152.18</c:v>
                </c:pt>
                <c:pt idx="301">
                  <c:v>2873.47</c:v>
                </c:pt>
                <c:pt idx="302">
                  <c:v>2806.86</c:v>
                </c:pt>
                <c:pt idx="303">
                  <c:v>2772.18</c:v>
                </c:pt>
                <c:pt idx="304">
                  <c:v>2770.06</c:v>
                </c:pt>
                <c:pt idx="305">
                  <c:v>2731.45</c:v>
                </c:pt>
                <c:pt idx="306">
                  <c:v>2633.45</c:v>
                </c:pt>
                <c:pt idx="307">
                  <c:v>2553.5</c:v>
                </c:pt>
                <c:pt idx="308">
                  <c:v>2493.87</c:v>
                </c:pt>
                <c:pt idx="309">
                  <c:v>2416.5</c:v>
                </c:pt>
                <c:pt idx="310">
                  <c:v>2267.15</c:v>
                </c:pt>
                <c:pt idx="311">
                  <c:v>2360.81</c:v>
                </c:pt>
                <c:pt idx="312">
                  <c:v>2341.5300000000002</c:v>
                </c:pt>
                <c:pt idx="313">
                  <c:v>2391.96</c:v>
                </c:pt>
                <c:pt idx="314">
                  <c:v>2327.89</c:v>
                </c:pt>
                <c:pt idx="315">
                  <c:v>2278.79</c:v>
                </c:pt>
                <c:pt idx="316">
                  <c:v>2412.4</c:v>
                </c:pt>
                <c:pt idx="317">
                  <c:v>2396.69</c:v>
                </c:pt>
                <c:pt idx="318">
                  <c:v>2368.25</c:v>
                </c:pt>
                <c:pt idx="319">
                  <c:v>2353.8000000000002</c:v>
                </c:pt>
                <c:pt idx="320">
                  <c:v>2304.59</c:v>
                </c:pt>
                <c:pt idx="321">
                  <c:v>2407.4899999999998</c:v>
                </c:pt>
                <c:pt idx="322">
                  <c:v>2351.67</c:v>
                </c:pt>
                <c:pt idx="323">
                  <c:v>2249.37</c:v>
                </c:pt>
                <c:pt idx="324">
                  <c:v>2200.44</c:v>
                </c:pt>
                <c:pt idx="325">
                  <c:v>2201.19</c:v>
                </c:pt>
                <c:pt idx="326" formatCode="#,##0">
                  <c:v>2150.25</c:v>
                </c:pt>
                <c:pt idx="327">
                  <c:v>2152.41</c:v>
                </c:pt>
                <c:pt idx="328">
                  <c:v>2134.65</c:v>
                </c:pt>
                <c:pt idx="329">
                  <c:v>2141.3200000000002</c:v>
                </c:pt>
                <c:pt idx="330">
                  <c:v>2132.3000000000002</c:v>
                </c:pt>
                <c:pt idx="331">
                  <c:v>2181.87</c:v>
                </c:pt>
                <c:pt idx="332">
                  <c:v>2029.6</c:v>
                </c:pt>
                <c:pt idx="333">
                  <c:v>1970.13</c:v>
                </c:pt>
                <c:pt idx="334">
                  <c:v>1927.28</c:v>
                </c:pt>
                <c:pt idx="335">
                  <c:v>1945.82</c:v>
                </c:pt>
                <c:pt idx="336">
                  <c:v>1947.56</c:v>
                </c:pt>
                <c:pt idx="337">
                  <c:v>1889.01</c:v>
                </c:pt>
                <c:pt idx="338">
                  <c:v>1914.53</c:v>
                </c:pt>
                <c:pt idx="339">
                  <c:v>1860.7</c:v>
                </c:pt>
                <c:pt idx="340">
                  <c:v>1725.44</c:v>
                </c:pt>
                <c:pt idx="341">
                  <c:v>1717.73</c:v>
                </c:pt>
                <c:pt idx="342" formatCode="#,##0">
                  <c:v>1566.15</c:v>
                </c:pt>
                <c:pt idx="343">
                  <c:v>1771.44</c:v>
                </c:pt>
                <c:pt idx="344">
                  <c:v>2040.22</c:v>
                </c:pt>
                <c:pt idx="345">
                  <c:v>1987.01</c:v>
                </c:pt>
                <c:pt idx="346">
                  <c:v>2162.84</c:v>
                </c:pt>
                <c:pt idx="347">
                  <c:v>2243.59</c:v>
                </c:pt>
                <c:pt idx="348">
                  <c:v>2211.9499999999998</c:v>
                </c:pt>
                <c:pt idx="349">
                  <c:v>2119.0100000000002</c:v>
                </c:pt>
                <c:pt idx="350">
                  <c:v>2246.13</c:v>
                </c:pt>
                <c:pt idx="351">
                  <c:v>2250.5700000000002</c:v>
                </c:pt>
                <c:pt idx="352">
                  <c:v>2206.39</c:v>
                </c:pt>
                <c:pt idx="353">
                  <c:v>2176.46</c:v>
                </c:pt>
                <c:pt idx="354">
                  <c:v>2204.21</c:v>
                </c:pt>
                <c:pt idx="355">
                  <c:v>2204.1799999999998</c:v>
                </c:pt>
                <c:pt idx="356">
                  <c:v>2170.25</c:v>
                </c:pt>
                <c:pt idx="357">
                  <c:v>2081.85</c:v>
                </c:pt>
                <c:pt idx="358">
                  <c:v>2087.96</c:v>
                </c:pt>
                <c:pt idx="359">
                  <c:v>2101.96</c:v>
                </c:pt>
                <c:pt idx="360">
                  <c:v>2162.1799999999998</c:v>
                </c:pt>
                <c:pt idx="361">
                  <c:v>2137.23</c:v>
                </c:pt>
                <c:pt idx="362">
                  <c:v>2100.1999999999998</c:v>
                </c:pt>
                <c:pt idx="363">
                  <c:v>2087.89</c:v>
                </c:pt>
                <c:pt idx="364">
                  <c:v>2060.69</c:v>
                </c:pt>
                <c:pt idx="365">
                  <c:v>2044.61</c:v>
                </c:pt>
                <c:pt idx="366">
                  <c:v>2020.69</c:v>
                </c:pt>
                <c:pt idx="367">
                  <c:v>2049.9299999999998</c:v>
                </c:pt>
                <c:pt idx="368">
                  <c:v>2091.52</c:v>
                </c:pt>
                <c:pt idx="369">
                  <c:v>2049.1999999999998</c:v>
                </c:pt>
                <c:pt idx="370">
                  <c:v>2009.13</c:v>
                </c:pt>
                <c:pt idx="371">
                  <c:v>1967.79</c:v>
                </c:pt>
                <c:pt idx="372">
                  <c:v>1948.3</c:v>
                </c:pt>
                <c:pt idx="373">
                  <c:v>1927.17</c:v>
                </c:pt>
                <c:pt idx="374">
                  <c:v>1937.75</c:v>
                </c:pt>
                <c:pt idx="375">
                  <c:v>1998.13</c:v>
                </c:pt>
                <c:pt idx="376">
                  <c:v>2066.2600000000002</c:v>
                </c:pt>
                <c:pt idx="377">
                  <c:v>2094.36</c:v>
                </c:pt>
                <c:pt idx="378">
                  <c:v>2086.66</c:v>
                </c:pt>
                <c:pt idx="379">
                  <c:v>2110.59</c:v>
                </c:pt>
                <c:pt idx="380">
                  <c:v>2130.62</c:v>
                </c:pt>
                <c:pt idx="381">
                  <c:v>2125.62</c:v>
                </c:pt>
                <c:pt idx="382">
                  <c:v>2095.41</c:v>
                </c:pt>
                <c:pt idx="383">
                  <c:v>2072.33</c:v>
                </c:pt>
                <c:pt idx="384">
                  <c:v>2041.74</c:v>
                </c:pt>
                <c:pt idx="385" formatCode="#,##0">
                  <c:v>2045.31</c:v>
                </c:pt>
                <c:pt idx="386">
                  <c:v>2055.8000000000002</c:v>
                </c:pt>
                <c:pt idx="387">
                  <c:v>2108.04</c:v>
                </c:pt>
                <c:pt idx="388">
                  <c:v>2196.3200000000002</c:v>
                </c:pt>
                <c:pt idx="389">
                  <c:v>2179.31</c:v>
                </c:pt>
                <c:pt idx="390">
                  <c:v>2216.15</c:v>
                </c:pt>
                <c:pt idx="391">
                  <c:v>2233.4499999999998</c:v>
                </c:pt>
                <c:pt idx="392">
                  <c:v>2209.61</c:v>
                </c:pt>
                <c:pt idx="393">
                  <c:v>2140.67</c:v>
                </c:pt>
                <c:pt idx="394">
                  <c:v>2186.9499999999998</c:v>
                </c:pt>
                <c:pt idx="395">
                  <c:v>2176.11</c:v>
                </c:pt>
                <c:pt idx="396">
                  <c:v>2137.44</c:v>
                </c:pt>
                <c:pt idx="397">
                  <c:v>2195.44</c:v>
                </c:pt>
                <c:pt idx="398">
                  <c:v>2230.5</c:v>
                </c:pt>
                <c:pt idx="399">
                  <c:v>2196.09</c:v>
                </c:pt>
                <c:pt idx="400">
                  <c:v>2177.0500000000002</c:v>
                </c:pt>
                <c:pt idx="401">
                  <c:v>2203.46</c:v>
                </c:pt>
                <c:pt idx="402">
                  <c:v>2177.73</c:v>
                </c:pt>
                <c:pt idx="403">
                  <c:v>2124.2800000000002</c:v>
                </c:pt>
                <c:pt idx="404">
                  <c:v>2075.5700000000002</c:v>
                </c:pt>
                <c:pt idx="405">
                  <c:v>2010.25</c:v>
                </c:pt>
                <c:pt idx="406">
                  <c:v>2041.04</c:v>
                </c:pt>
                <c:pt idx="407">
                  <c:v>2061.4899999999998</c:v>
                </c:pt>
                <c:pt idx="408">
                  <c:v>2069.38</c:v>
                </c:pt>
                <c:pt idx="409">
                  <c:v>2075.7600000000002</c:v>
                </c:pt>
                <c:pt idx="410">
                  <c:v>2096.86</c:v>
                </c:pt>
                <c:pt idx="411">
                  <c:v>2057.48</c:v>
                </c:pt>
                <c:pt idx="412">
                  <c:v>2092.4</c:v>
                </c:pt>
                <c:pt idx="413">
                  <c:v>2086.09</c:v>
                </c:pt>
                <c:pt idx="414" formatCode="#,##0">
                  <c:v>2096</c:v>
                </c:pt>
                <c:pt idx="415">
                  <c:v>2027.15</c:v>
                </c:pt>
                <c:pt idx="416">
                  <c:v>2156.2600000000002</c:v>
                </c:pt>
                <c:pt idx="417">
                  <c:v>2161.85</c:v>
                </c:pt>
                <c:pt idx="418">
                  <c:v>2267.52</c:v>
                </c:pt>
                <c:pt idx="419">
                  <c:v>2343.0700000000002</c:v>
                </c:pt>
                <c:pt idx="420">
                  <c:v>2339.17</c:v>
                </c:pt>
                <c:pt idx="421">
                  <c:v>2318.25</c:v>
                </c:pt>
                <c:pt idx="422">
                  <c:v>2281.58</c:v>
                </c:pt>
                <c:pt idx="423">
                  <c:v>2322.88</c:v>
                </c:pt>
                <c:pt idx="424">
                  <c:v>2293.21</c:v>
                </c:pt>
                <c:pt idx="425">
                  <c:v>2247.0500000000002</c:v>
                </c:pt>
                <c:pt idx="426">
                  <c:v>2282.79</c:v>
                </c:pt>
                <c:pt idx="427">
                  <c:v>2287.6799999999998</c:v>
                </c:pt>
                <c:pt idx="428">
                  <c:v>2294.9899999999998</c:v>
                </c:pt>
                <c:pt idx="429">
                  <c:v>2289.19</c:v>
                </c:pt>
                <c:pt idx="430">
                  <c:v>2310.9</c:v>
                </c:pt>
                <c:pt idx="431">
                  <c:v>2272.87</c:v>
                </c:pt>
                <c:pt idx="432">
                  <c:v>2326.13</c:v>
                </c:pt>
                <c:pt idx="433">
                  <c:v>2357.2199999999998</c:v>
                </c:pt>
                <c:pt idx="434">
                  <c:v>2404.04</c:v>
                </c:pt>
                <c:pt idx="435">
                  <c:v>2451.58</c:v>
                </c:pt>
                <c:pt idx="436">
                  <c:v>2438.96</c:v>
                </c:pt>
                <c:pt idx="437">
                  <c:v>2460.8000000000002</c:v>
                </c:pt>
                <c:pt idx="438">
                  <c:v>2460.65</c:v>
                </c:pt>
                <c:pt idx="439">
                  <c:v>2477.71</c:v>
                </c:pt>
                <c:pt idx="440">
                  <c:v>2461.38</c:v>
                </c:pt>
                <c:pt idx="441">
                  <c:v>2492.4</c:v>
                </c:pt>
                <c:pt idx="442">
                  <c:v>2476.33</c:v>
                </c:pt>
                <c:pt idx="443">
                  <c:v>2455.0700000000002</c:v>
                </c:pt>
                <c:pt idx="444">
                  <c:v>2429.58</c:v>
                </c:pt>
                <c:pt idx="445">
                  <c:v>2445.85</c:v>
                </c:pt>
                <c:pt idx="446">
                  <c:v>2416.7600000000002</c:v>
                </c:pt>
                <c:pt idx="447">
                  <c:v>2493.9699999999998</c:v>
                </c:pt>
                <c:pt idx="448">
                  <c:v>2459.4499999999998</c:v>
                </c:pt>
                <c:pt idx="449">
                  <c:v>2402.16</c:v>
                </c:pt>
                <c:pt idx="450">
                  <c:v>2451.52</c:v>
                </c:pt>
                <c:pt idx="451">
                  <c:v>2421.83</c:v>
                </c:pt>
                <c:pt idx="452">
                  <c:v>2363.77</c:v>
                </c:pt>
                <c:pt idx="453">
                  <c:v>2525.39</c:v>
                </c:pt>
                <c:pt idx="454">
                  <c:v>2574.7600000000002</c:v>
                </c:pt>
                <c:pt idx="455">
                  <c:v>2520.2600000000002</c:v>
                </c:pt>
                <c:pt idx="456">
                  <c:v>2496.42</c:v>
                </c:pt>
                <c:pt idx="457">
                  <c:v>2497.52</c:v>
                </c:pt>
                <c:pt idx="458">
                  <c:v>2467.4899999999998</c:v>
                </c:pt>
                <c:pt idx="459">
                  <c:v>2440.54</c:v>
                </c:pt>
                <c:pt idx="460">
                  <c:v>2482.0700000000002</c:v>
                </c:pt>
                <c:pt idx="461">
                  <c:v>2464</c:v>
                </c:pt>
                <c:pt idx="462">
                  <c:v>2475.41</c:v>
                </c:pt>
                <c:pt idx="463">
                  <c:v>2544.33</c:v>
                </c:pt>
                <c:pt idx="464">
                  <c:v>2533.9899999999998</c:v>
                </c:pt>
                <c:pt idx="465">
                  <c:v>2542.9499999999998</c:v>
                </c:pt>
                <c:pt idx="466">
                  <c:v>2557.9699999999998</c:v>
                </c:pt>
                <c:pt idx="467">
                  <c:v>2496.63</c:v>
                </c:pt>
                <c:pt idx="468">
                  <c:v>2489.54</c:v>
                </c:pt>
                <c:pt idx="469">
                  <c:v>2473.62</c:v>
                </c:pt>
                <c:pt idx="470">
                  <c:v>2394.4699999999998</c:v>
                </c:pt>
                <c:pt idx="471">
                  <c:v>2388.71</c:v>
                </c:pt>
                <c:pt idx="472">
                  <c:v>2386.0700000000002</c:v>
                </c:pt>
                <c:pt idx="473">
                  <c:v>2343.7199999999998</c:v>
                </c:pt>
                <c:pt idx="474" formatCode="#,##0">
                  <c:v>2357.69</c:v>
                </c:pt>
                <c:pt idx="475">
                  <c:v>2378.5100000000002</c:v>
                </c:pt>
                <c:pt idx="476">
                  <c:v>2358.37</c:v>
                </c:pt>
                <c:pt idx="477">
                  <c:v>2319.71</c:v>
                </c:pt>
                <c:pt idx="478">
                  <c:v>2395.4499999999998</c:v>
                </c:pt>
                <c:pt idx="479">
                  <c:v>2400.9899999999998</c:v>
                </c:pt>
                <c:pt idx="480">
                  <c:v>2450.06</c:v>
                </c:pt>
                <c:pt idx="481">
                  <c:v>2414.63</c:v>
                </c:pt>
                <c:pt idx="482">
                  <c:v>2379.87</c:v>
                </c:pt>
                <c:pt idx="483">
                  <c:v>2391.79</c:v>
                </c:pt>
                <c:pt idx="484">
                  <c:v>2378.6</c:v>
                </c:pt>
                <c:pt idx="485">
                  <c:v>2361.83</c:v>
                </c:pt>
                <c:pt idx="486">
                  <c:v>2381.69</c:v>
                </c:pt>
                <c:pt idx="487">
                  <c:v>2371.7199999999998</c:v>
                </c:pt>
                <c:pt idx="488">
                  <c:v>2355.3000000000002</c:v>
                </c:pt>
                <c:pt idx="489">
                  <c:v>2288.48</c:v>
                </c:pt>
                <c:pt idx="490">
                  <c:v>2286.02</c:v>
                </c:pt>
                <c:pt idx="491">
                  <c:v>2241.2399999999998</c:v>
                </c:pt>
                <c:pt idx="492">
                  <c:v>2205.44</c:v>
                </c:pt>
                <c:pt idx="493">
                  <c:v>2165.04</c:v>
                </c:pt>
                <c:pt idx="494">
                  <c:v>2134.88</c:v>
                </c:pt>
                <c:pt idx="495">
                  <c:v>2151.73</c:v>
                </c:pt>
                <c:pt idx="496">
                  <c:v>2160.23</c:v>
                </c:pt>
                <c:pt idx="497">
                  <c:v>2168.9499999999998</c:v>
                </c:pt>
                <c:pt idx="498">
                  <c:v>2164.58</c:v>
                </c:pt>
                <c:pt idx="499">
                  <c:v>2097.35</c:v>
                </c:pt>
                <c:pt idx="500">
                  <c:v>2078.75</c:v>
                </c:pt>
                <c:pt idx="501">
                  <c:v>2094.12</c:v>
                </c:pt>
                <c:pt idx="502">
                  <c:v>2080.58</c:v>
                </c:pt>
                <c:pt idx="503">
                  <c:v>2075.08</c:v>
                </c:pt>
                <c:pt idx="504">
                  <c:v>2073.16</c:v>
                </c:pt>
                <c:pt idx="505">
                  <c:v>2083.59</c:v>
                </c:pt>
                <c:pt idx="506">
                  <c:v>2065.61</c:v>
                </c:pt>
                <c:pt idx="507">
                  <c:v>2076.79</c:v>
                </c:pt>
                <c:pt idx="508">
                  <c:v>2049.12</c:v>
                </c:pt>
                <c:pt idx="509">
                  <c:v>2026.46</c:v>
                </c:pt>
                <c:pt idx="510">
                  <c:v>2035.9</c:v>
                </c:pt>
                <c:pt idx="511">
                  <c:v>2042.24</c:v>
                </c:pt>
                <c:pt idx="512">
                  <c:v>2024.69</c:v>
                </c:pt>
                <c:pt idx="513">
                  <c:v>1970.61</c:v>
                </c:pt>
                <c:pt idx="514">
                  <c:v>1974.46</c:v>
                </c:pt>
                <c:pt idx="515">
                  <c:v>1974.58</c:v>
                </c:pt>
                <c:pt idx="516">
                  <c:v>1984.43</c:v>
                </c:pt>
                <c:pt idx="517">
                  <c:v>1982.02</c:v>
                </c:pt>
                <c:pt idx="518">
                  <c:v>2019.42</c:v>
                </c:pt>
                <c:pt idx="519">
                  <c:v>2033</c:v>
                </c:pt>
                <c:pt idx="520">
                  <c:v>2022.66</c:v>
                </c:pt>
                <c:pt idx="521">
                  <c:v>2053.8000000000002</c:v>
                </c:pt>
                <c:pt idx="522">
                  <c:v>2043.63</c:v>
                </c:pt>
                <c:pt idx="523">
                  <c:v>2054.0700000000002</c:v>
                </c:pt>
                <c:pt idx="524">
                  <c:v>1999.36</c:v>
                </c:pt>
                <c:pt idx="525">
                  <c:v>2037.87</c:v>
                </c:pt>
                <c:pt idx="526">
                  <c:v>2038.31</c:v>
                </c:pt>
                <c:pt idx="527">
                  <c:v>2037.5</c:v>
                </c:pt>
                <c:pt idx="528">
                  <c:v>2056.2399999999998</c:v>
                </c:pt>
                <c:pt idx="529">
                  <c:v>2050.4699999999998</c:v>
                </c:pt>
                <c:pt idx="530">
                  <c:v>2017.94</c:v>
                </c:pt>
                <c:pt idx="531">
                  <c:v>2016.19</c:v>
                </c:pt>
                <c:pt idx="532">
                  <c:v>2010.34</c:v>
                </c:pt>
                <c:pt idx="533">
                  <c:v>2017.26</c:v>
                </c:pt>
                <c:pt idx="534">
                  <c:v>1963.1</c:v>
                </c:pt>
                <c:pt idx="535">
                  <c:v>1987.32</c:v>
                </c:pt>
                <c:pt idx="536">
                  <c:v>1925.24</c:v>
                </c:pt>
                <c:pt idx="537">
                  <c:v>1953.4</c:v>
                </c:pt>
                <c:pt idx="538">
                  <c:v>2017.63</c:v>
                </c:pt>
                <c:pt idx="539">
                  <c:v>1985.84</c:v>
                </c:pt>
                <c:pt idx="540">
                  <c:v>1969.17</c:v>
                </c:pt>
                <c:pt idx="541">
                  <c:v>1947.67</c:v>
                </c:pt>
                <c:pt idx="542">
                  <c:v>1966.99</c:v>
                </c:pt>
                <c:pt idx="543">
                  <c:v>1976.71</c:v>
                </c:pt>
                <c:pt idx="544">
                  <c:v>1994.15</c:v>
                </c:pt>
                <c:pt idx="545">
                  <c:v>2015.49</c:v>
                </c:pt>
                <c:pt idx="546">
                  <c:v>2014.71</c:v>
                </c:pt>
                <c:pt idx="547">
                  <c:v>1972.05</c:v>
                </c:pt>
                <c:pt idx="548">
                  <c:v>1973.57</c:v>
                </c:pt>
                <c:pt idx="549">
                  <c:v>1983.81</c:v>
                </c:pt>
                <c:pt idx="550">
                  <c:v>1992.12</c:v>
                </c:pt>
                <c:pt idx="551">
                  <c:v>1971.41</c:v>
                </c:pt>
                <c:pt idx="552">
                  <c:v>1955.63</c:v>
                </c:pt>
                <c:pt idx="553">
                  <c:v>1920.16</c:v>
                </c:pt>
                <c:pt idx="554">
                  <c:v>1916.24</c:v>
                </c:pt>
                <c:pt idx="555">
                  <c:v>1835.28</c:v>
                </c:pt>
                <c:pt idx="556">
                  <c:v>1917.79</c:v>
                </c:pt>
                <c:pt idx="557">
                  <c:v>1912.06</c:v>
                </c:pt>
                <c:pt idx="558">
                  <c:v>1879.43</c:v>
                </c:pt>
                <c:pt idx="559">
                  <c:v>1878.87</c:v>
                </c:pt>
                <c:pt idx="560">
                  <c:v>1917.62</c:v>
                </c:pt>
                <c:pt idx="561">
                  <c:v>1961.31</c:v>
                </c:pt>
                <c:pt idx="562">
                  <c:v>1990.65</c:v>
                </c:pt>
                <c:pt idx="563">
                  <c:v>1975.32</c:v>
                </c:pt>
                <c:pt idx="564">
                  <c:v>1948.62</c:v>
                </c:pt>
                <c:pt idx="565">
                  <c:v>1974.4</c:v>
                </c:pt>
                <c:pt idx="566">
                  <c:v>2028.99</c:v>
                </c:pt>
                <c:pt idx="567">
                  <c:v>1989.86</c:v>
                </c:pt>
                <c:pt idx="568">
                  <c:v>1973.29</c:v>
                </c:pt>
                <c:pt idx="569">
                  <c:v>2041.07</c:v>
                </c:pt>
                <c:pt idx="570">
                  <c:v>2029.47</c:v>
                </c:pt>
                <c:pt idx="571">
                  <c:v>2040.4</c:v>
                </c:pt>
                <c:pt idx="572">
                  <c:v>2030.26</c:v>
                </c:pt>
                <c:pt idx="573">
                  <c:v>2019.53</c:v>
                </c:pt>
                <c:pt idx="574">
                  <c:v>1969.68</c:v>
                </c:pt>
                <c:pt idx="575">
                  <c:v>1942.85</c:v>
                </c:pt>
                <c:pt idx="576">
                  <c:v>1995.95</c:v>
                </c:pt>
                <c:pt idx="577">
                  <c:v>1941.37</c:v>
                </c:pt>
                <c:pt idx="578">
                  <c:v>1886.04</c:v>
                </c:pt>
                <c:pt idx="579">
                  <c:v>1937.67</c:v>
                </c:pt>
                <c:pt idx="580">
                  <c:v>1876.07</c:v>
                </c:pt>
                <c:pt idx="581">
                  <c:v>1983.46</c:v>
                </c:pt>
                <c:pt idx="582">
                  <c:v>2010.23</c:v>
                </c:pt>
                <c:pt idx="583">
                  <c:v>2030.16</c:v>
                </c:pt>
                <c:pt idx="584">
                  <c:v>2045.96</c:v>
                </c:pt>
                <c:pt idx="585">
                  <c:v>2076.79</c:v>
                </c:pt>
                <c:pt idx="586">
                  <c:v>2031.17</c:v>
                </c:pt>
                <c:pt idx="587">
                  <c:v>2104.41</c:v>
                </c:pt>
                <c:pt idx="588">
                  <c:v>2090.2600000000002</c:v>
                </c:pt>
                <c:pt idx="589">
                  <c:v>2046.96</c:v>
                </c:pt>
                <c:pt idx="590">
                  <c:v>2052.17</c:v>
                </c:pt>
                <c:pt idx="591">
                  <c:v>2068.1</c:v>
                </c:pt>
                <c:pt idx="592">
                  <c:v>2114.8000000000002</c:v>
                </c:pt>
                <c:pt idx="593">
                  <c:v>2146.1</c:v>
                </c:pt>
                <c:pt idx="594">
                  <c:v>2106.5</c:v>
                </c:pt>
                <c:pt idx="595">
                  <c:v>2085.52</c:v>
                </c:pt>
                <c:pt idx="596">
                  <c:v>2127.17</c:v>
                </c:pt>
                <c:pt idx="597">
                  <c:v>2159.8000000000002</c:v>
                </c:pt>
                <c:pt idx="598">
                  <c:v>2143.5</c:v>
                </c:pt>
                <c:pt idx="599">
                  <c:v>2087.7600000000002</c:v>
                </c:pt>
                <c:pt idx="600">
                  <c:v>2045.42</c:v>
                </c:pt>
                <c:pt idx="601">
                  <c:v>2019.8</c:v>
                </c:pt>
                <c:pt idx="602">
                  <c:v>2037.24</c:v>
                </c:pt>
                <c:pt idx="603">
                  <c:v>1985.79</c:v>
                </c:pt>
                <c:pt idx="604">
                  <c:v>2012.94</c:v>
                </c:pt>
                <c:pt idx="605">
                  <c:v>1985.8</c:v>
                </c:pt>
                <c:pt idx="606">
                  <c:v>1961.45</c:v>
                </c:pt>
                <c:pt idx="607">
                  <c:v>1957.5</c:v>
                </c:pt>
                <c:pt idx="608">
                  <c:v>1955.52</c:v>
                </c:pt>
                <c:pt idx="609">
                  <c:v>1949.26</c:v>
                </c:pt>
                <c:pt idx="610">
                  <c:v>1936.09</c:v>
                </c:pt>
                <c:pt idx="611">
                  <c:v>1888.13</c:v>
                </c:pt>
                <c:pt idx="612">
                  <c:v>1924.7</c:v>
                </c:pt>
                <c:pt idx="613">
                  <c:v>1926.44</c:v>
                </c:pt>
                <c:pt idx="614">
                  <c:v>1948.16</c:v>
                </c:pt>
                <c:pt idx="615">
                  <c:v>1929.98</c:v>
                </c:pt>
                <c:pt idx="616">
                  <c:v>1921.71</c:v>
                </c:pt>
                <c:pt idx="617">
                  <c:v>1986.62</c:v>
                </c:pt>
                <c:pt idx="618">
                  <c:v>1980.78</c:v>
                </c:pt>
                <c:pt idx="619">
                  <c:v>1964.84</c:v>
                </c:pt>
                <c:pt idx="620">
                  <c:v>1945.14</c:v>
                </c:pt>
                <c:pt idx="621">
                  <c:v>1939.87</c:v>
                </c:pt>
                <c:pt idx="622">
                  <c:v>1964.43</c:v>
                </c:pt>
                <c:pt idx="623">
                  <c:v>1925.69</c:v>
                </c:pt>
                <c:pt idx="624">
                  <c:v>1900.66</c:v>
                </c:pt>
                <c:pt idx="625">
                  <c:v>1940.92</c:v>
                </c:pt>
                <c:pt idx="626">
                  <c:v>1976.16</c:v>
                </c:pt>
                <c:pt idx="627">
                  <c:v>2031.64</c:v>
                </c:pt>
                <c:pt idx="628">
                  <c:v>2053.8200000000002</c:v>
                </c:pt>
                <c:pt idx="629">
                  <c:v>2041.86</c:v>
                </c:pt>
                <c:pt idx="630">
                  <c:v>2049.41</c:v>
                </c:pt>
                <c:pt idx="631">
                  <c:v>2068.54</c:v>
                </c:pt>
                <c:pt idx="632">
                  <c:v>2056.6999999999998</c:v>
                </c:pt>
                <c:pt idx="633">
                  <c:v>2063.2199999999998</c:v>
                </c:pt>
                <c:pt idx="634">
                  <c:v>2031.1</c:v>
                </c:pt>
                <c:pt idx="635">
                  <c:v>2073.1</c:v>
                </c:pt>
                <c:pt idx="636">
                  <c:v>2033.85</c:v>
                </c:pt>
                <c:pt idx="637">
                  <c:v>2019.42</c:v>
                </c:pt>
                <c:pt idx="638">
                  <c:v>1988.74</c:v>
                </c:pt>
                <c:pt idx="639">
                  <c:v>2009.66</c:v>
                </c:pt>
                <c:pt idx="640">
                  <c:v>1988.51</c:v>
                </c:pt>
                <c:pt idx="641">
                  <c:v>1968.07</c:v>
                </c:pt>
                <c:pt idx="642">
                  <c:v>1990.85</c:v>
                </c:pt>
                <c:pt idx="643">
                  <c:v>1995.48</c:v>
                </c:pt>
                <c:pt idx="644">
                  <c:v>1994.96</c:v>
                </c:pt>
                <c:pt idx="645">
                  <c:v>2017.17</c:v>
                </c:pt>
                <c:pt idx="646">
                  <c:v>2013.44</c:v>
                </c:pt>
                <c:pt idx="647">
                  <c:v>1956.55</c:v>
                </c:pt>
                <c:pt idx="648">
                  <c:v>1959.44</c:v>
                </c:pt>
                <c:pt idx="649">
                  <c:v>1971.66</c:v>
                </c:pt>
                <c:pt idx="650">
                  <c:v>2004.28</c:v>
                </c:pt>
                <c:pt idx="651">
                  <c:v>1997.44</c:v>
                </c:pt>
                <c:pt idx="652">
                  <c:v>1988.09</c:v>
                </c:pt>
                <c:pt idx="653">
                  <c:v>1981</c:v>
                </c:pt>
                <c:pt idx="654">
                  <c:v>1934.94</c:v>
                </c:pt>
                <c:pt idx="655">
                  <c:v>1919.9</c:v>
                </c:pt>
                <c:pt idx="656">
                  <c:v>1974.68</c:v>
                </c:pt>
                <c:pt idx="657">
                  <c:v>1979.99</c:v>
                </c:pt>
                <c:pt idx="658">
                  <c:v>1957.83</c:v>
                </c:pt>
                <c:pt idx="659">
                  <c:v>1940.28</c:v>
                </c:pt>
                <c:pt idx="660">
                  <c:v>1922.5</c:v>
                </c:pt>
                <c:pt idx="661">
                  <c:v>1941.15</c:v>
                </c:pt>
                <c:pt idx="662">
                  <c:v>1940.56</c:v>
                </c:pt>
                <c:pt idx="663">
                  <c:v>1944.48</c:v>
                </c:pt>
                <c:pt idx="664">
                  <c:v>1938.54</c:v>
                </c:pt>
                <c:pt idx="665">
                  <c:v>1946.14</c:v>
                </c:pt>
                <c:pt idx="666">
                  <c:v>2002.28</c:v>
                </c:pt>
                <c:pt idx="667">
                  <c:v>1983.35</c:v>
                </c:pt>
                <c:pt idx="668">
                  <c:v>1962.91</c:v>
                </c:pt>
                <c:pt idx="669">
                  <c:v>1980.41</c:v>
                </c:pt>
                <c:pt idx="670">
                  <c:v>2044.87</c:v>
                </c:pt>
                <c:pt idx="671">
                  <c:v>2006.23</c:v>
                </c:pt>
                <c:pt idx="672">
                  <c:v>2005.64</c:v>
                </c:pt>
                <c:pt idx="673">
                  <c:v>1984.87</c:v>
                </c:pt>
                <c:pt idx="674">
                  <c:v>2039.42</c:v>
                </c:pt>
                <c:pt idx="675">
                  <c:v>2034.39</c:v>
                </c:pt>
                <c:pt idx="676">
                  <c:v>2052.4</c:v>
                </c:pt>
                <c:pt idx="677">
                  <c:v>2024.9</c:v>
                </c:pt>
                <c:pt idx="678">
                  <c:v>1996.98</c:v>
                </c:pt>
                <c:pt idx="679">
                  <c:v>2011.8</c:v>
                </c:pt>
                <c:pt idx="680">
                  <c:v>2005.58</c:v>
                </c:pt>
                <c:pt idx="681">
                  <c:v>1994.32</c:v>
                </c:pt>
                <c:pt idx="682">
                  <c:v>1955.31</c:v>
                </c:pt>
                <c:pt idx="683">
                  <c:v>1926.36</c:v>
                </c:pt>
                <c:pt idx="684">
                  <c:v>1870.16</c:v>
                </c:pt>
                <c:pt idx="685">
                  <c:v>1920.11</c:v>
                </c:pt>
                <c:pt idx="686">
                  <c:v>1880.71</c:v>
                </c:pt>
                <c:pt idx="687">
                  <c:v>1923.38</c:v>
                </c:pt>
                <c:pt idx="688">
                  <c:v>1910.81</c:v>
                </c:pt>
                <c:pt idx="689">
                  <c:v>1871.41</c:v>
                </c:pt>
                <c:pt idx="690">
                  <c:v>1869.98</c:v>
                </c:pt>
                <c:pt idx="691">
                  <c:v>1833.31</c:v>
                </c:pt>
                <c:pt idx="692">
                  <c:v>1863.32</c:v>
                </c:pt>
                <c:pt idx="693">
                  <c:v>1822.83</c:v>
                </c:pt>
                <c:pt idx="694">
                  <c:v>1889.24</c:v>
                </c:pt>
                <c:pt idx="695">
                  <c:v>1923.85</c:v>
                </c:pt>
                <c:pt idx="696">
                  <c:v>2001.05</c:v>
                </c:pt>
                <c:pt idx="697">
                  <c:v>1973.45</c:v>
                </c:pt>
                <c:pt idx="698">
                  <c:v>1986.81</c:v>
                </c:pt>
                <c:pt idx="699">
                  <c:v>1944.75</c:v>
                </c:pt>
                <c:pt idx="700">
                  <c:v>1965.71</c:v>
                </c:pt>
                <c:pt idx="701">
                  <c:v>1944.56</c:v>
                </c:pt>
                <c:pt idx="702">
                  <c:v>1906.75</c:v>
                </c:pt>
                <c:pt idx="703">
                  <c:v>1924.23</c:v>
                </c:pt>
                <c:pt idx="704">
                  <c:v>1927.23</c:v>
                </c:pt>
                <c:pt idx="705">
                  <c:v>2004.89</c:v>
                </c:pt>
                <c:pt idx="706">
                  <c:v>1948.71</c:v>
                </c:pt>
                <c:pt idx="707">
                  <c:v>1986.5</c:v>
                </c:pt>
                <c:pt idx="708">
                  <c:v>2006.01</c:v>
                </c:pt>
                <c:pt idx="709">
                  <c:v>2026.49</c:v>
                </c:pt>
                <c:pt idx="710">
                  <c:v>2018.89</c:v>
                </c:pt>
                <c:pt idx="711">
                  <c:v>1981.18</c:v>
                </c:pt>
                <c:pt idx="712">
                  <c:v>1950.9</c:v>
                </c:pt>
                <c:pt idx="713" formatCode="#,##0">
                  <c:v>1957.79</c:v>
                </c:pt>
                <c:pt idx="714">
                  <c:v>1946.69</c:v>
                </c:pt>
                <c:pt idx="715">
                  <c:v>1987.85</c:v>
                </c:pt>
                <c:pt idx="716">
                  <c:v>1996.67</c:v>
                </c:pt>
                <c:pt idx="717">
                  <c:v>2011.94</c:v>
                </c:pt>
                <c:pt idx="718">
                  <c:v>1997.05</c:v>
                </c:pt>
                <c:pt idx="719">
                  <c:v>1980.42</c:v>
                </c:pt>
                <c:pt idx="720">
                  <c:v>1995.04</c:v>
                </c:pt>
                <c:pt idx="721">
                  <c:v>1957.45</c:v>
                </c:pt>
                <c:pt idx="722">
                  <c:v>1932.9</c:v>
                </c:pt>
                <c:pt idx="723">
                  <c:v>1911.33</c:v>
                </c:pt>
                <c:pt idx="724">
                  <c:v>1860.83</c:v>
                </c:pt>
                <c:pt idx="725">
                  <c:v>1904.41</c:v>
                </c:pt>
                <c:pt idx="726">
                  <c:v>1918.72</c:v>
                </c:pt>
                <c:pt idx="727">
                  <c:v>1891.43</c:v>
                </c:pt>
                <c:pt idx="728">
                  <c:v>1943.84</c:v>
                </c:pt>
                <c:pt idx="729">
                  <c:v>1933.26</c:v>
                </c:pt>
                <c:pt idx="730">
                  <c:v>1995.17</c:v>
                </c:pt>
                <c:pt idx="731">
                  <c:v>1996.21</c:v>
                </c:pt>
                <c:pt idx="732">
                  <c:v>2002.37</c:v>
                </c:pt>
                <c:pt idx="733">
                  <c:v>2007.58</c:v>
                </c:pt>
                <c:pt idx="734">
                  <c:v>1929.58</c:v>
                </c:pt>
                <c:pt idx="735">
                  <c:v>1905.12</c:v>
                </c:pt>
                <c:pt idx="736">
                  <c:v>1919.81</c:v>
                </c:pt>
                <c:pt idx="737">
                  <c:v>1946.54</c:v>
                </c:pt>
                <c:pt idx="738">
                  <c:v>1946.4</c:v>
                </c:pt>
                <c:pt idx="739">
                  <c:v>1848.68</c:v>
                </c:pt>
                <c:pt idx="740">
                  <c:v>1829.16</c:v>
                </c:pt>
                <c:pt idx="741">
                  <c:v>1822.93</c:v>
                </c:pt>
                <c:pt idx="742">
                  <c:v>1812.89</c:v>
                </c:pt>
                <c:pt idx="743">
                  <c:v>1858.2</c:v>
                </c:pt>
                <c:pt idx="744">
                  <c:v>1854.01</c:v>
                </c:pt>
                <c:pt idx="745">
                  <c:v>1847.39</c:v>
                </c:pt>
                <c:pt idx="746">
                  <c:v>1858.16</c:v>
                </c:pt>
                <c:pt idx="747">
                  <c:v>1835.64</c:v>
                </c:pt>
                <c:pt idx="748">
                  <c:v>1834.51</c:v>
                </c:pt>
                <c:pt idx="749">
                  <c:v>1824.17</c:v>
                </c:pt>
                <c:pt idx="750">
                  <c:v>1782.46</c:v>
                </c:pt>
                <c:pt idx="751">
                  <c:v>1917.13</c:v>
                </c:pt>
                <c:pt idx="752">
                  <c:v>1989.15</c:v>
                </c:pt>
                <c:pt idx="753">
                  <c:v>1975.35</c:v>
                </c:pt>
                <c:pt idx="754">
                  <c:v>1974.65</c:v>
                </c:pt>
                <c:pt idx="755">
                  <c:v>2008.91</c:v>
                </c:pt>
                <c:pt idx="756">
                  <c:v>2029.03</c:v>
                </c:pt>
                <c:pt idx="757">
                  <c:v>2014.04</c:v>
                </c:pt>
                <c:pt idx="758">
                  <c:v>2026.83</c:v>
                </c:pt>
                <c:pt idx="759">
                  <c:v>2034.44</c:v>
                </c:pt>
                <c:pt idx="760">
                  <c:v>2018.3</c:v>
                </c:pt>
                <c:pt idx="761">
                  <c:v>2034.63</c:v>
                </c:pt>
                <c:pt idx="762">
                  <c:v>2019.89</c:v>
                </c:pt>
                <c:pt idx="763">
                  <c:v>2023.47</c:v>
                </c:pt>
                <c:pt idx="764">
                  <c:v>1993.71</c:v>
                </c:pt>
                <c:pt idx="765">
                  <c:v>1972.34</c:v>
                </c:pt>
                <c:pt idx="766">
                  <c:v>1964.83</c:v>
                </c:pt>
                <c:pt idx="767">
                  <c:v>1949.89</c:v>
                </c:pt>
                <c:pt idx="768">
                  <c:v>1875.68</c:v>
                </c:pt>
                <c:pt idx="769">
                  <c:v>1843.14</c:v>
                </c:pt>
                <c:pt idx="770">
                  <c:v>1825.74</c:v>
                </c:pt>
                <c:pt idx="771">
                  <c:v>1867.22</c:v>
                </c:pt>
                <c:pt idx="772">
                  <c:v>1839.96</c:v>
                </c:pt>
                <c:pt idx="773" formatCode="#,##0">
                  <c:v>1874.75</c:v>
                </c:pt>
                <c:pt idx="774">
                  <c:v>1916.04</c:v>
                </c:pt>
                <c:pt idx="775">
                  <c:v>1776.4</c:v>
                </c:pt>
                <c:pt idx="776">
                  <c:v>1839.17</c:v>
                </c:pt>
                <c:pt idx="777">
                  <c:v>1863.45</c:v>
                </c:pt>
                <c:pt idx="778">
                  <c:v>1928.41</c:v>
                </c:pt>
                <c:pt idx="779">
                  <c:v>1929.48</c:v>
                </c:pt>
                <c:pt idx="780">
                  <c:v>1838.38</c:v>
                </c:pt>
                <c:pt idx="781">
                  <c:v>1835.4</c:v>
                </c:pt>
                <c:pt idx="782">
                  <c:v>1759.77</c:v>
                </c:pt>
                <c:pt idx="783">
                  <c:v>1769.65</c:v>
                </c:pt>
                <c:pt idx="784">
                  <c:v>1697.44</c:v>
                </c:pt>
                <c:pt idx="785">
                  <c:v>1840.1</c:v>
                </c:pt>
                <c:pt idx="786">
                  <c:v>1812.93</c:v>
                </c:pt>
                <c:pt idx="787">
                  <c:v>1867.75</c:v>
                </c:pt>
                <c:pt idx="788">
                  <c:v>1778.95</c:v>
                </c:pt>
                <c:pt idx="789">
                  <c:v>1744.88</c:v>
                </c:pt>
                <c:pt idx="790">
                  <c:v>1793.31</c:v>
                </c:pt>
                <c:pt idx="791">
                  <c:v>1943.75</c:v>
                </c:pt>
                <c:pt idx="792">
                  <c:v>2133.21</c:v>
                </c:pt>
                <c:pt idx="793">
                  <c:v>2171.23</c:v>
                </c:pt>
                <c:pt idx="794">
                  <c:v>2145.1999999999998</c:v>
                </c:pt>
                <c:pt idx="795">
                  <c:v>2180.35</c:v>
                </c:pt>
                <c:pt idx="796">
                  <c:v>2125.7399999999998</c:v>
                </c:pt>
                <c:pt idx="797">
                  <c:v>2090.81</c:v>
                </c:pt>
                <c:pt idx="798">
                  <c:v>2031.93</c:v>
                </c:pt>
                <c:pt idx="799">
                  <c:v>2046.67</c:v>
                </c:pt>
                <c:pt idx="800">
                  <c:v>2113.4699999999998</c:v>
                </c:pt>
                <c:pt idx="801">
                  <c:v>2100.2399999999998</c:v>
                </c:pt>
                <c:pt idx="802">
                  <c:v>2111.5</c:v>
                </c:pt>
                <c:pt idx="803">
                  <c:v>2120.08</c:v>
                </c:pt>
                <c:pt idx="804">
                  <c:v>2147.4499999999998</c:v>
                </c:pt>
                <c:pt idx="805">
                  <c:v>2192.36</c:v>
                </c:pt>
                <c:pt idx="806">
                  <c:v>2197.8200000000002</c:v>
                </c:pt>
                <c:pt idx="807">
                  <c:v>2140.5</c:v>
                </c:pt>
                <c:pt idx="808">
                  <c:v>2127.9699999999998</c:v>
                </c:pt>
                <c:pt idx="809">
                  <c:v>2121.0100000000002</c:v>
                </c:pt>
                <c:pt idx="810">
                  <c:v>2054.04</c:v>
                </c:pt>
                <c:pt idx="811">
                  <c:v>1981.13</c:v>
                </c:pt>
                <c:pt idx="812">
                  <c:v>1955.54</c:v>
                </c:pt>
                <c:pt idx="813">
                  <c:v>2004.68</c:v>
                </c:pt>
                <c:pt idx="814">
                  <c:v>1963.43</c:v>
                </c:pt>
                <c:pt idx="815">
                  <c:v>2013.14</c:v>
                </c:pt>
                <c:pt idx="816">
                  <c:v>1977.19</c:v>
                </c:pt>
                <c:pt idx="817">
                  <c:v>2072.0300000000002</c:v>
                </c:pt>
                <c:pt idx="818">
                  <c:v>2107.87</c:v>
                </c:pt>
                <c:pt idx="819">
                  <c:v>2069.92</c:v>
                </c:pt>
                <c:pt idx="820">
                  <c:v>2108.17</c:v>
                </c:pt>
                <c:pt idx="821">
                  <c:v>2086.1999999999998</c:v>
                </c:pt>
                <c:pt idx="822">
                  <c:v>2051</c:v>
                </c:pt>
                <c:pt idx="823">
                  <c:v>2029.6</c:v>
                </c:pt>
                <c:pt idx="824">
                  <c:v>2026.3</c:v>
                </c:pt>
                <c:pt idx="825">
                  <c:v>1986.14</c:v>
                </c:pt>
                <c:pt idx="826">
                  <c:v>1957.26</c:v>
                </c:pt>
                <c:pt idx="827">
                  <c:v>1901.8</c:v>
                </c:pt>
                <c:pt idx="828">
                  <c:v>1940.96</c:v>
                </c:pt>
                <c:pt idx="829">
                  <c:v>1913.12</c:v>
                </c:pt>
                <c:pt idx="830">
                  <c:v>1938.96</c:v>
                </c:pt>
                <c:pt idx="831">
                  <c:v>1882.95</c:v>
                </c:pt>
                <c:pt idx="832">
                  <c:v>1897.31</c:v>
                </c:pt>
                <c:pt idx="833">
                  <c:v>1902.29</c:v>
                </c:pt>
                <c:pt idx="834">
                  <c:v>1897.07</c:v>
                </c:pt>
                <c:pt idx="835">
                  <c:v>1876.73</c:v>
                </c:pt>
                <c:pt idx="836">
                  <c:v>1846.6</c:v>
                </c:pt>
                <c:pt idx="837">
                  <c:v>1827.35</c:v>
                </c:pt>
                <c:pt idx="838">
                  <c:v>1802.58</c:v>
                </c:pt>
                <c:pt idx="839">
                  <c:v>1780.02</c:v>
                </c:pt>
                <c:pt idx="840">
                  <c:v>1729.56</c:v>
                </c:pt>
                <c:pt idx="841">
                  <c:v>1775.54</c:v>
                </c:pt>
                <c:pt idx="842">
                  <c:v>1746.24</c:v>
                </c:pt>
                <c:pt idx="843">
                  <c:v>1783.83</c:v>
                </c:pt>
                <c:pt idx="844">
                  <c:v>1759.33</c:v>
                </c:pt>
                <c:pt idx="845">
                  <c:v>1758.06</c:v>
                </c:pt>
                <c:pt idx="846">
                  <c:v>1738.45</c:v>
                </c:pt>
                <c:pt idx="847">
                  <c:v>1723.01</c:v>
                </c:pt>
                <c:pt idx="848">
                  <c:v>1671.82</c:v>
                </c:pt>
                <c:pt idx="849">
                  <c:v>1729.84</c:v>
                </c:pt>
                <c:pt idx="850">
                  <c:v>1711.95</c:v>
                </c:pt>
                <c:pt idx="851">
                  <c:v>1675.34</c:v>
                </c:pt>
                <c:pt idx="852">
                  <c:v>1664.13</c:v>
                </c:pt>
                <c:pt idx="853">
                  <c:v>1622.78</c:v>
                </c:pt>
                <c:pt idx="854">
                  <c:v>1600.18</c:v>
                </c:pt>
                <c:pt idx="855">
                  <c:v>1695.63</c:v>
                </c:pt>
                <c:pt idx="856">
                  <c:v>1647.5</c:v>
                </c:pt>
                <c:pt idx="857">
                  <c:v>1741.56</c:v>
                </c:pt>
                <c:pt idx="858">
                  <c:v>1737.03</c:v>
                </c:pt>
                <c:pt idx="859">
                  <c:v>1734.49</c:v>
                </c:pt>
                <c:pt idx="860">
                  <c:v>1724.47</c:v>
                </c:pt>
                <c:pt idx="861">
                  <c:v>1723.49</c:v>
                </c:pt>
                <c:pt idx="862">
                  <c:v>1697.72</c:v>
                </c:pt>
                <c:pt idx="863">
                  <c:v>1686.11</c:v>
                </c:pt>
                <c:pt idx="864">
                  <c:v>1662.74</c:v>
                </c:pt>
                <c:pt idx="865">
                  <c:v>1634.57</c:v>
                </c:pt>
                <c:pt idx="866">
                  <c:v>1594.58</c:v>
                </c:pt>
                <c:pt idx="867">
                  <c:v>1593.9</c:v>
                </c:pt>
                <c:pt idx="868">
                  <c:v>1593.66</c:v>
                </c:pt>
                <c:pt idx="869">
                  <c:v>1567.12</c:v>
                </c:pt>
                <c:pt idx="870">
                  <c:v>1602.43</c:v>
                </c:pt>
                <c:pt idx="871">
                  <c:v>1684.35</c:v>
                </c:pt>
                <c:pt idx="872">
                  <c:v>1701.8</c:v>
                </c:pt>
                <c:pt idx="873">
                  <c:v>1695.26</c:v>
                </c:pt>
                <c:pt idx="874">
                  <c:v>1682.77</c:v>
                </c:pt>
                <c:pt idx="875">
                  <c:v>1682.34</c:v>
                </c:pt>
                <c:pt idx="876">
                  <c:v>1647.04</c:v>
                </c:pt>
                <c:pt idx="877">
                  <c:v>1656.9</c:v>
                </c:pt>
                <c:pt idx="878">
                  <c:v>1624.76</c:v>
                </c:pt>
                <c:pt idx="879">
                  <c:v>1524.5</c:v>
                </c:pt>
                <c:pt idx="880">
                  <c:v>1620.6</c:v>
                </c:pt>
                <c:pt idx="881">
                  <c:v>1571.99</c:v>
                </c:pt>
                <c:pt idx="882">
                  <c:v>1572.46</c:v>
                </c:pt>
                <c:pt idx="883">
                  <c:v>1580.69</c:v>
                </c:pt>
                <c:pt idx="884">
                  <c:v>1640.17</c:v>
                </c:pt>
                <c:pt idx="885">
                  <c:v>1640.36</c:v>
                </c:pt>
                <c:pt idx="886">
                  <c:v>1646.79</c:v>
                </c:pt>
                <c:pt idx="887">
                  <c:v>1644.63</c:v>
                </c:pt>
                <c:pt idx="888">
                  <c:v>1691.48</c:v>
                </c:pt>
                <c:pt idx="889">
                  <c:v>1699.71</c:v>
                </c:pt>
                <c:pt idx="890">
                  <c:v>1651.7</c:v>
                </c:pt>
                <c:pt idx="891">
                  <c:v>1608.9</c:v>
                </c:pt>
                <c:pt idx="892">
                  <c:v>1607.94</c:v>
                </c:pt>
                <c:pt idx="893">
                  <c:v>1580.98</c:v>
                </c:pt>
                <c:pt idx="894">
                  <c:v>1591.41</c:v>
                </c:pt>
                <c:pt idx="895">
                  <c:v>1576</c:v>
                </c:pt>
                <c:pt idx="896">
                  <c:v>1557.29</c:v>
                </c:pt>
                <c:pt idx="897">
                  <c:v>1502.59</c:v>
                </c:pt>
                <c:pt idx="898">
                  <c:v>1440.1</c:v>
                </c:pt>
                <c:pt idx="899">
                  <c:v>1428.62</c:v>
                </c:pt>
                <c:pt idx="900">
                  <c:v>1420.04</c:v>
                </c:pt>
                <c:pt idx="901">
                  <c:v>1394.53</c:v>
                </c:pt>
                <c:pt idx="902">
                  <c:v>1383.34</c:v>
                </c:pt>
                <c:pt idx="903">
                  <c:v>1428.59</c:v>
                </c:pt>
                <c:pt idx="904">
                  <c:v>1394.71</c:v>
                </c:pt>
                <c:pt idx="905">
                  <c:v>1395.89</c:v>
                </c:pt>
                <c:pt idx="906">
                  <c:v>1403.75</c:v>
                </c:pt>
                <c:pt idx="907">
                  <c:v>1391.73</c:v>
                </c:pt>
                <c:pt idx="908">
                  <c:v>1412.13</c:v>
                </c:pt>
                <c:pt idx="909">
                  <c:v>1369.36</c:v>
                </c:pt>
                <c:pt idx="910">
                  <c:v>1354.1</c:v>
                </c:pt>
                <c:pt idx="911">
                  <c:v>1329</c:v>
                </c:pt>
                <c:pt idx="912">
                  <c:v>1336.04</c:v>
                </c:pt>
                <c:pt idx="913">
                  <c:v>1283.75</c:v>
                </c:pt>
                <c:pt idx="914">
                  <c:v>1237.51</c:v>
                </c:pt>
                <c:pt idx="915">
                  <c:v>1170.94</c:v>
                </c:pt>
                <c:pt idx="916">
                  <c:v>1126.03</c:v>
                </c:pt>
                <c:pt idx="917">
                  <c:v>1055.03</c:v>
                </c:pt>
                <c:pt idx="918">
                  <c:v>1063.03</c:v>
                </c:pt>
                <c:pt idx="919">
                  <c:v>1065.95</c:v>
                </c:pt>
                <c:pt idx="920">
                  <c:v>1192.44</c:v>
                </c:pt>
                <c:pt idx="921">
                  <c:v>1210.26</c:v>
                </c:pt>
                <c:pt idx="922" formatCode="#,##0">
                  <c:v>1162.1099999999999</c:v>
                </c:pt>
                <c:pt idx="923">
                  <c:v>1093.4000000000001</c:v>
                </c:pt>
                <c:pt idx="924">
                  <c:v>1135.2</c:v>
                </c:pt>
                <c:pt idx="925">
                  <c:v>1180.96</c:v>
                </c:pt>
                <c:pt idx="926">
                  <c:v>1157.4000000000001</c:v>
                </c:pt>
                <c:pt idx="927">
                  <c:v>1117.8599999999999</c:v>
                </c:pt>
                <c:pt idx="928">
                  <c:v>1180.97</c:v>
                </c:pt>
                <c:pt idx="929">
                  <c:v>1103.82</c:v>
                </c:pt>
                <c:pt idx="930">
                  <c:v>1028.1300000000001</c:v>
                </c:pt>
                <c:pt idx="931">
                  <c:v>1076.07</c:v>
                </c:pt>
                <c:pt idx="932">
                  <c:v>1003.73</c:v>
                </c:pt>
                <c:pt idx="933">
                  <c:v>1088.26</c:v>
                </c:pt>
                <c:pt idx="934">
                  <c:v>1134.49</c:v>
                </c:pt>
                <c:pt idx="935">
                  <c:v>1113.06</c:v>
                </c:pt>
                <c:pt idx="936">
                  <c:v>938.75</c:v>
                </c:pt>
                <c:pt idx="937">
                  <c:v>1180.67</c:v>
                </c:pt>
                <c:pt idx="938">
                  <c:v>1241.47</c:v>
                </c:pt>
                <c:pt idx="939">
                  <c:v>1419.65</c:v>
                </c:pt>
                <c:pt idx="940">
                  <c:v>1476.33</c:v>
                </c:pt>
                <c:pt idx="941">
                  <c:v>1455.78</c:v>
                </c:pt>
                <c:pt idx="942">
                  <c:v>1477.92</c:v>
                </c:pt>
                <c:pt idx="943">
                  <c:v>1404.38</c:v>
                </c:pt>
                <c:pt idx="944">
                  <c:v>1474.24</c:v>
                </c:pt>
                <c:pt idx="945">
                  <c:v>1496.91</c:v>
                </c:pt>
                <c:pt idx="946">
                  <c:v>1572.19</c:v>
                </c:pt>
                <c:pt idx="947">
                  <c:v>1568.72</c:v>
                </c:pt>
                <c:pt idx="948">
                  <c:v>1573.77</c:v>
                </c:pt>
                <c:pt idx="949">
                  <c:v>1597.93</c:v>
                </c:pt>
                <c:pt idx="950">
                  <c:v>1509.99</c:v>
                </c:pt>
                <c:pt idx="951">
                  <c:v>1567.51</c:v>
                </c:pt>
                <c:pt idx="952">
                  <c:v>1577.94</c:v>
                </c:pt>
                <c:pt idx="953">
                  <c:v>1684.45</c:v>
                </c:pt>
                <c:pt idx="954">
                  <c:v>1731</c:v>
                </c:pt>
                <c:pt idx="955">
                  <c:v>1747.35</c:v>
                </c:pt>
                <c:pt idx="956">
                  <c:v>1832.31</c:v>
                </c:pt>
                <c:pt idx="957">
                  <c:v>1852.02</c:v>
                </c:pt>
                <c:pt idx="958">
                  <c:v>1827.94</c:v>
                </c:pt>
                <c:pt idx="959">
                  <c:v>1888.88</c:v>
                </c:pt>
                <c:pt idx="960">
                  <c:v>1823.7</c:v>
                </c:pt>
                <c:pt idx="961">
                  <c:v>1848.27</c:v>
                </c:pt>
                <c:pt idx="962">
                  <c:v>1824.68</c:v>
                </c:pt>
                <c:pt idx="963">
                  <c:v>1771.9</c:v>
                </c:pt>
                <c:pt idx="964">
                  <c:v>1779.71</c:v>
                </c:pt>
                <c:pt idx="965">
                  <c:v>1766.49</c:v>
                </c:pt>
                <c:pt idx="966">
                  <c:v>1701.83</c:v>
                </c:pt>
                <c:pt idx="967">
                  <c:v>1645.69</c:v>
                </c:pt>
                <c:pt idx="968">
                  <c:v>1600.26</c:v>
                </c:pt>
                <c:pt idx="969">
                  <c:v>1663.97</c:v>
                </c:pt>
                <c:pt idx="970">
                  <c:v>1711.62</c:v>
                </c:pt>
                <c:pt idx="971">
                  <c:v>1686.45</c:v>
                </c:pt>
                <c:pt idx="972">
                  <c:v>1694.77</c:v>
                </c:pt>
                <c:pt idx="973">
                  <c:v>1696.57</c:v>
                </c:pt>
                <c:pt idx="974">
                  <c:v>1634.53</c:v>
                </c:pt>
                <c:pt idx="975">
                  <c:v>1692.41</c:v>
                </c:pt>
                <c:pt idx="976">
                  <c:v>1734.72</c:v>
                </c:pt>
                <c:pt idx="977">
                  <c:v>1782.27</c:v>
                </c:pt>
                <c:pt idx="978">
                  <c:v>1863.9</c:v>
                </c:pt>
                <c:pt idx="979">
                  <c:v>1897.13</c:v>
                </c:pt>
                <c:pt idx="980">
                  <c:v>1878.32</c:v>
                </c:pt>
                <c:pt idx="981">
                  <c:v>1895.05</c:v>
                </c:pt>
                <c:pt idx="982" formatCode="#,##0">
                  <c:v>1934.32</c:v>
                </c:pt>
                <c:pt idx="983">
                  <c:v>1906</c:v>
                </c:pt>
                <c:pt idx="984">
                  <c:v>1772.88</c:v>
                </c:pt>
                <c:pt idx="985">
                  <c:v>1926.2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ED-49A1-A3A5-1EC8A1DF0279}"/>
            </c:ext>
          </c:extLst>
        </c:ser>
        <c:ser>
          <c:idx val="2"/>
          <c:order val="1"/>
          <c:tx>
            <c:strRef>
              <c:f>data!$V$13</c:f>
              <c:strCache>
                <c:ptCount val="1"/>
                <c:pt idx="0">
                  <c:v>1.6x</c:v>
                </c:pt>
              </c:strCache>
            </c:strRef>
          </c:tx>
          <c:spPr>
            <a:ln w="12700">
              <a:solidFill>
                <a:srgbClr val="A6A6A6"/>
              </a:solidFill>
              <a:prstDash val="solid"/>
            </a:ln>
          </c:spPr>
          <c:marker>
            <c:symbol val="none"/>
          </c:marker>
          <c:cat>
            <c:numRef>
              <c:f>data!$A$15:$A$1000</c:f>
              <c:numCache>
                <c:formatCode>m/d/yyyy</c:formatCode>
                <c:ptCount val="986"/>
                <c:pt idx="0">
                  <c:v>46303</c:v>
                </c:pt>
                <c:pt idx="1">
                  <c:v>46297</c:v>
                </c:pt>
                <c:pt idx="2">
                  <c:v>46288</c:v>
                </c:pt>
                <c:pt idx="3">
                  <c:v>46283</c:v>
                </c:pt>
                <c:pt idx="4">
                  <c:v>46276</c:v>
                </c:pt>
                <c:pt idx="5">
                  <c:v>46269</c:v>
                </c:pt>
                <c:pt idx="6">
                  <c:v>46262</c:v>
                </c:pt>
                <c:pt idx="7">
                  <c:v>46255</c:v>
                </c:pt>
                <c:pt idx="8">
                  <c:v>46248</c:v>
                </c:pt>
                <c:pt idx="9">
                  <c:v>46241</c:v>
                </c:pt>
                <c:pt idx="10">
                  <c:v>46234</c:v>
                </c:pt>
                <c:pt idx="11">
                  <c:v>46227</c:v>
                </c:pt>
                <c:pt idx="12">
                  <c:v>46219</c:v>
                </c:pt>
                <c:pt idx="13">
                  <c:v>46213</c:v>
                </c:pt>
                <c:pt idx="14">
                  <c:v>46206</c:v>
                </c:pt>
                <c:pt idx="15">
                  <c:v>46199</c:v>
                </c:pt>
                <c:pt idx="16">
                  <c:v>46192</c:v>
                </c:pt>
                <c:pt idx="17">
                  <c:v>46185</c:v>
                </c:pt>
                <c:pt idx="18">
                  <c:v>46178</c:v>
                </c:pt>
                <c:pt idx="19">
                  <c:v>46171</c:v>
                </c:pt>
                <c:pt idx="20">
                  <c:v>46164</c:v>
                </c:pt>
                <c:pt idx="21">
                  <c:v>46157</c:v>
                </c:pt>
                <c:pt idx="22">
                  <c:v>46150</c:v>
                </c:pt>
                <c:pt idx="23">
                  <c:v>46142</c:v>
                </c:pt>
                <c:pt idx="24">
                  <c:v>46136</c:v>
                </c:pt>
                <c:pt idx="25">
                  <c:v>46129</c:v>
                </c:pt>
                <c:pt idx="26">
                  <c:v>46122</c:v>
                </c:pt>
                <c:pt idx="27">
                  <c:v>46115</c:v>
                </c:pt>
                <c:pt idx="28">
                  <c:v>46108</c:v>
                </c:pt>
                <c:pt idx="29">
                  <c:v>46101</c:v>
                </c:pt>
                <c:pt idx="30">
                  <c:v>46094</c:v>
                </c:pt>
                <c:pt idx="31">
                  <c:v>46087</c:v>
                </c:pt>
                <c:pt idx="32">
                  <c:v>46080</c:v>
                </c:pt>
                <c:pt idx="33">
                  <c:v>46073</c:v>
                </c:pt>
                <c:pt idx="34">
                  <c:v>46066</c:v>
                </c:pt>
                <c:pt idx="35">
                  <c:v>46059</c:v>
                </c:pt>
                <c:pt idx="36">
                  <c:v>46052</c:v>
                </c:pt>
                <c:pt idx="37">
                  <c:v>46045</c:v>
                </c:pt>
                <c:pt idx="38">
                  <c:v>46038</c:v>
                </c:pt>
                <c:pt idx="39">
                  <c:v>46031</c:v>
                </c:pt>
                <c:pt idx="40">
                  <c:v>46024</c:v>
                </c:pt>
                <c:pt idx="41">
                  <c:v>46017</c:v>
                </c:pt>
                <c:pt idx="42">
                  <c:v>46010</c:v>
                </c:pt>
                <c:pt idx="43">
                  <c:v>46003</c:v>
                </c:pt>
                <c:pt idx="44">
                  <c:v>45996</c:v>
                </c:pt>
                <c:pt idx="45">
                  <c:v>45989</c:v>
                </c:pt>
                <c:pt idx="46">
                  <c:v>45982</c:v>
                </c:pt>
                <c:pt idx="47">
                  <c:v>45975</c:v>
                </c:pt>
                <c:pt idx="48">
                  <c:v>45968</c:v>
                </c:pt>
                <c:pt idx="49">
                  <c:v>45961</c:v>
                </c:pt>
                <c:pt idx="50">
                  <c:v>45954</c:v>
                </c:pt>
                <c:pt idx="51">
                  <c:v>45947</c:v>
                </c:pt>
                <c:pt idx="52">
                  <c:v>45940</c:v>
                </c:pt>
                <c:pt idx="53">
                  <c:v>45932</c:v>
                </c:pt>
                <c:pt idx="54">
                  <c:v>45926</c:v>
                </c:pt>
                <c:pt idx="55">
                  <c:v>45919</c:v>
                </c:pt>
                <c:pt idx="56">
                  <c:v>45912</c:v>
                </c:pt>
                <c:pt idx="57">
                  <c:v>45905</c:v>
                </c:pt>
                <c:pt idx="58">
                  <c:v>45898</c:v>
                </c:pt>
                <c:pt idx="59">
                  <c:v>45891</c:v>
                </c:pt>
                <c:pt idx="60">
                  <c:v>45883</c:v>
                </c:pt>
                <c:pt idx="61">
                  <c:v>45877</c:v>
                </c:pt>
                <c:pt idx="62">
                  <c:v>45870</c:v>
                </c:pt>
                <c:pt idx="63">
                  <c:v>45863</c:v>
                </c:pt>
                <c:pt idx="64">
                  <c:v>45856</c:v>
                </c:pt>
                <c:pt idx="65">
                  <c:v>45849</c:v>
                </c:pt>
                <c:pt idx="66">
                  <c:v>45842</c:v>
                </c:pt>
                <c:pt idx="67">
                  <c:v>45835</c:v>
                </c:pt>
                <c:pt idx="68">
                  <c:v>45828</c:v>
                </c:pt>
                <c:pt idx="69">
                  <c:v>45821</c:v>
                </c:pt>
                <c:pt idx="70">
                  <c:v>45813</c:v>
                </c:pt>
                <c:pt idx="71">
                  <c:v>45807</c:v>
                </c:pt>
                <c:pt idx="72">
                  <c:v>45800</c:v>
                </c:pt>
                <c:pt idx="73">
                  <c:v>45793</c:v>
                </c:pt>
                <c:pt idx="74">
                  <c:v>45786</c:v>
                </c:pt>
                <c:pt idx="75">
                  <c:v>45779</c:v>
                </c:pt>
                <c:pt idx="76">
                  <c:v>45772</c:v>
                </c:pt>
                <c:pt idx="77">
                  <c:v>45765</c:v>
                </c:pt>
                <c:pt idx="78">
                  <c:v>45758</c:v>
                </c:pt>
                <c:pt idx="79">
                  <c:v>45751</c:v>
                </c:pt>
                <c:pt idx="80">
                  <c:v>45744</c:v>
                </c:pt>
                <c:pt idx="81">
                  <c:v>45737</c:v>
                </c:pt>
                <c:pt idx="82">
                  <c:v>45730</c:v>
                </c:pt>
                <c:pt idx="83">
                  <c:v>45723</c:v>
                </c:pt>
                <c:pt idx="84">
                  <c:v>45716</c:v>
                </c:pt>
                <c:pt idx="85">
                  <c:v>45709</c:v>
                </c:pt>
                <c:pt idx="86">
                  <c:v>45702</c:v>
                </c:pt>
                <c:pt idx="87">
                  <c:v>45695</c:v>
                </c:pt>
                <c:pt idx="88">
                  <c:v>45688</c:v>
                </c:pt>
                <c:pt idx="89">
                  <c:v>45681</c:v>
                </c:pt>
                <c:pt idx="90">
                  <c:v>45674</c:v>
                </c:pt>
                <c:pt idx="91">
                  <c:v>45667</c:v>
                </c:pt>
                <c:pt idx="92">
                  <c:v>45660</c:v>
                </c:pt>
                <c:pt idx="93">
                  <c:v>45653</c:v>
                </c:pt>
                <c:pt idx="94">
                  <c:v>45646</c:v>
                </c:pt>
                <c:pt idx="95">
                  <c:v>45639</c:v>
                </c:pt>
                <c:pt idx="96">
                  <c:v>45632</c:v>
                </c:pt>
                <c:pt idx="97">
                  <c:v>45625</c:v>
                </c:pt>
                <c:pt idx="98">
                  <c:v>45618</c:v>
                </c:pt>
                <c:pt idx="99">
                  <c:v>45611</c:v>
                </c:pt>
                <c:pt idx="100">
                  <c:v>45604</c:v>
                </c:pt>
                <c:pt idx="101">
                  <c:v>45597</c:v>
                </c:pt>
                <c:pt idx="102">
                  <c:v>45590</c:v>
                </c:pt>
                <c:pt idx="103">
                  <c:v>45583</c:v>
                </c:pt>
                <c:pt idx="104">
                  <c:v>45576</c:v>
                </c:pt>
                <c:pt idx="105">
                  <c:v>45569</c:v>
                </c:pt>
                <c:pt idx="106">
                  <c:v>45562</c:v>
                </c:pt>
                <c:pt idx="107">
                  <c:v>45555</c:v>
                </c:pt>
                <c:pt idx="108">
                  <c:v>45548</c:v>
                </c:pt>
                <c:pt idx="109">
                  <c:v>45541</c:v>
                </c:pt>
                <c:pt idx="110">
                  <c:v>45534</c:v>
                </c:pt>
                <c:pt idx="111">
                  <c:v>45527</c:v>
                </c:pt>
                <c:pt idx="112">
                  <c:v>45520</c:v>
                </c:pt>
                <c:pt idx="113">
                  <c:v>45513</c:v>
                </c:pt>
                <c:pt idx="114">
                  <c:v>45506</c:v>
                </c:pt>
                <c:pt idx="115">
                  <c:v>45499</c:v>
                </c:pt>
                <c:pt idx="116">
                  <c:v>45492</c:v>
                </c:pt>
                <c:pt idx="117">
                  <c:v>45485</c:v>
                </c:pt>
                <c:pt idx="118">
                  <c:v>45478</c:v>
                </c:pt>
                <c:pt idx="119">
                  <c:v>45471</c:v>
                </c:pt>
                <c:pt idx="120">
                  <c:v>45464</c:v>
                </c:pt>
                <c:pt idx="121">
                  <c:v>45457</c:v>
                </c:pt>
                <c:pt idx="122">
                  <c:v>45450</c:v>
                </c:pt>
                <c:pt idx="123">
                  <c:v>45443</c:v>
                </c:pt>
                <c:pt idx="124">
                  <c:v>45436</c:v>
                </c:pt>
                <c:pt idx="125">
                  <c:v>45429</c:v>
                </c:pt>
                <c:pt idx="126">
                  <c:v>45422</c:v>
                </c:pt>
                <c:pt idx="127">
                  <c:v>45415</c:v>
                </c:pt>
                <c:pt idx="128">
                  <c:v>45408</c:v>
                </c:pt>
                <c:pt idx="129">
                  <c:v>45401</c:v>
                </c:pt>
                <c:pt idx="130">
                  <c:v>45394</c:v>
                </c:pt>
                <c:pt idx="131">
                  <c:v>45387</c:v>
                </c:pt>
                <c:pt idx="132">
                  <c:v>45380</c:v>
                </c:pt>
                <c:pt idx="133">
                  <c:v>45373</c:v>
                </c:pt>
                <c:pt idx="134">
                  <c:v>45366</c:v>
                </c:pt>
                <c:pt idx="135">
                  <c:v>45359</c:v>
                </c:pt>
                <c:pt idx="136">
                  <c:v>45351</c:v>
                </c:pt>
                <c:pt idx="137">
                  <c:v>45345</c:v>
                </c:pt>
                <c:pt idx="138">
                  <c:v>45338</c:v>
                </c:pt>
                <c:pt idx="139">
                  <c:v>45330</c:v>
                </c:pt>
                <c:pt idx="140">
                  <c:v>45324</c:v>
                </c:pt>
                <c:pt idx="141">
                  <c:v>45317</c:v>
                </c:pt>
                <c:pt idx="142">
                  <c:v>45310</c:v>
                </c:pt>
                <c:pt idx="143">
                  <c:v>45303</c:v>
                </c:pt>
                <c:pt idx="144">
                  <c:v>45296</c:v>
                </c:pt>
                <c:pt idx="145">
                  <c:v>45288</c:v>
                </c:pt>
                <c:pt idx="146">
                  <c:v>45282</c:v>
                </c:pt>
                <c:pt idx="147">
                  <c:v>45275</c:v>
                </c:pt>
                <c:pt idx="148">
                  <c:v>45268</c:v>
                </c:pt>
                <c:pt idx="149">
                  <c:v>45261</c:v>
                </c:pt>
                <c:pt idx="150">
                  <c:v>45254</c:v>
                </c:pt>
                <c:pt idx="151">
                  <c:v>45247</c:v>
                </c:pt>
                <c:pt idx="152">
                  <c:v>45240</c:v>
                </c:pt>
                <c:pt idx="153">
                  <c:v>45233</c:v>
                </c:pt>
                <c:pt idx="154">
                  <c:v>45226</c:v>
                </c:pt>
                <c:pt idx="155">
                  <c:v>45219</c:v>
                </c:pt>
                <c:pt idx="156">
                  <c:v>45212</c:v>
                </c:pt>
                <c:pt idx="157">
                  <c:v>45205</c:v>
                </c:pt>
                <c:pt idx="158">
                  <c:v>45196</c:v>
                </c:pt>
                <c:pt idx="159">
                  <c:v>45191</c:v>
                </c:pt>
                <c:pt idx="160">
                  <c:v>45184</c:v>
                </c:pt>
                <c:pt idx="161">
                  <c:v>45177</c:v>
                </c:pt>
                <c:pt idx="162">
                  <c:v>45170</c:v>
                </c:pt>
                <c:pt idx="163">
                  <c:v>45163</c:v>
                </c:pt>
                <c:pt idx="164">
                  <c:v>45156</c:v>
                </c:pt>
                <c:pt idx="165">
                  <c:v>45149</c:v>
                </c:pt>
                <c:pt idx="166">
                  <c:v>45142</c:v>
                </c:pt>
                <c:pt idx="167">
                  <c:v>45135</c:v>
                </c:pt>
                <c:pt idx="168">
                  <c:v>45128</c:v>
                </c:pt>
                <c:pt idx="169">
                  <c:v>45121</c:v>
                </c:pt>
                <c:pt idx="170">
                  <c:v>45114</c:v>
                </c:pt>
                <c:pt idx="171">
                  <c:v>45107</c:v>
                </c:pt>
                <c:pt idx="172">
                  <c:v>45100</c:v>
                </c:pt>
                <c:pt idx="173">
                  <c:v>45093</c:v>
                </c:pt>
                <c:pt idx="174">
                  <c:v>45086</c:v>
                </c:pt>
                <c:pt idx="175">
                  <c:v>45079</c:v>
                </c:pt>
                <c:pt idx="176">
                  <c:v>45072</c:v>
                </c:pt>
                <c:pt idx="177">
                  <c:v>45065</c:v>
                </c:pt>
                <c:pt idx="178">
                  <c:v>45058</c:v>
                </c:pt>
                <c:pt idx="179">
                  <c:v>45050</c:v>
                </c:pt>
                <c:pt idx="180">
                  <c:v>45044</c:v>
                </c:pt>
                <c:pt idx="181">
                  <c:v>45037</c:v>
                </c:pt>
                <c:pt idx="182">
                  <c:v>45030</c:v>
                </c:pt>
                <c:pt idx="183">
                  <c:v>45023</c:v>
                </c:pt>
                <c:pt idx="184">
                  <c:v>45016</c:v>
                </c:pt>
                <c:pt idx="185">
                  <c:v>45009</c:v>
                </c:pt>
                <c:pt idx="186">
                  <c:v>45002</c:v>
                </c:pt>
                <c:pt idx="187">
                  <c:v>44995</c:v>
                </c:pt>
                <c:pt idx="188">
                  <c:v>44988</c:v>
                </c:pt>
                <c:pt idx="189">
                  <c:v>44981</c:v>
                </c:pt>
                <c:pt idx="190">
                  <c:v>44974</c:v>
                </c:pt>
                <c:pt idx="191">
                  <c:v>44967</c:v>
                </c:pt>
                <c:pt idx="192">
                  <c:v>44960</c:v>
                </c:pt>
                <c:pt idx="193">
                  <c:v>44953</c:v>
                </c:pt>
                <c:pt idx="194">
                  <c:v>44946</c:v>
                </c:pt>
                <c:pt idx="195">
                  <c:v>44939</c:v>
                </c:pt>
                <c:pt idx="196">
                  <c:v>44932</c:v>
                </c:pt>
                <c:pt idx="197">
                  <c:v>44924</c:v>
                </c:pt>
                <c:pt idx="198">
                  <c:v>44918</c:v>
                </c:pt>
                <c:pt idx="199">
                  <c:v>44911</c:v>
                </c:pt>
                <c:pt idx="200">
                  <c:v>44904</c:v>
                </c:pt>
                <c:pt idx="201">
                  <c:v>44897</c:v>
                </c:pt>
                <c:pt idx="202">
                  <c:v>44890</c:v>
                </c:pt>
                <c:pt idx="203">
                  <c:v>44883</c:v>
                </c:pt>
                <c:pt idx="204">
                  <c:v>44876</c:v>
                </c:pt>
                <c:pt idx="205">
                  <c:v>44869</c:v>
                </c:pt>
                <c:pt idx="206">
                  <c:v>44862</c:v>
                </c:pt>
                <c:pt idx="207">
                  <c:v>44855</c:v>
                </c:pt>
                <c:pt idx="208">
                  <c:v>44848</c:v>
                </c:pt>
                <c:pt idx="209">
                  <c:v>44841</c:v>
                </c:pt>
                <c:pt idx="210">
                  <c:v>44834</c:v>
                </c:pt>
                <c:pt idx="211">
                  <c:v>44827</c:v>
                </c:pt>
                <c:pt idx="212">
                  <c:v>44820</c:v>
                </c:pt>
                <c:pt idx="213">
                  <c:v>44812</c:v>
                </c:pt>
                <c:pt idx="214">
                  <c:v>44806</c:v>
                </c:pt>
                <c:pt idx="215">
                  <c:v>44799</c:v>
                </c:pt>
                <c:pt idx="216">
                  <c:v>44792</c:v>
                </c:pt>
                <c:pt idx="217">
                  <c:v>44785</c:v>
                </c:pt>
                <c:pt idx="218">
                  <c:v>44778</c:v>
                </c:pt>
                <c:pt idx="219">
                  <c:v>44771</c:v>
                </c:pt>
                <c:pt idx="220">
                  <c:v>44764</c:v>
                </c:pt>
                <c:pt idx="221">
                  <c:v>44757</c:v>
                </c:pt>
                <c:pt idx="222">
                  <c:v>44750</c:v>
                </c:pt>
                <c:pt idx="223">
                  <c:v>44743</c:v>
                </c:pt>
                <c:pt idx="224">
                  <c:v>44736</c:v>
                </c:pt>
                <c:pt idx="225">
                  <c:v>44729</c:v>
                </c:pt>
                <c:pt idx="226">
                  <c:v>44722</c:v>
                </c:pt>
                <c:pt idx="227">
                  <c:v>44715</c:v>
                </c:pt>
                <c:pt idx="228">
                  <c:v>44708</c:v>
                </c:pt>
                <c:pt idx="229">
                  <c:v>44701</c:v>
                </c:pt>
                <c:pt idx="230">
                  <c:v>44694</c:v>
                </c:pt>
                <c:pt idx="231">
                  <c:v>44687</c:v>
                </c:pt>
                <c:pt idx="232">
                  <c:v>44680</c:v>
                </c:pt>
                <c:pt idx="233">
                  <c:v>44673</c:v>
                </c:pt>
                <c:pt idx="234">
                  <c:v>44666</c:v>
                </c:pt>
                <c:pt idx="235">
                  <c:v>44659</c:v>
                </c:pt>
                <c:pt idx="236">
                  <c:v>44652</c:v>
                </c:pt>
                <c:pt idx="237">
                  <c:v>44645</c:v>
                </c:pt>
                <c:pt idx="238">
                  <c:v>44638</c:v>
                </c:pt>
                <c:pt idx="239">
                  <c:v>44631</c:v>
                </c:pt>
                <c:pt idx="240">
                  <c:v>44624</c:v>
                </c:pt>
                <c:pt idx="241">
                  <c:v>44617</c:v>
                </c:pt>
                <c:pt idx="242">
                  <c:v>44610</c:v>
                </c:pt>
                <c:pt idx="243">
                  <c:v>44603</c:v>
                </c:pt>
                <c:pt idx="244">
                  <c:v>44596</c:v>
                </c:pt>
                <c:pt idx="245">
                  <c:v>44589</c:v>
                </c:pt>
                <c:pt idx="246">
                  <c:v>44582</c:v>
                </c:pt>
                <c:pt idx="247">
                  <c:v>44575</c:v>
                </c:pt>
                <c:pt idx="248">
                  <c:v>44568</c:v>
                </c:pt>
                <c:pt idx="249">
                  <c:v>44560</c:v>
                </c:pt>
                <c:pt idx="250">
                  <c:v>44554</c:v>
                </c:pt>
                <c:pt idx="251">
                  <c:v>44547</c:v>
                </c:pt>
                <c:pt idx="252">
                  <c:v>44540</c:v>
                </c:pt>
                <c:pt idx="253">
                  <c:v>44533</c:v>
                </c:pt>
                <c:pt idx="254">
                  <c:v>44526</c:v>
                </c:pt>
                <c:pt idx="255">
                  <c:v>44519</c:v>
                </c:pt>
                <c:pt idx="256">
                  <c:v>44512</c:v>
                </c:pt>
                <c:pt idx="257">
                  <c:v>44505</c:v>
                </c:pt>
                <c:pt idx="258">
                  <c:v>44498</c:v>
                </c:pt>
                <c:pt idx="259">
                  <c:v>44491</c:v>
                </c:pt>
                <c:pt idx="260">
                  <c:v>44484</c:v>
                </c:pt>
                <c:pt idx="261">
                  <c:v>44477</c:v>
                </c:pt>
                <c:pt idx="262">
                  <c:v>44470</c:v>
                </c:pt>
                <c:pt idx="263">
                  <c:v>44463</c:v>
                </c:pt>
                <c:pt idx="264">
                  <c:v>44456</c:v>
                </c:pt>
                <c:pt idx="265">
                  <c:v>44449</c:v>
                </c:pt>
                <c:pt idx="266">
                  <c:v>44442</c:v>
                </c:pt>
                <c:pt idx="267">
                  <c:v>44435</c:v>
                </c:pt>
                <c:pt idx="268">
                  <c:v>44428</c:v>
                </c:pt>
                <c:pt idx="269">
                  <c:v>44421</c:v>
                </c:pt>
                <c:pt idx="270">
                  <c:v>44414</c:v>
                </c:pt>
                <c:pt idx="271">
                  <c:v>44407</c:v>
                </c:pt>
                <c:pt idx="272">
                  <c:v>44400</c:v>
                </c:pt>
                <c:pt idx="273">
                  <c:v>44393</c:v>
                </c:pt>
                <c:pt idx="274">
                  <c:v>44386</c:v>
                </c:pt>
                <c:pt idx="275">
                  <c:v>44379</c:v>
                </c:pt>
                <c:pt idx="276">
                  <c:v>44372</c:v>
                </c:pt>
                <c:pt idx="277">
                  <c:v>44365</c:v>
                </c:pt>
                <c:pt idx="278">
                  <c:v>44358</c:v>
                </c:pt>
                <c:pt idx="279">
                  <c:v>44351</c:v>
                </c:pt>
                <c:pt idx="280">
                  <c:v>44344</c:v>
                </c:pt>
                <c:pt idx="281">
                  <c:v>44337</c:v>
                </c:pt>
                <c:pt idx="282">
                  <c:v>44330</c:v>
                </c:pt>
                <c:pt idx="283">
                  <c:v>44323</c:v>
                </c:pt>
                <c:pt idx="284">
                  <c:v>44316</c:v>
                </c:pt>
                <c:pt idx="285">
                  <c:v>44309</c:v>
                </c:pt>
                <c:pt idx="286">
                  <c:v>44302</c:v>
                </c:pt>
                <c:pt idx="287">
                  <c:v>44295</c:v>
                </c:pt>
                <c:pt idx="288">
                  <c:v>44288</c:v>
                </c:pt>
                <c:pt idx="289">
                  <c:v>44281</c:v>
                </c:pt>
                <c:pt idx="290">
                  <c:v>44274</c:v>
                </c:pt>
                <c:pt idx="291">
                  <c:v>44267</c:v>
                </c:pt>
                <c:pt idx="292">
                  <c:v>44260</c:v>
                </c:pt>
                <c:pt idx="293">
                  <c:v>44253</c:v>
                </c:pt>
                <c:pt idx="294">
                  <c:v>44246</c:v>
                </c:pt>
                <c:pt idx="295">
                  <c:v>44237</c:v>
                </c:pt>
                <c:pt idx="296">
                  <c:v>44232</c:v>
                </c:pt>
                <c:pt idx="297">
                  <c:v>44225</c:v>
                </c:pt>
                <c:pt idx="298">
                  <c:v>44218</c:v>
                </c:pt>
                <c:pt idx="299">
                  <c:v>44211</c:v>
                </c:pt>
                <c:pt idx="300">
                  <c:v>44204</c:v>
                </c:pt>
                <c:pt idx="301">
                  <c:v>44195</c:v>
                </c:pt>
                <c:pt idx="302">
                  <c:v>44189</c:v>
                </c:pt>
                <c:pt idx="303">
                  <c:v>44183</c:v>
                </c:pt>
                <c:pt idx="304">
                  <c:v>44176</c:v>
                </c:pt>
                <c:pt idx="305">
                  <c:v>44169</c:v>
                </c:pt>
                <c:pt idx="306">
                  <c:v>44162</c:v>
                </c:pt>
                <c:pt idx="307">
                  <c:v>44155</c:v>
                </c:pt>
                <c:pt idx="308">
                  <c:v>44148</c:v>
                </c:pt>
                <c:pt idx="309">
                  <c:v>44141</c:v>
                </c:pt>
                <c:pt idx="310">
                  <c:v>44134</c:v>
                </c:pt>
                <c:pt idx="311">
                  <c:v>44127</c:v>
                </c:pt>
                <c:pt idx="312">
                  <c:v>44120</c:v>
                </c:pt>
                <c:pt idx="313">
                  <c:v>44112</c:v>
                </c:pt>
                <c:pt idx="314">
                  <c:v>44103</c:v>
                </c:pt>
                <c:pt idx="315">
                  <c:v>44099</c:v>
                </c:pt>
                <c:pt idx="316">
                  <c:v>44092</c:v>
                </c:pt>
                <c:pt idx="317">
                  <c:v>44085</c:v>
                </c:pt>
                <c:pt idx="318">
                  <c:v>44078</c:v>
                </c:pt>
                <c:pt idx="319">
                  <c:v>44071</c:v>
                </c:pt>
                <c:pt idx="320">
                  <c:v>44064</c:v>
                </c:pt>
                <c:pt idx="321">
                  <c:v>44057</c:v>
                </c:pt>
                <c:pt idx="322">
                  <c:v>44050</c:v>
                </c:pt>
                <c:pt idx="323">
                  <c:v>44043</c:v>
                </c:pt>
                <c:pt idx="324">
                  <c:v>44036</c:v>
                </c:pt>
                <c:pt idx="325">
                  <c:v>44029</c:v>
                </c:pt>
                <c:pt idx="326">
                  <c:v>44022</c:v>
                </c:pt>
                <c:pt idx="327">
                  <c:v>44015</c:v>
                </c:pt>
                <c:pt idx="328">
                  <c:v>44008</c:v>
                </c:pt>
                <c:pt idx="329">
                  <c:v>44001</c:v>
                </c:pt>
                <c:pt idx="330">
                  <c:v>43994</c:v>
                </c:pt>
                <c:pt idx="331">
                  <c:v>43987</c:v>
                </c:pt>
                <c:pt idx="332">
                  <c:v>43980</c:v>
                </c:pt>
                <c:pt idx="333">
                  <c:v>43973</c:v>
                </c:pt>
                <c:pt idx="334">
                  <c:v>43966</c:v>
                </c:pt>
                <c:pt idx="335">
                  <c:v>43959</c:v>
                </c:pt>
                <c:pt idx="336">
                  <c:v>43950</c:v>
                </c:pt>
                <c:pt idx="337">
                  <c:v>43945</c:v>
                </c:pt>
                <c:pt idx="338">
                  <c:v>43938</c:v>
                </c:pt>
                <c:pt idx="339">
                  <c:v>43931</c:v>
                </c:pt>
                <c:pt idx="340">
                  <c:v>43924</c:v>
                </c:pt>
                <c:pt idx="341">
                  <c:v>43917</c:v>
                </c:pt>
                <c:pt idx="342">
                  <c:v>43910</c:v>
                </c:pt>
                <c:pt idx="343">
                  <c:v>43903</c:v>
                </c:pt>
                <c:pt idx="344">
                  <c:v>43896</c:v>
                </c:pt>
                <c:pt idx="345">
                  <c:v>43889</c:v>
                </c:pt>
                <c:pt idx="346">
                  <c:v>43882</c:v>
                </c:pt>
                <c:pt idx="347">
                  <c:v>43875</c:v>
                </c:pt>
                <c:pt idx="348">
                  <c:v>43868</c:v>
                </c:pt>
                <c:pt idx="349">
                  <c:v>43861</c:v>
                </c:pt>
                <c:pt idx="350">
                  <c:v>43853</c:v>
                </c:pt>
                <c:pt idx="351">
                  <c:v>43847</c:v>
                </c:pt>
                <c:pt idx="352">
                  <c:v>43840</c:v>
                </c:pt>
                <c:pt idx="353">
                  <c:v>43833</c:v>
                </c:pt>
                <c:pt idx="354">
                  <c:v>43826</c:v>
                </c:pt>
                <c:pt idx="355">
                  <c:v>43819</c:v>
                </c:pt>
                <c:pt idx="356">
                  <c:v>43812</c:v>
                </c:pt>
                <c:pt idx="357">
                  <c:v>43805</c:v>
                </c:pt>
                <c:pt idx="358">
                  <c:v>43798</c:v>
                </c:pt>
                <c:pt idx="359">
                  <c:v>43791</c:v>
                </c:pt>
                <c:pt idx="360">
                  <c:v>43784</c:v>
                </c:pt>
                <c:pt idx="361">
                  <c:v>43777</c:v>
                </c:pt>
                <c:pt idx="362">
                  <c:v>43770</c:v>
                </c:pt>
                <c:pt idx="363">
                  <c:v>43763</c:v>
                </c:pt>
                <c:pt idx="364">
                  <c:v>43756</c:v>
                </c:pt>
                <c:pt idx="365">
                  <c:v>43749</c:v>
                </c:pt>
                <c:pt idx="366">
                  <c:v>43742</c:v>
                </c:pt>
                <c:pt idx="367">
                  <c:v>43735</c:v>
                </c:pt>
                <c:pt idx="368">
                  <c:v>43728</c:v>
                </c:pt>
                <c:pt idx="369">
                  <c:v>43719</c:v>
                </c:pt>
                <c:pt idx="370">
                  <c:v>43714</c:v>
                </c:pt>
                <c:pt idx="371">
                  <c:v>43707</c:v>
                </c:pt>
                <c:pt idx="372">
                  <c:v>43700</c:v>
                </c:pt>
                <c:pt idx="373">
                  <c:v>43693</c:v>
                </c:pt>
                <c:pt idx="374">
                  <c:v>43686</c:v>
                </c:pt>
                <c:pt idx="375">
                  <c:v>43679</c:v>
                </c:pt>
                <c:pt idx="376">
                  <c:v>43672</c:v>
                </c:pt>
                <c:pt idx="377">
                  <c:v>43665</c:v>
                </c:pt>
                <c:pt idx="378">
                  <c:v>43658</c:v>
                </c:pt>
                <c:pt idx="379">
                  <c:v>43651</c:v>
                </c:pt>
                <c:pt idx="380">
                  <c:v>43644</c:v>
                </c:pt>
                <c:pt idx="381">
                  <c:v>43637</c:v>
                </c:pt>
                <c:pt idx="382">
                  <c:v>43630</c:v>
                </c:pt>
                <c:pt idx="383">
                  <c:v>43623</c:v>
                </c:pt>
                <c:pt idx="384">
                  <c:v>43616</c:v>
                </c:pt>
                <c:pt idx="385">
                  <c:v>43609</c:v>
                </c:pt>
                <c:pt idx="386">
                  <c:v>43602</c:v>
                </c:pt>
                <c:pt idx="387">
                  <c:v>43595</c:v>
                </c:pt>
                <c:pt idx="388">
                  <c:v>43588</c:v>
                </c:pt>
                <c:pt idx="389">
                  <c:v>43581</c:v>
                </c:pt>
                <c:pt idx="390">
                  <c:v>43574</c:v>
                </c:pt>
                <c:pt idx="391">
                  <c:v>43567</c:v>
                </c:pt>
                <c:pt idx="392">
                  <c:v>43560</c:v>
                </c:pt>
                <c:pt idx="393">
                  <c:v>43553</c:v>
                </c:pt>
                <c:pt idx="394">
                  <c:v>43546</c:v>
                </c:pt>
                <c:pt idx="395">
                  <c:v>43539</c:v>
                </c:pt>
                <c:pt idx="396">
                  <c:v>43532</c:v>
                </c:pt>
                <c:pt idx="397">
                  <c:v>43524</c:v>
                </c:pt>
                <c:pt idx="398">
                  <c:v>43518</c:v>
                </c:pt>
                <c:pt idx="399">
                  <c:v>43511</c:v>
                </c:pt>
                <c:pt idx="400">
                  <c:v>43504</c:v>
                </c:pt>
                <c:pt idx="401">
                  <c:v>43497</c:v>
                </c:pt>
                <c:pt idx="402">
                  <c:v>43490</c:v>
                </c:pt>
                <c:pt idx="403">
                  <c:v>43483</c:v>
                </c:pt>
                <c:pt idx="404">
                  <c:v>43476</c:v>
                </c:pt>
                <c:pt idx="405">
                  <c:v>43469</c:v>
                </c:pt>
                <c:pt idx="406">
                  <c:v>43462</c:v>
                </c:pt>
                <c:pt idx="407">
                  <c:v>43455</c:v>
                </c:pt>
                <c:pt idx="408">
                  <c:v>43448</c:v>
                </c:pt>
                <c:pt idx="409">
                  <c:v>43441</c:v>
                </c:pt>
                <c:pt idx="410">
                  <c:v>43434</c:v>
                </c:pt>
                <c:pt idx="411">
                  <c:v>43427</c:v>
                </c:pt>
                <c:pt idx="412">
                  <c:v>43420</c:v>
                </c:pt>
                <c:pt idx="413">
                  <c:v>43413</c:v>
                </c:pt>
                <c:pt idx="414">
                  <c:v>43406</c:v>
                </c:pt>
                <c:pt idx="415">
                  <c:v>43399</c:v>
                </c:pt>
                <c:pt idx="416">
                  <c:v>43392</c:v>
                </c:pt>
                <c:pt idx="417">
                  <c:v>43385</c:v>
                </c:pt>
                <c:pt idx="418">
                  <c:v>43378</c:v>
                </c:pt>
                <c:pt idx="419">
                  <c:v>43371</c:v>
                </c:pt>
                <c:pt idx="420">
                  <c:v>43364</c:v>
                </c:pt>
                <c:pt idx="421">
                  <c:v>43357</c:v>
                </c:pt>
                <c:pt idx="422">
                  <c:v>43350</c:v>
                </c:pt>
                <c:pt idx="423">
                  <c:v>43343</c:v>
                </c:pt>
                <c:pt idx="424">
                  <c:v>43336</c:v>
                </c:pt>
                <c:pt idx="425">
                  <c:v>43329</c:v>
                </c:pt>
                <c:pt idx="426">
                  <c:v>43322</c:v>
                </c:pt>
                <c:pt idx="427">
                  <c:v>43315</c:v>
                </c:pt>
                <c:pt idx="428">
                  <c:v>43308</c:v>
                </c:pt>
                <c:pt idx="429">
                  <c:v>43301</c:v>
                </c:pt>
                <c:pt idx="430">
                  <c:v>43294</c:v>
                </c:pt>
                <c:pt idx="431">
                  <c:v>43287</c:v>
                </c:pt>
                <c:pt idx="432">
                  <c:v>43280</c:v>
                </c:pt>
                <c:pt idx="433">
                  <c:v>43273</c:v>
                </c:pt>
                <c:pt idx="434">
                  <c:v>43266</c:v>
                </c:pt>
                <c:pt idx="435">
                  <c:v>43259</c:v>
                </c:pt>
                <c:pt idx="436">
                  <c:v>43252</c:v>
                </c:pt>
                <c:pt idx="437">
                  <c:v>43245</c:v>
                </c:pt>
                <c:pt idx="438">
                  <c:v>43238</c:v>
                </c:pt>
                <c:pt idx="439">
                  <c:v>43231</c:v>
                </c:pt>
                <c:pt idx="440">
                  <c:v>43224</c:v>
                </c:pt>
                <c:pt idx="441">
                  <c:v>43217</c:v>
                </c:pt>
                <c:pt idx="442">
                  <c:v>43210</c:v>
                </c:pt>
                <c:pt idx="443">
                  <c:v>43203</c:v>
                </c:pt>
                <c:pt idx="444">
                  <c:v>43196</c:v>
                </c:pt>
                <c:pt idx="445">
                  <c:v>43189</c:v>
                </c:pt>
                <c:pt idx="446">
                  <c:v>43182</c:v>
                </c:pt>
                <c:pt idx="447">
                  <c:v>43175</c:v>
                </c:pt>
                <c:pt idx="448">
                  <c:v>43168</c:v>
                </c:pt>
                <c:pt idx="449">
                  <c:v>43161</c:v>
                </c:pt>
                <c:pt idx="450">
                  <c:v>43154</c:v>
                </c:pt>
                <c:pt idx="451">
                  <c:v>43145</c:v>
                </c:pt>
                <c:pt idx="452">
                  <c:v>43140</c:v>
                </c:pt>
                <c:pt idx="453">
                  <c:v>43133</c:v>
                </c:pt>
                <c:pt idx="454">
                  <c:v>43126</c:v>
                </c:pt>
                <c:pt idx="455">
                  <c:v>43119</c:v>
                </c:pt>
                <c:pt idx="456">
                  <c:v>43112</c:v>
                </c:pt>
                <c:pt idx="457">
                  <c:v>43105</c:v>
                </c:pt>
                <c:pt idx="458">
                  <c:v>43097</c:v>
                </c:pt>
                <c:pt idx="459">
                  <c:v>43091</c:v>
                </c:pt>
                <c:pt idx="460">
                  <c:v>43084</c:v>
                </c:pt>
                <c:pt idx="461">
                  <c:v>43077</c:v>
                </c:pt>
                <c:pt idx="462">
                  <c:v>43070</c:v>
                </c:pt>
                <c:pt idx="463">
                  <c:v>43063</c:v>
                </c:pt>
                <c:pt idx="464">
                  <c:v>43056</c:v>
                </c:pt>
                <c:pt idx="465">
                  <c:v>43049</c:v>
                </c:pt>
                <c:pt idx="466">
                  <c:v>43042</c:v>
                </c:pt>
                <c:pt idx="467">
                  <c:v>43035</c:v>
                </c:pt>
                <c:pt idx="468">
                  <c:v>43028</c:v>
                </c:pt>
                <c:pt idx="469">
                  <c:v>43021</c:v>
                </c:pt>
                <c:pt idx="470">
                  <c:v>43007</c:v>
                </c:pt>
                <c:pt idx="471">
                  <c:v>43000</c:v>
                </c:pt>
                <c:pt idx="472">
                  <c:v>42993</c:v>
                </c:pt>
                <c:pt idx="473">
                  <c:v>42986</c:v>
                </c:pt>
                <c:pt idx="474">
                  <c:v>42979</c:v>
                </c:pt>
                <c:pt idx="475">
                  <c:v>42972</c:v>
                </c:pt>
                <c:pt idx="476">
                  <c:v>42965</c:v>
                </c:pt>
                <c:pt idx="477">
                  <c:v>42958</c:v>
                </c:pt>
                <c:pt idx="478">
                  <c:v>42951</c:v>
                </c:pt>
                <c:pt idx="479">
                  <c:v>42944</c:v>
                </c:pt>
                <c:pt idx="480">
                  <c:v>42937</c:v>
                </c:pt>
                <c:pt idx="481">
                  <c:v>42930</c:v>
                </c:pt>
                <c:pt idx="482">
                  <c:v>42923</c:v>
                </c:pt>
                <c:pt idx="483">
                  <c:v>42916</c:v>
                </c:pt>
                <c:pt idx="484">
                  <c:v>42909</c:v>
                </c:pt>
                <c:pt idx="485">
                  <c:v>42902</c:v>
                </c:pt>
                <c:pt idx="486">
                  <c:v>42895</c:v>
                </c:pt>
                <c:pt idx="487">
                  <c:v>42888</c:v>
                </c:pt>
                <c:pt idx="488">
                  <c:v>42881</c:v>
                </c:pt>
                <c:pt idx="489">
                  <c:v>42874</c:v>
                </c:pt>
                <c:pt idx="490">
                  <c:v>42867</c:v>
                </c:pt>
                <c:pt idx="491">
                  <c:v>42859</c:v>
                </c:pt>
                <c:pt idx="492">
                  <c:v>42853</c:v>
                </c:pt>
                <c:pt idx="493">
                  <c:v>42846</c:v>
                </c:pt>
                <c:pt idx="494">
                  <c:v>42839</c:v>
                </c:pt>
                <c:pt idx="495">
                  <c:v>42832</c:v>
                </c:pt>
                <c:pt idx="496">
                  <c:v>42825</c:v>
                </c:pt>
                <c:pt idx="497">
                  <c:v>42818</c:v>
                </c:pt>
                <c:pt idx="498">
                  <c:v>42811</c:v>
                </c:pt>
                <c:pt idx="499">
                  <c:v>42804</c:v>
                </c:pt>
                <c:pt idx="500">
                  <c:v>42797</c:v>
                </c:pt>
                <c:pt idx="501">
                  <c:v>42790</c:v>
                </c:pt>
                <c:pt idx="502">
                  <c:v>42783</c:v>
                </c:pt>
                <c:pt idx="503">
                  <c:v>42776</c:v>
                </c:pt>
                <c:pt idx="504">
                  <c:v>42769</c:v>
                </c:pt>
                <c:pt idx="505">
                  <c:v>42761</c:v>
                </c:pt>
                <c:pt idx="506">
                  <c:v>42755</c:v>
                </c:pt>
                <c:pt idx="507">
                  <c:v>42748</c:v>
                </c:pt>
                <c:pt idx="508">
                  <c:v>42741</c:v>
                </c:pt>
                <c:pt idx="509">
                  <c:v>42733</c:v>
                </c:pt>
                <c:pt idx="510">
                  <c:v>42727</c:v>
                </c:pt>
                <c:pt idx="511">
                  <c:v>42720</c:v>
                </c:pt>
                <c:pt idx="512">
                  <c:v>42713</c:v>
                </c:pt>
                <c:pt idx="513">
                  <c:v>42706</c:v>
                </c:pt>
                <c:pt idx="514">
                  <c:v>42699</c:v>
                </c:pt>
                <c:pt idx="515">
                  <c:v>42692</c:v>
                </c:pt>
                <c:pt idx="516">
                  <c:v>42685</c:v>
                </c:pt>
                <c:pt idx="517">
                  <c:v>42678</c:v>
                </c:pt>
                <c:pt idx="518">
                  <c:v>42671</c:v>
                </c:pt>
                <c:pt idx="519">
                  <c:v>42664</c:v>
                </c:pt>
                <c:pt idx="520">
                  <c:v>42657</c:v>
                </c:pt>
                <c:pt idx="521">
                  <c:v>42650</c:v>
                </c:pt>
                <c:pt idx="522">
                  <c:v>42643</c:v>
                </c:pt>
                <c:pt idx="523">
                  <c:v>42636</c:v>
                </c:pt>
                <c:pt idx="524">
                  <c:v>42626</c:v>
                </c:pt>
                <c:pt idx="525">
                  <c:v>42622</c:v>
                </c:pt>
                <c:pt idx="526">
                  <c:v>42615</c:v>
                </c:pt>
                <c:pt idx="527">
                  <c:v>42608</c:v>
                </c:pt>
                <c:pt idx="528">
                  <c:v>42601</c:v>
                </c:pt>
                <c:pt idx="529">
                  <c:v>42594</c:v>
                </c:pt>
                <c:pt idx="530">
                  <c:v>42587</c:v>
                </c:pt>
                <c:pt idx="531">
                  <c:v>42580</c:v>
                </c:pt>
                <c:pt idx="532">
                  <c:v>42573</c:v>
                </c:pt>
                <c:pt idx="533">
                  <c:v>42566</c:v>
                </c:pt>
                <c:pt idx="534">
                  <c:v>42559</c:v>
                </c:pt>
                <c:pt idx="535">
                  <c:v>42552</c:v>
                </c:pt>
                <c:pt idx="536">
                  <c:v>42545</c:v>
                </c:pt>
                <c:pt idx="537">
                  <c:v>42538</c:v>
                </c:pt>
                <c:pt idx="538">
                  <c:v>42531</c:v>
                </c:pt>
                <c:pt idx="539">
                  <c:v>42524</c:v>
                </c:pt>
                <c:pt idx="540">
                  <c:v>42517</c:v>
                </c:pt>
                <c:pt idx="541">
                  <c:v>42510</c:v>
                </c:pt>
                <c:pt idx="542">
                  <c:v>42503</c:v>
                </c:pt>
                <c:pt idx="543">
                  <c:v>42494</c:v>
                </c:pt>
                <c:pt idx="544">
                  <c:v>42489</c:v>
                </c:pt>
                <c:pt idx="545">
                  <c:v>42482</c:v>
                </c:pt>
                <c:pt idx="546">
                  <c:v>42475</c:v>
                </c:pt>
                <c:pt idx="547">
                  <c:v>42468</c:v>
                </c:pt>
                <c:pt idx="548">
                  <c:v>42461</c:v>
                </c:pt>
                <c:pt idx="549">
                  <c:v>42454</c:v>
                </c:pt>
                <c:pt idx="550">
                  <c:v>42447</c:v>
                </c:pt>
                <c:pt idx="551">
                  <c:v>42440</c:v>
                </c:pt>
                <c:pt idx="552">
                  <c:v>42433</c:v>
                </c:pt>
                <c:pt idx="553">
                  <c:v>42426</c:v>
                </c:pt>
                <c:pt idx="554">
                  <c:v>42419</c:v>
                </c:pt>
                <c:pt idx="555">
                  <c:v>42412</c:v>
                </c:pt>
                <c:pt idx="556">
                  <c:v>42405</c:v>
                </c:pt>
                <c:pt idx="557">
                  <c:v>42398</c:v>
                </c:pt>
                <c:pt idx="558">
                  <c:v>42391</c:v>
                </c:pt>
                <c:pt idx="559">
                  <c:v>42384</c:v>
                </c:pt>
                <c:pt idx="560">
                  <c:v>42377</c:v>
                </c:pt>
                <c:pt idx="561">
                  <c:v>42368</c:v>
                </c:pt>
                <c:pt idx="562">
                  <c:v>42362</c:v>
                </c:pt>
                <c:pt idx="563">
                  <c:v>42356</c:v>
                </c:pt>
                <c:pt idx="564">
                  <c:v>42349</c:v>
                </c:pt>
                <c:pt idx="565">
                  <c:v>42342</c:v>
                </c:pt>
                <c:pt idx="566">
                  <c:v>42335</c:v>
                </c:pt>
                <c:pt idx="567">
                  <c:v>42328</c:v>
                </c:pt>
                <c:pt idx="568">
                  <c:v>42321</c:v>
                </c:pt>
                <c:pt idx="569">
                  <c:v>42314</c:v>
                </c:pt>
                <c:pt idx="570">
                  <c:v>42307</c:v>
                </c:pt>
                <c:pt idx="571">
                  <c:v>42300</c:v>
                </c:pt>
                <c:pt idx="572">
                  <c:v>42293</c:v>
                </c:pt>
                <c:pt idx="573">
                  <c:v>42285</c:v>
                </c:pt>
                <c:pt idx="574">
                  <c:v>42279</c:v>
                </c:pt>
                <c:pt idx="575">
                  <c:v>42272</c:v>
                </c:pt>
                <c:pt idx="576">
                  <c:v>42265</c:v>
                </c:pt>
                <c:pt idx="577">
                  <c:v>42258</c:v>
                </c:pt>
                <c:pt idx="578">
                  <c:v>42251</c:v>
                </c:pt>
                <c:pt idx="579">
                  <c:v>42244</c:v>
                </c:pt>
                <c:pt idx="580">
                  <c:v>42237</c:v>
                </c:pt>
                <c:pt idx="581">
                  <c:v>42229</c:v>
                </c:pt>
                <c:pt idx="582">
                  <c:v>42223</c:v>
                </c:pt>
                <c:pt idx="583">
                  <c:v>42216</c:v>
                </c:pt>
                <c:pt idx="584">
                  <c:v>42209</c:v>
                </c:pt>
                <c:pt idx="585">
                  <c:v>42202</c:v>
                </c:pt>
                <c:pt idx="586">
                  <c:v>42195</c:v>
                </c:pt>
                <c:pt idx="587">
                  <c:v>42188</c:v>
                </c:pt>
                <c:pt idx="588">
                  <c:v>42181</c:v>
                </c:pt>
                <c:pt idx="589">
                  <c:v>42174</c:v>
                </c:pt>
                <c:pt idx="590">
                  <c:v>42167</c:v>
                </c:pt>
                <c:pt idx="591">
                  <c:v>42160</c:v>
                </c:pt>
                <c:pt idx="592">
                  <c:v>42153</c:v>
                </c:pt>
                <c:pt idx="593">
                  <c:v>42146</c:v>
                </c:pt>
                <c:pt idx="594">
                  <c:v>42139</c:v>
                </c:pt>
                <c:pt idx="595">
                  <c:v>42132</c:v>
                </c:pt>
                <c:pt idx="596">
                  <c:v>42124</c:v>
                </c:pt>
                <c:pt idx="597">
                  <c:v>42118</c:v>
                </c:pt>
                <c:pt idx="598">
                  <c:v>42111</c:v>
                </c:pt>
                <c:pt idx="599">
                  <c:v>42104</c:v>
                </c:pt>
                <c:pt idx="600">
                  <c:v>42097</c:v>
                </c:pt>
                <c:pt idx="601">
                  <c:v>42090</c:v>
                </c:pt>
                <c:pt idx="602">
                  <c:v>42083</c:v>
                </c:pt>
                <c:pt idx="603">
                  <c:v>42076</c:v>
                </c:pt>
                <c:pt idx="604">
                  <c:v>42069</c:v>
                </c:pt>
                <c:pt idx="605">
                  <c:v>42062</c:v>
                </c:pt>
                <c:pt idx="606">
                  <c:v>42052</c:v>
                </c:pt>
                <c:pt idx="607">
                  <c:v>42048</c:v>
                </c:pt>
                <c:pt idx="608">
                  <c:v>42041</c:v>
                </c:pt>
                <c:pt idx="609">
                  <c:v>42034</c:v>
                </c:pt>
                <c:pt idx="610">
                  <c:v>42027</c:v>
                </c:pt>
                <c:pt idx="611">
                  <c:v>42020</c:v>
                </c:pt>
                <c:pt idx="612">
                  <c:v>42013</c:v>
                </c:pt>
                <c:pt idx="613">
                  <c:v>42006</c:v>
                </c:pt>
                <c:pt idx="614">
                  <c:v>41999</c:v>
                </c:pt>
                <c:pt idx="615">
                  <c:v>41992</c:v>
                </c:pt>
                <c:pt idx="616">
                  <c:v>41985</c:v>
                </c:pt>
                <c:pt idx="617">
                  <c:v>41978</c:v>
                </c:pt>
                <c:pt idx="618">
                  <c:v>41971</c:v>
                </c:pt>
                <c:pt idx="619">
                  <c:v>41964</c:v>
                </c:pt>
                <c:pt idx="620">
                  <c:v>41957</c:v>
                </c:pt>
                <c:pt idx="621">
                  <c:v>41950</c:v>
                </c:pt>
                <c:pt idx="622">
                  <c:v>41943</c:v>
                </c:pt>
                <c:pt idx="623">
                  <c:v>41936</c:v>
                </c:pt>
                <c:pt idx="624">
                  <c:v>41929</c:v>
                </c:pt>
                <c:pt idx="625">
                  <c:v>41922</c:v>
                </c:pt>
                <c:pt idx="626">
                  <c:v>41914</c:v>
                </c:pt>
                <c:pt idx="627">
                  <c:v>41908</c:v>
                </c:pt>
                <c:pt idx="628">
                  <c:v>41901</c:v>
                </c:pt>
                <c:pt idx="629">
                  <c:v>41894</c:v>
                </c:pt>
                <c:pt idx="630">
                  <c:v>41887</c:v>
                </c:pt>
                <c:pt idx="631">
                  <c:v>41880</c:v>
                </c:pt>
                <c:pt idx="632">
                  <c:v>41873</c:v>
                </c:pt>
                <c:pt idx="633">
                  <c:v>41865</c:v>
                </c:pt>
                <c:pt idx="634">
                  <c:v>41859</c:v>
                </c:pt>
                <c:pt idx="635">
                  <c:v>41852</c:v>
                </c:pt>
                <c:pt idx="636">
                  <c:v>41845</c:v>
                </c:pt>
                <c:pt idx="637">
                  <c:v>41838</c:v>
                </c:pt>
                <c:pt idx="638">
                  <c:v>41831</c:v>
                </c:pt>
                <c:pt idx="639">
                  <c:v>41824</c:v>
                </c:pt>
                <c:pt idx="640">
                  <c:v>41817</c:v>
                </c:pt>
                <c:pt idx="641">
                  <c:v>41810</c:v>
                </c:pt>
                <c:pt idx="642">
                  <c:v>41803</c:v>
                </c:pt>
                <c:pt idx="643">
                  <c:v>41795</c:v>
                </c:pt>
                <c:pt idx="644">
                  <c:v>41789</c:v>
                </c:pt>
                <c:pt idx="645">
                  <c:v>41782</c:v>
                </c:pt>
                <c:pt idx="646">
                  <c:v>41775</c:v>
                </c:pt>
                <c:pt idx="647">
                  <c:v>41768</c:v>
                </c:pt>
                <c:pt idx="648">
                  <c:v>41761</c:v>
                </c:pt>
                <c:pt idx="649">
                  <c:v>41754</c:v>
                </c:pt>
                <c:pt idx="650">
                  <c:v>41747</c:v>
                </c:pt>
                <c:pt idx="651">
                  <c:v>41740</c:v>
                </c:pt>
                <c:pt idx="652">
                  <c:v>41733</c:v>
                </c:pt>
                <c:pt idx="653">
                  <c:v>41726</c:v>
                </c:pt>
                <c:pt idx="654">
                  <c:v>41719</c:v>
                </c:pt>
                <c:pt idx="655">
                  <c:v>41712</c:v>
                </c:pt>
                <c:pt idx="656">
                  <c:v>41705</c:v>
                </c:pt>
                <c:pt idx="657">
                  <c:v>41698</c:v>
                </c:pt>
                <c:pt idx="658">
                  <c:v>41691</c:v>
                </c:pt>
                <c:pt idx="659">
                  <c:v>41684</c:v>
                </c:pt>
                <c:pt idx="660">
                  <c:v>41677</c:v>
                </c:pt>
                <c:pt idx="661">
                  <c:v>41668</c:v>
                </c:pt>
                <c:pt idx="662">
                  <c:v>41663</c:v>
                </c:pt>
                <c:pt idx="663">
                  <c:v>41656</c:v>
                </c:pt>
                <c:pt idx="664">
                  <c:v>41649</c:v>
                </c:pt>
                <c:pt idx="665">
                  <c:v>41642</c:v>
                </c:pt>
                <c:pt idx="666">
                  <c:v>41635</c:v>
                </c:pt>
                <c:pt idx="667">
                  <c:v>41628</c:v>
                </c:pt>
                <c:pt idx="668">
                  <c:v>41621</c:v>
                </c:pt>
                <c:pt idx="669">
                  <c:v>41614</c:v>
                </c:pt>
                <c:pt idx="670">
                  <c:v>41607</c:v>
                </c:pt>
                <c:pt idx="671">
                  <c:v>41600</c:v>
                </c:pt>
                <c:pt idx="672">
                  <c:v>41593</c:v>
                </c:pt>
                <c:pt idx="673">
                  <c:v>41586</c:v>
                </c:pt>
                <c:pt idx="674">
                  <c:v>41579</c:v>
                </c:pt>
                <c:pt idx="675">
                  <c:v>41572</c:v>
                </c:pt>
                <c:pt idx="676">
                  <c:v>41565</c:v>
                </c:pt>
                <c:pt idx="677">
                  <c:v>41558</c:v>
                </c:pt>
                <c:pt idx="678">
                  <c:v>41551</c:v>
                </c:pt>
                <c:pt idx="679">
                  <c:v>41544</c:v>
                </c:pt>
                <c:pt idx="680">
                  <c:v>41534</c:v>
                </c:pt>
                <c:pt idx="681">
                  <c:v>41530</c:v>
                </c:pt>
                <c:pt idx="682">
                  <c:v>41523</c:v>
                </c:pt>
                <c:pt idx="683">
                  <c:v>41516</c:v>
                </c:pt>
                <c:pt idx="684">
                  <c:v>41509</c:v>
                </c:pt>
                <c:pt idx="685">
                  <c:v>41502</c:v>
                </c:pt>
                <c:pt idx="686">
                  <c:v>41495</c:v>
                </c:pt>
                <c:pt idx="687">
                  <c:v>41488</c:v>
                </c:pt>
                <c:pt idx="688">
                  <c:v>41481</c:v>
                </c:pt>
                <c:pt idx="689">
                  <c:v>41474</c:v>
                </c:pt>
                <c:pt idx="690">
                  <c:v>41467</c:v>
                </c:pt>
                <c:pt idx="691">
                  <c:v>41460</c:v>
                </c:pt>
                <c:pt idx="692">
                  <c:v>41453</c:v>
                </c:pt>
                <c:pt idx="693">
                  <c:v>41446</c:v>
                </c:pt>
                <c:pt idx="694">
                  <c:v>41439</c:v>
                </c:pt>
                <c:pt idx="695">
                  <c:v>41432</c:v>
                </c:pt>
                <c:pt idx="696">
                  <c:v>41425</c:v>
                </c:pt>
                <c:pt idx="697">
                  <c:v>41418</c:v>
                </c:pt>
                <c:pt idx="698">
                  <c:v>41410</c:v>
                </c:pt>
                <c:pt idx="699">
                  <c:v>41404</c:v>
                </c:pt>
                <c:pt idx="700">
                  <c:v>41397</c:v>
                </c:pt>
                <c:pt idx="701">
                  <c:v>41390</c:v>
                </c:pt>
                <c:pt idx="702">
                  <c:v>41383</c:v>
                </c:pt>
                <c:pt idx="703">
                  <c:v>41376</c:v>
                </c:pt>
                <c:pt idx="704">
                  <c:v>41369</c:v>
                </c:pt>
                <c:pt idx="705">
                  <c:v>41362</c:v>
                </c:pt>
                <c:pt idx="706">
                  <c:v>41355</c:v>
                </c:pt>
                <c:pt idx="707">
                  <c:v>41348</c:v>
                </c:pt>
                <c:pt idx="708">
                  <c:v>41341</c:v>
                </c:pt>
                <c:pt idx="709">
                  <c:v>41333</c:v>
                </c:pt>
                <c:pt idx="710">
                  <c:v>41327</c:v>
                </c:pt>
                <c:pt idx="711">
                  <c:v>41320</c:v>
                </c:pt>
                <c:pt idx="712">
                  <c:v>41313</c:v>
                </c:pt>
                <c:pt idx="713">
                  <c:v>41306</c:v>
                </c:pt>
                <c:pt idx="714">
                  <c:v>41299</c:v>
                </c:pt>
                <c:pt idx="715">
                  <c:v>41292</c:v>
                </c:pt>
                <c:pt idx="716">
                  <c:v>41285</c:v>
                </c:pt>
                <c:pt idx="717">
                  <c:v>41278</c:v>
                </c:pt>
                <c:pt idx="718">
                  <c:v>41271</c:v>
                </c:pt>
                <c:pt idx="719">
                  <c:v>41264</c:v>
                </c:pt>
                <c:pt idx="720">
                  <c:v>41257</c:v>
                </c:pt>
                <c:pt idx="721">
                  <c:v>41250</c:v>
                </c:pt>
                <c:pt idx="722">
                  <c:v>41243</c:v>
                </c:pt>
                <c:pt idx="723">
                  <c:v>41236</c:v>
                </c:pt>
                <c:pt idx="724">
                  <c:v>41229</c:v>
                </c:pt>
                <c:pt idx="725">
                  <c:v>41222</c:v>
                </c:pt>
                <c:pt idx="726">
                  <c:v>41215</c:v>
                </c:pt>
                <c:pt idx="727">
                  <c:v>41208</c:v>
                </c:pt>
                <c:pt idx="728">
                  <c:v>41201</c:v>
                </c:pt>
                <c:pt idx="729">
                  <c:v>41194</c:v>
                </c:pt>
                <c:pt idx="730">
                  <c:v>41187</c:v>
                </c:pt>
                <c:pt idx="731">
                  <c:v>41180</c:v>
                </c:pt>
                <c:pt idx="732">
                  <c:v>41173</c:v>
                </c:pt>
                <c:pt idx="733">
                  <c:v>41166</c:v>
                </c:pt>
                <c:pt idx="734">
                  <c:v>41159</c:v>
                </c:pt>
                <c:pt idx="735">
                  <c:v>41152</c:v>
                </c:pt>
                <c:pt idx="736">
                  <c:v>41145</c:v>
                </c:pt>
                <c:pt idx="737">
                  <c:v>41138</c:v>
                </c:pt>
                <c:pt idx="738">
                  <c:v>41131</c:v>
                </c:pt>
                <c:pt idx="739">
                  <c:v>41124</c:v>
                </c:pt>
                <c:pt idx="740">
                  <c:v>41117</c:v>
                </c:pt>
                <c:pt idx="741">
                  <c:v>41110</c:v>
                </c:pt>
                <c:pt idx="742">
                  <c:v>41103</c:v>
                </c:pt>
                <c:pt idx="743">
                  <c:v>41096</c:v>
                </c:pt>
                <c:pt idx="744">
                  <c:v>41089</c:v>
                </c:pt>
                <c:pt idx="745">
                  <c:v>41082</c:v>
                </c:pt>
                <c:pt idx="746">
                  <c:v>41075</c:v>
                </c:pt>
                <c:pt idx="747">
                  <c:v>41068</c:v>
                </c:pt>
                <c:pt idx="748">
                  <c:v>41061</c:v>
                </c:pt>
                <c:pt idx="749">
                  <c:v>41054</c:v>
                </c:pt>
                <c:pt idx="750">
                  <c:v>41047</c:v>
                </c:pt>
                <c:pt idx="751">
                  <c:v>41040</c:v>
                </c:pt>
                <c:pt idx="752">
                  <c:v>41033</c:v>
                </c:pt>
                <c:pt idx="753">
                  <c:v>41026</c:v>
                </c:pt>
                <c:pt idx="754">
                  <c:v>41019</c:v>
                </c:pt>
                <c:pt idx="755">
                  <c:v>41012</c:v>
                </c:pt>
                <c:pt idx="756">
                  <c:v>41005</c:v>
                </c:pt>
                <c:pt idx="757">
                  <c:v>40998</c:v>
                </c:pt>
                <c:pt idx="758">
                  <c:v>40991</c:v>
                </c:pt>
                <c:pt idx="759">
                  <c:v>40984</c:v>
                </c:pt>
                <c:pt idx="760">
                  <c:v>40977</c:v>
                </c:pt>
                <c:pt idx="761">
                  <c:v>40970</c:v>
                </c:pt>
                <c:pt idx="762">
                  <c:v>40963</c:v>
                </c:pt>
                <c:pt idx="763">
                  <c:v>40956</c:v>
                </c:pt>
                <c:pt idx="764">
                  <c:v>40949</c:v>
                </c:pt>
                <c:pt idx="765">
                  <c:v>40942</c:v>
                </c:pt>
                <c:pt idx="766">
                  <c:v>40935</c:v>
                </c:pt>
                <c:pt idx="767">
                  <c:v>40928</c:v>
                </c:pt>
                <c:pt idx="768">
                  <c:v>40921</c:v>
                </c:pt>
                <c:pt idx="769">
                  <c:v>40914</c:v>
                </c:pt>
                <c:pt idx="770">
                  <c:v>40906</c:v>
                </c:pt>
                <c:pt idx="771">
                  <c:v>40900</c:v>
                </c:pt>
                <c:pt idx="772">
                  <c:v>40893</c:v>
                </c:pt>
                <c:pt idx="773">
                  <c:v>40886</c:v>
                </c:pt>
                <c:pt idx="774">
                  <c:v>40879</c:v>
                </c:pt>
                <c:pt idx="775">
                  <c:v>40872</c:v>
                </c:pt>
                <c:pt idx="776">
                  <c:v>40865</c:v>
                </c:pt>
                <c:pt idx="777">
                  <c:v>40858</c:v>
                </c:pt>
                <c:pt idx="778">
                  <c:v>40851</c:v>
                </c:pt>
                <c:pt idx="779">
                  <c:v>40844</c:v>
                </c:pt>
                <c:pt idx="780">
                  <c:v>40837</c:v>
                </c:pt>
                <c:pt idx="781">
                  <c:v>40830</c:v>
                </c:pt>
                <c:pt idx="782">
                  <c:v>40823</c:v>
                </c:pt>
                <c:pt idx="783">
                  <c:v>40816</c:v>
                </c:pt>
                <c:pt idx="784">
                  <c:v>40809</c:v>
                </c:pt>
                <c:pt idx="785">
                  <c:v>40802</c:v>
                </c:pt>
                <c:pt idx="786">
                  <c:v>40795</c:v>
                </c:pt>
                <c:pt idx="787">
                  <c:v>40788</c:v>
                </c:pt>
                <c:pt idx="788">
                  <c:v>40781</c:v>
                </c:pt>
                <c:pt idx="789">
                  <c:v>40774</c:v>
                </c:pt>
                <c:pt idx="790">
                  <c:v>40767</c:v>
                </c:pt>
                <c:pt idx="791">
                  <c:v>40760</c:v>
                </c:pt>
                <c:pt idx="792">
                  <c:v>40753</c:v>
                </c:pt>
                <c:pt idx="793">
                  <c:v>40746</c:v>
                </c:pt>
                <c:pt idx="794">
                  <c:v>40739</c:v>
                </c:pt>
                <c:pt idx="795">
                  <c:v>40732</c:v>
                </c:pt>
                <c:pt idx="796">
                  <c:v>40725</c:v>
                </c:pt>
                <c:pt idx="797">
                  <c:v>40718</c:v>
                </c:pt>
                <c:pt idx="798">
                  <c:v>40711</c:v>
                </c:pt>
                <c:pt idx="799">
                  <c:v>40704</c:v>
                </c:pt>
                <c:pt idx="800">
                  <c:v>40697</c:v>
                </c:pt>
                <c:pt idx="801">
                  <c:v>40690</c:v>
                </c:pt>
                <c:pt idx="802">
                  <c:v>40683</c:v>
                </c:pt>
                <c:pt idx="803">
                  <c:v>40676</c:v>
                </c:pt>
                <c:pt idx="804">
                  <c:v>40669</c:v>
                </c:pt>
                <c:pt idx="805">
                  <c:v>40662</c:v>
                </c:pt>
                <c:pt idx="806">
                  <c:v>40655</c:v>
                </c:pt>
                <c:pt idx="807">
                  <c:v>40648</c:v>
                </c:pt>
                <c:pt idx="808">
                  <c:v>40641</c:v>
                </c:pt>
                <c:pt idx="809">
                  <c:v>40634</c:v>
                </c:pt>
                <c:pt idx="810">
                  <c:v>40627</c:v>
                </c:pt>
                <c:pt idx="811">
                  <c:v>40620</c:v>
                </c:pt>
                <c:pt idx="812">
                  <c:v>40613</c:v>
                </c:pt>
                <c:pt idx="813">
                  <c:v>40606</c:v>
                </c:pt>
                <c:pt idx="814">
                  <c:v>40599</c:v>
                </c:pt>
                <c:pt idx="815">
                  <c:v>40592</c:v>
                </c:pt>
                <c:pt idx="816">
                  <c:v>40585</c:v>
                </c:pt>
                <c:pt idx="817">
                  <c:v>40575</c:v>
                </c:pt>
                <c:pt idx="818">
                  <c:v>40571</c:v>
                </c:pt>
                <c:pt idx="819">
                  <c:v>40564</c:v>
                </c:pt>
                <c:pt idx="820">
                  <c:v>40557</c:v>
                </c:pt>
                <c:pt idx="821">
                  <c:v>40550</c:v>
                </c:pt>
                <c:pt idx="822">
                  <c:v>40542</c:v>
                </c:pt>
                <c:pt idx="823">
                  <c:v>40536</c:v>
                </c:pt>
                <c:pt idx="824">
                  <c:v>40529</c:v>
                </c:pt>
                <c:pt idx="825">
                  <c:v>40522</c:v>
                </c:pt>
                <c:pt idx="826">
                  <c:v>40515</c:v>
                </c:pt>
                <c:pt idx="827">
                  <c:v>40508</c:v>
                </c:pt>
                <c:pt idx="828">
                  <c:v>40501</c:v>
                </c:pt>
                <c:pt idx="829">
                  <c:v>40494</c:v>
                </c:pt>
                <c:pt idx="830">
                  <c:v>40487</c:v>
                </c:pt>
                <c:pt idx="831">
                  <c:v>40480</c:v>
                </c:pt>
                <c:pt idx="832">
                  <c:v>40473</c:v>
                </c:pt>
                <c:pt idx="833">
                  <c:v>40466</c:v>
                </c:pt>
                <c:pt idx="834">
                  <c:v>40459</c:v>
                </c:pt>
                <c:pt idx="835">
                  <c:v>40452</c:v>
                </c:pt>
                <c:pt idx="836">
                  <c:v>40445</c:v>
                </c:pt>
                <c:pt idx="837">
                  <c:v>40438</c:v>
                </c:pt>
                <c:pt idx="838">
                  <c:v>40431</c:v>
                </c:pt>
                <c:pt idx="839">
                  <c:v>40424</c:v>
                </c:pt>
                <c:pt idx="840">
                  <c:v>40417</c:v>
                </c:pt>
                <c:pt idx="841">
                  <c:v>40410</c:v>
                </c:pt>
                <c:pt idx="842">
                  <c:v>40403</c:v>
                </c:pt>
                <c:pt idx="843">
                  <c:v>40396</c:v>
                </c:pt>
                <c:pt idx="844">
                  <c:v>40389</c:v>
                </c:pt>
                <c:pt idx="845">
                  <c:v>40382</c:v>
                </c:pt>
                <c:pt idx="846">
                  <c:v>40375</c:v>
                </c:pt>
                <c:pt idx="847">
                  <c:v>40368</c:v>
                </c:pt>
                <c:pt idx="848">
                  <c:v>40361</c:v>
                </c:pt>
                <c:pt idx="849">
                  <c:v>40354</c:v>
                </c:pt>
                <c:pt idx="850">
                  <c:v>40347</c:v>
                </c:pt>
                <c:pt idx="851">
                  <c:v>40340</c:v>
                </c:pt>
                <c:pt idx="852">
                  <c:v>40333</c:v>
                </c:pt>
                <c:pt idx="853">
                  <c:v>40326</c:v>
                </c:pt>
                <c:pt idx="854">
                  <c:v>40318</c:v>
                </c:pt>
                <c:pt idx="855">
                  <c:v>40312</c:v>
                </c:pt>
                <c:pt idx="856">
                  <c:v>40305</c:v>
                </c:pt>
                <c:pt idx="857">
                  <c:v>40298</c:v>
                </c:pt>
                <c:pt idx="858">
                  <c:v>40291</c:v>
                </c:pt>
                <c:pt idx="859">
                  <c:v>40284</c:v>
                </c:pt>
                <c:pt idx="860">
                  <c:v>40277</c:v>
                </c:pt>
                <c:pt idx="861">
                  <c:v>40270</c:v>
                </c:pt>
                <c:pt idx="862">
                  <c:v>40263</c:v>
                </c:pt>
                <c:pt idx="863">
                  <c:v>40256</c:v>
                </c:pt>
                <c:pt idx="864">
                  <c:v>40249</c:v>
                </c:pt>
                <c:pt idx="865">
                  <c:v>40242</c:v>
                </c:pt>
                <c:pt idx="866">
                  <c:v>40235</c:v>
                </c:pt>
                <c:pt idx="867">
                  <c:v>40228</c:v>
                </c:pt>
                <c:pt idx="868">
                  <c:v>40221</c:v>
                </c:pt>
                <c:pt idx="869">
                  <c:v>40214</c:v>
                </c:pt>
                <c:pt idx="870">
                  <c:v>40207</c:v>
                </c:pt>
                <c:pt idx="871">
                  <c:v>40200</c:v>
                </c:pt>
                <c:pt idx="872">
                  <c:v>40193</c:v>
                </c:pt>
                <c:pt idx="873">
                  <c:v>40186</c:v>
                </c:pt>
                <c:pt idx="874">
                  <c:v>40177</c:v>
                </c:pt>
                <c:pt idx="875">
                  <c:v>40171</c:v>
                </c:pt>
                <c:pt idx="876">
                  <c:v>40165</c:v>
                </c:pt>
                <c:pt idx="877">
                  <c:v>40158</c:v>
                </c:pt>
                <c:pt idx="878">
                  <c:v>40151</c:v>
                </c:pt>
                <c:pt idx="879">
                  <c:v>40144</c:v>
                </c:pt>
                <c:pt idx="880">
                  <c:v>40137</c:v>
                </c:pt>
                <c:pt idx="881">
                  <c:v>40130</c:v>
                </c:pt>
                <c:pt idx="882">
                  <c:v>40123</c:v>
                </c:pt>
                <c:pt idx="883">
                  <c:v>40116</c:v>
                </c:pt>
                <c:pt idx="884">
                  <c:v>40109</c:v>
                </c:pt>
                <c:pt idx="885">
                  <c:v>40102</c:v>
                </c:pt>
                <c:pt idx="886">
                  <c:v>40095</c:v>
                </c:pt>
                <c:pt idx="887">
                  <c:v>40087</c:v>
                </c:pt>
                <c:pt idx="888">
                  <c:v>40081</c:v>
                </c:pt>
                <c:pt idx="889">
                  <c:v>40074</c:v>
                </c:pt>
                <c:pt idx="890">
                  <c:v>40067</c:v>
                </c:pt>
                <c:pt idx="891">
                  <c:v>40060</c:v>
                </c:pt>
                <c:pt idx="892">
                  <c:v>40053</c:v>
                </c:pt>
                <c:pt idx="893">
                  <c:v>40046</c:v>
                </c:pt>
                <c:pt idx="894">
                  <c:v>40039</c:v>
                </c:pt>
                <c:pt idx="895">
                  <c:v>40032</c:v>
                </c:pt>
                <c:pt idx="896">
                  <c:v>40025</c:v>
                </c:pt>
                <c:pt idx="897">
                  <c:v>40018</c:v>
                </c:pt>
                <c:pt idx="898">
                  <c:v>40011</c:v>
                </c:pt>
                <c:pt idx="899">
                  <c:v>40004</c:v>
                </c:pt>
                <c:pt idx="900">
                  <c:v>39997</c:v>
                </c:pt>
                <c:pt idx="901">
                  <c:v>39990</c:v>
                </c:pt>
                <c:pt idx="902">
                  <c:v>39983</c:v>
                </c:pt>
                <c:pt idx="903">
                  <c:v>39976</c:v>
                </c:pt>
                <c:pt idx="904">
                  <c:v>39969</c:v>
                </c:pt>
                <c:pt idx="905">
                  <c:v>39962</c:v>
                </c:pt>
                <c:pt idx="906">
                  <c:v>39955</c:v>
                </c:pt>
                <c:pt idx="907">
                  <c:v>39948</c:v>
                </c:pt>
                <c:pt idx="908">
                  <c:v>39941</c:v>
                </c:pt>
                <c:pt idx="909">
                  <c:v>39933</c:v>
                </c:pt>
                <c:pt idx="910">
                  <c:v>39927</c:v>
                </c:pt>
                <c:pt idx="911">
                  <c:v>39920</c:v>
                </c:pt>
                <c:pt idx="912">
                  <c:v>39913</c:v>
                </c:pt>
                <c:pt idx="913">
                  <c:v>39906</c:v>
                </c:pt>
                <c:pt idx="914">
                  <c:v>39899</c:v>
                </c:pt>
                <c:pt idx="915">
                  <c:v>39892</c:v>
                </c:pt>
                <c:pt idx="916">
                  <c:v>39885</c:v>
                </c:pt>
                <c:pt idx="917">
                  <c:v>39878</c:v>
                </c:pt>
                <c:pt idx="918">
                  <c:v>39871</c:v>
                </c:pt>
                <c:pt idx="919">
                  <c:v>39864</c:v>
                </c:pt>
                <c:pt idx="920">
                  <c:v>39857</c:v>
                </c:pt>
                <c:pt idx="921">
                  <c:v>39850</c:v>
                </c:pt>
                <c:pt idx="922">
                  <c:v>39843</c:v>
                </c:pt>
                <c:pt idx="923">
                  <c:v>39836</c:v>
                </c:pt>
                <c:pt idx="924">
                  <c:v>39829</c:v>
                </c:pt>
                <c:pt idx="925">
                  <c:v>39822</c:v>
                </c:pt>
                <c:pt idx="926">
                  <c:v>39815</c:v>
                </c:pt>
                <c:pt idx="927">
                  <c:v>39808</c:v>
                </c:pt>
                <c:pt idx="928">
                  <c:v>39801</c:v>
                </c:pt>
                <c:pt idx="929">
                  <c:v>39794</c:v>
                </c:pt>
                <c:pt idx="930">
                  <c:v>39787</c:v>
                </c:pt>
                <c:pt idx="931">
                  <c:v>39780</c:v>
                </c:pt>
                <c:pt idx="932">
                  <c:v>39773</c:v>
                </c:pt>
                <c:pt idx="933">
                  <c:v>39766</c:v>
                </c:pt>
                <c:pt idx="934">
                  <c:v>39759</c:v>
                </c:pt>
                <c:pt idx="935">
                  <c:v>39752</c:v>
                </c:pt>
                <c:pt idx="936">
                  <c:v>39745</c:v>
                </c:pt>
                <c:pt idx="937">
                  <c:v>39738</c:v>
                </c:pt>
                <c:pt idx="938">
                  <c:v>39731</c:v>
                </c:pt>
                <c:pt idx="939">
                  <c:v>39723</c:v>
                </c:pt>
                <c:pt idx="940">
                  <c:v>39717</c:v>
                </c:pt>
                <c:pt idx="941">
                  <c:v>39710</c:v>
                </c:pt>
                <c:pt idx="942">
                  <c:v>39703</c:v>
                </c:pt>
                <c:pt idx="943">
                  <c:v>39696</c:v>
                </c:pt>
                <c:pt idx="944">
                  <c:v>39689</c:v>
                </c:pt>
                <c:pt idx="945">
                  <c:v>39682</c:v>
                </c:pt>
                <c:pt idx="946">
                  <c:v>39674</c:v>
                </c:pt>
                <c:pt idx="947">
                  <c:v>39668</c:v>
                </c:pt>
                <c:pt idx="948">
                  <c:v>39661</c:v>
                </c:pt>
                <c:pt idx="949">
                  <c:v>39654</c:v>
                </c:pt>
                <c:pt idx="950">
                  <c:v>39647</c:v>
                </c:pt>
                <c:pt idx="951">
                  <c:v>39640</c:v>
                </c:pt>
                <c:pt idx="952">
                  <c:v>39633</c:v>
                </c:pt>
                <c:pt idx="953">
                  <c:v>39626</c:v>
                </c:pt>
                <c:pt idx="954">
                  <c:v>39619</c:v>
                </c:pt>
                <c:pt idx="955">
                  <c:v>39612</c:v>
                </c:pt>
                <c:pt idx="956">
                  <c:v>39604</c:v>
                </c:pt>
                <c:pt idx="957">
                  <c:v>39598</c:v>
                </c:pt>
                <c:pt idx="958">
                  <c:v>39591</c:v>
                </c:pt>
                <c:pt idx="959">
                  <c:v>39584</c:v>
                </c:pt>
                <c:pt idx="960">
                  <c:v>39577</c:v>
                </c:pt>
                <c:pt idx="961">
                  <c:v>39570</c:v>
                </c:pt>
                <c:pt idx="962">
                  <c:v>39563</c:v>
                </c:pt>
                <c:pt idx="963">
                  <c:v>39556</c:v>
                </c:pt>
                <c:pt idx="964">
                  <c:v>39549</c:v>
                </c:pt>
                <c:pt idx="965">
                  <c:v>39542</c:v>
                </c:pt>
                <c:pt idx="966">
                  <c:v>39535</c:v>
                </c:pt>
                <c:pt idx="967">
                  <c:v>39528</c:v>
                </c:pt>
                <c:pt idx="968">
                  <c:v>39521</c:v>
                </c:pt>
                <c:pt idx="969">
                  <c:v>39514</c:v>
                </c:pt>
                <c:pt idx="970">
                  <c:v>39507</c:v>
                </c:pt>
                <c:pt idx="971">
                  <c:v>39500</c:v>
                </c:pt>
                <c:pt idx="972">
                  <c:v>39493</c:v>
                </c:pt>
                <c:pt idx="973">
                  <c:v>39483</c:v>
                </c:pt>
                <c:pt idx="974">
                  <c:v>39479</c:v>
                </c:pt>
                <c:pt idx="975">
                  <c:v>39472</c:v>
                </c:pt>
                <c:pt idx="976">
                  <c:v>39465</c:v>
                </c:pt>
                <c:pt idx="977">
                  <c:v>39458</c:v>
                </c:pt>
                <c:pt idx="978">
                  <c:v>39451</c:v>
                </c:pt>
                <c:pt idx="979">
                  <c:v>39444</c:v>
                </c:pt>
                <c:pt idx="980">
                  <c:v>39437</c:v>
                </c:pt>
                <c:pt idx="981">
                  <c:v>39430</c:v>
                </c:pt>
                <c:pt idx="982">
                  <c:v>39423</c:v>
                </c:pt>
                <c:pt idx="983">
                  <c:v>39416</c:v>
                </c:pt>
                <c:pt idx="984">
                  <c:v>39409</c:v>
                </c:pt>
                <c:pt idx="985">
                  <c:v>39402</c:v>
                </c:pt>
              </c:numCache>
            </c:numRef>
          </c:cat>
          <c:val>
            <c:numRef>
              <c:f>data!$V$15:$V$1000</c:f>
              <c:numCache>
                <c:formatCode>_-* #,##0.0_-;\-* #,##0.0_-;_-* "-"_-;_-@_-</c:formatCode>
                <c:ptCount val="986"/>
                <c:pt idx="0">
                  <c:v>6425.1442424242432</c:v>
                </c:pt>
                <c:pt idx="1">
                  <c:v>#N/A</c:v>
                </c:pt>
                <c:pt idx="2">
                  <c:v>6437.2000000000007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5654.5949579831931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5001.2597701149434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5005.6727272727276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4752.3508771929828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4747.0912621359221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4547.5199999999995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4580.5142857142855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4558.7612903225809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4476.5120000000006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4394.6080000000002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4472.0505263157902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4431.5865168539331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4364.7319148936185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4261.2645161290329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4259.8095238095239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4155.161445783132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4071.5698924731182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3970.8799999999997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4216.1415929203549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4065.3528455284554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4065.0338461538468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3955.7853658536592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3997.871304347826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3920.656842105263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3881.1818181818189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3926.2400000000007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3962.6247191011239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3904.6285714285714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3787.7688888888888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3722.9043478260869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3753.6367816091956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3639.7203883495149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3544.5790476190477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3494.0714285714284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3556.742342342342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3482.8654545454542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3356.8982456140352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3260.7245283018869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3275.0868686868689</c:v>
                </c:pt>
                <c:pt idx="510">
                  <c:v>#N/A</c:v>
                </c:pt>
                <c:pt idx="511">
                  <c:v>#N/A</c:v>
                </c:pt>
                <c:pt idx="512">
                  <c:v>#N/A</c:v>
                </c:pt>
                <c:pt idx="513">
                  <c:v>#N/A</c:v>
                </c:pt>
                <c:pt idx="514">
                  <c:v>#N/A</c:v>
                </c:pt>
                <c:pt idx="515">
                  <c:v>#N/A</c:v>
                </c:pt>
                <c:pt idx="516">
                  <c:v>#N/A</c:v>
                </c:pt>
                <c:pt idx="517">
                  <c:v>#N/A</c:v>
                </c:pt>
                <c:pt idx="518">
                  <c:v>#N/A</c:v>
                </c:pt>
                <c:pt idx="519">
                  <c:v>#N/A</c:v>
                </c:pt>
                <c:pt idx="520">
                  <c:v>#N/A</c:v>
                </c:pt>
                <c:pt idx="521">
                  <c:v>#N/A</c:v>
                </c:pt>
                <c:pt idx="522">
                  <c:v>3237.433663366337</c:v>
                </c:pt>
                <c:pt idx="523">
                  <c:v>#N/A</c:v>
                </c:pt>
                <c:pt idx="524">
                  <c:v>#N/A</c:v>
                </c:pt>
                <c:pt idx="525">
                  <c:v>#N/A</c:v>
                </c:pt>
                <c:pt idx="526">
                  <c:v>#N/A</c:v>
                </c:pt>
                <c:pt idx="527">
                  <c:v>#N/A</c:v>
                </c:pt>
                <c:pt idx="528">
                  <c:v>#N/A</c:v>
                </c:pt>
                <c:pt idx="529">
                  <c:v>#N/A</c:v>
                </c:pt>
                <c:pt idx="530">
                  <c:v>#N/A</c:v>
                </c:pt>
                <c:pt idx="531">
                  <c:v>#N/A</c:v>
                </c:pt>
                <c:pt idx="532">
                  <c:v>#N/A</c:v>
                </c:pt>
                <c:pt idx="533">
                  <c:v>#N/A</c:v>
                </c:pt>
                <c:pt idx="534">
                  <c:v>#N/A</c:v>
                </c:pt>
                <c:pt idx="535">
                  <c:v>#N/A</c:v>
                </c:pt>
                <c:pt idx="536">
                  <c:v>3175.6536082474227</c:v>
                </c:pt>
                <c:pt idx="537">
                  <c:v>#N/A</c:v>
                </c:pt>
                <c:pt idx="538">
                  <c:v>#N/A</c:v>
                </c:pt>
                <c:pt idx="539">
                  <c:v>#N/A</c:v>
                </c:pt>
                <c:pt idx="540">
                  <c:v>#N/A</c:v>
                </c:pt>
                <c:pt idx="541">
                  <c:v>#N/A</c:v>
                </c:pt>
                <c:pt idx="542">
                  <c:v>#N/A</c:v>
                </c:pt>
                <c:pt idx="543">
                  <c:v>#N/A</c:v>
                </c:pt>
                <c:pt idx="544">
                  <c:v>#N/A</c:v>
                </c:pt>
                <c:pt idx="545">
                  <c:v>#N/A</c:v>
                </c:pt>
                <c:pt idx="546">
                  <c:v>#N/A</c:v>
                </c:pt>
                <c:pt idx="547">
                  <c:v>#N/A</c:v>
                </c:pt>
                <c:pt idx="548">
                  <c:v>#N/A</c:v>
                </c:pt>
                <c:pt idx="549">
                  <c:v>3174.096</c:v>
                </c:pt>
                <c:pt idx="550">
                  <c:v>#N/A</c:v>
                </c:pt>
                <c:pt idx="551">
                  <c:v>#N/A</c:v>
                </c:pt>
                <c:pt idx="552">
                  <c:v>#N/A</c:v>
                </c:pt>
                <c:pt idx="553">
                  <c:v>#N/A</c:v>
                </c:pt>
                <c:pt idx="554">
                  <c:v>#N/A</c:v>
                </c:pt>
                <c:pt idx="555">
                  <c:v>#N/A</c:v>
                </c:pt>
                <c:pt idx="556">
                  <c:v>#N/A</c:v>
                </c:pt>
                <c:pt idx="557">
                  <c:v>#N/A</c:v>
                </c:pt>
                <c:pt idx="558">
                  <c:v>#N/A</c:v>
                </c:pt>
                <c:pt idx="559">
                  <c:v>#N/A</c:v>
                </c:pt>
                <c:pt idx="560">
                  <c:v>#N/A</c:v>
                </c:pt>
                <c:pt idx="561">
                  <c:v>3169.7939393939396</c:v>
                </c:pt>
                <c:pt idx="562">
                  <c:v>#N/A</c:v>
                </c:pt>
                <c:pt idx="563">
                  <c:v>#N/A</c:v>
                </c:pt>
                <c:pt idx="564">
                  <c:v>#N/A</c:v>
                </c:pt>
                <c:pt idx="565">
                  <c:v>#N/A</c:v>
                </c:pt>
                <c:pt idx="566">
                  <c:v>#N/A</c:v>
                </c:pt>
                <c:pt idx="567">
                  <c:v>#N/A</c:v>
                </c:pt>
                <c:pt idx="568">
                  <c:v>#N/A</c:v>
                </c:pt>
                <c:pt idx="569">
                  <c:v>#N/A</c:v>
                </c:pt>
                <c:pt idx="570">
                  <c:v>#N/A</c:v>
                </c:pt>
                <c:pt idx="571">
                  <c:v>#N/A</c:v>
                </c:pt>
                <c:pt idx="572">
                  <c:v>#N/A</c:v>
                </c:pt>
                <c:pt idx="573">
                  <c:v>#N/A</c:v>
                </c:pt>
                <c:pt idx="574">
                  <c:v>#N/A</c:v>
                </c:pt>
                <c:pt idx="575">
                  <c:v>3047.6078431372548</c:v>
                </c:pt>
                <c:pt idx="576">
                  <c:v>#N/A</c:v>
                </c:pt>
                <c:pt idx="577">
                  <c:v>#N/A</c:v>
                </c:pt>
                <c:pt idx="578">
                  <c:v>#N/A</c:v>
                </c:pt>
                <c:pt idx="579">
                  <c:v>#N/A</c:v>
                </c:pt>
                <c:pt idx="580">
                  <c:v>#N/A</c:v>
                </c:pt>
                <c:pt idx="581">
                  <c:v>#N/A</c:v>
                </c:pt>
                <c:pt idx="582">
                  <c:v>#N/A</c:v>
                </c:pt>
                <c:pt idx="583">
                  <c:v>#N/A</c:v>
                </c:pt>
                <c:pt idx="584">
                  <c:v>#N/A</c:v>
                </c:pt>
                <c:pt idx="585">
                  <c:v>#N/A</c:v>
                </c:pt>
                <c:pt idx="586">
                  <c:v>#N/A</c:v>
                </c:pt>
                <c:pt idx="587">
                  <c:v>#N/A</c:v>
                </c:pt>
                <c:pt idx="588">
                  <c:v>3068.2715596330277</c:v>
                </c:pt>
                <c:pt idx="589">
                  <c:v>#N/A</c:v>
                </c:pt>
                <c:pt idx="590">
                  <c:v>#N/A</c:v>
                </c:pt>
                <c:pt idx="591">
                  <c:v>#N/A</c:v>
                </c:pt>
                <c:pt idx="592">
                  <c:v>#N/A</c:v>
                </c:pt>
                <c:pt idx="593">
                  <c:v>#N/A</c:v>
                </c:pt>
                <c:pt idx="594">
                  <c:v>#N/A</c:v>
                </c:pt>
                <c:pt idx="595">
                  <c:v>#N/A</c:v>
                </c:pt>
                <c:pt idx="596">
                  <c:v>#N/A</c:v>
                </c:pt>
                <c:pt idx="597">
                  <c:v>#N/A</c:v>
                </c:pt>
                <c:pt idx="598">
                  <c:v>#N/A</c:v>
                </c:pt>
                <c:pt idx="599">
                  <c:v>#N/A</c:v>
                </c:pt>
                <c:pt idx="600">
                  <c:v>#N/A</c:v>
                </c:pt>
                <c:pt idx="601">
                  <c:v>2964.8440366972477</c:v>
                </c:pt>
                <c:pt idx="602">
                  <c:v>#N/A</c:v>
                </c:pt>
                <c:pt idx="603">
                  <c:v>#N/A</c:v>
                </c:pt>
                <c:pt idx="604">
                  <c:v>#N/A</c:v>
                </c:pt>
                <c:pt idx="605">
                  <c:v>#N/A</c:v>
                </c:pt>
                <c:pt idx="606">
                  <c:v>#N/A</c:v>
                </c:pt>
                <c:pt idx="607">
                  <c:v>#N/A</c:v>
                </c:pt>
                <c:pt idx="608">
                  <c:v>#N/A</c:v>
                </c:pt>
                <c:pt idx="609">
                  <c:v>#N/A</c:v>
                </c:pt>
                <c:pt idx="610">
                  <c:v>#N/A</c:v>
                </c:pt>
                <c:pt idx="611">
                  <c:v>#N/A</c:v>
                </c:pt>
                <c:pt idx="612">
                  <c:v>#N/A</c:v>
                </c:pt>
                <c:pt idx="613">
                  <c:v>#N/A</c:v>
                </c:pt>
                <c:pt idx="614">
                  <c:v>2968.6247619047622</c:v>
                </c:pt>
                <c:pt idx="615">
                  <c:v>#N/A</c:v>
                </c:pt>
                <c:pt idx="616">
                  <c:v>#N/A</c:v>
                </c:pt>
                <c:pt idx="617">
                  <c:v>#N/A</c:v>
                </c:pt>
                <c:pt idx="618">
                  <c:v>#N/A</c:v>
                </c:pt>
                <c:pt idx="619">
                  <c:v>#N/A</c:v>
                </c:pt>
                <c:pt idx="620">
                  <c:v>#N/A</c:v>
                </c:pt>
                <c:pt idx="621">
                  <c:v>#N/A</c:v>
                </c:pt>
                <c:pt idx="622">
                  <c:v>#N/A</c:v>
                </c:pt>
                <c:pt idx="623">
                  <c:v>#N/A</c:v>
                </c:pt>
                <c:pt idx="624">
                  <c:v>#N/A</c:v>
                </c:pt>
                <c:pt idx="625">
                  <c:v>#N/A</c:v>
                </c:pt>
                <c:pt idx="626">
                  <c:v>#N/A</c:v>
                </c:pt>
                <c:pt idx="627">
                  <c:v>3009.8370370370371</c:v>
                </c:pt>
                <c:pt idx="628">
                  <c:v>#N/A</c:v>
                </c:pt>
                <c:pt idx="629">
                  <c:v>305.03977591036414</c:v>
                </c:pt>
                <c:pt idx="630">
                  <c:v>306.45383177570096</c:v>
                </c:pt>
                <c:pt idx="631">
                  <c:v>305.88391866913128</c:v>
                </c:pt>
                <c:pt idx="632">
                  <c:v>308.40862230552949</c:v>
                </c:pt>
                <c:pt idx="633">
                  <c:v>308.80748362956035</c:v>
                </c:pt>
                <c:pt idx="634">
                  <c:v>308.91254752851717</c:v>
                </c:pt>
                <c:pt idx="635">
                  <c:v>308.26765799256509</c:v>
                </c:pt>
                <c:pt idx="636">
                  <c:v>309.62511893434822</c:v>
                </c:pt>
                <c:pt idx="637">
                  <c:v>310.68</c:v>
                </c:pt>
                <c:pt idx="638">
                  <c:v>313.18740157480318</c:v>
                </c:pt>
                <c:pt idx="639">
                  <c:v>318.67750247770073</c:v>
                </c:pt>
                <c:pt idx="640">
                  <c:v>316.26401590457255</c:v>
                </c:pt>
                <c:pt idx="641">
                  <c:v>319.36227180527391</c:v>
                </c:pt>
                <c:pt idx="642">
                  <c:v>321.75353535353537</c:v>
                </c:pt>
                <c:pt idx="643">
                  <c:v>322.17638748738648</c:v>
                </c:pt>
                <c:pt idx="644">
                  <c:v>318.87472527472528</c:v>
                </c:pt>
                <c:pt idx="645">
                  <c:v>318.92015810276683</c:v>
                </c:pt>
                <c:pt idx="646">
                  <c:v>319.91102284011919</c:v>
                </c:pt>
                <c:pt idx="647">
                  <c:v>322.39752832131819</c:v>
                </c:pt>
                <c:pt idx="648">
                  <c:v>322.8737384140062</c:v>
                </c:pt>
                <c:pt idx="649">
                  <c:v>320.26964467005081</c:v>
                </c:pt>
                <c:pt idx="650">
                  <c:v>322.94541792547835</c:v>
                </c:pt>
                <c:pt idx="651">
                  <c:v>325.11739572736525</c:v>
                </c:pt>
                <c:pt idx="652">
                  <c:v>326.9212744090442</c:v>
                </c:pt>
                <c:pt idx="653">
                  <c:v>326.42636457260556</c:v>
                </c:pt>
                <c:pt idx="654">
                  <c:v>328.30371155885479</c:v>
                </c:pt>
                <c:pt idx="655">
                  <c:v>329.24330117899251</c:v>
                </c:pt>
                <c:pt idx="656">
                  <c:v>329.1133333333334</c:v>
                </c:pt>
                <c:pt idx="657">
                  <c:v>326.93333333333339</c:v>
                </c:pt>
                <c:pt idx="658">
                  <c:v>328.35723270440258</c:v>
                </c:pt>
                <c:pt idx="659">
                  <c:v>329.55923566878982</c:v>
                </c:pt>
                <c:pt idx="660">
                  <c:v>331.1087190527449</c:v>
                </c:pt>
                <c:pt idx="661">
                  <c:v>330.76038338658145</c:v>
                </c:pt>
                <c:pt idx="662">
                  <c:v>337.48869565217399</c:v>
                </c:pt>
                <c:pt idx="663">
                  <c:v>340.76319824753557</c:v>
                </c:pt>
                <c:pt idx="664">
                  <c:v>342.72530386740328</c:v>
                </c:pt>
                <c:pt idx="665">
                  <c:v>348.69249720044797</c:v>
                </c:pt>
                <c:pt idx="666">
                  <c:v>345.59309600863003</c:v>
                </c:pt>
                <c:pt idx="667">
                  <c:v>346.43668122270742</c:v>
                </c:pt>
                <c:pt idx="668">
                  <c:v>348.57447280799119</c:v>
                </c:pt>
                <c:pt idx="669">
                  <c:v>348.58701870187025</c:v>
                </c:pt>
                <c:pt idx="670">
                  <c:v>342.59602094240836</c:v>
                </c:pt>
                <c:pt idx="671">
                  <c:v>342.9452991452992</c:v>
                </c:pt>
                <c:pt idx="672">
                  <c:v>341.74909478168263</c:v>
                </c:pt>
                <c:pt idx="673">
                  <c:v>343.32886486486484</c:v>
                </c:pt>
                <c:pt idx="674">
                  <c:v>344.20590717299575</c:v>
                </c:pt>
                <c:pt idx="675">
                  <c:v>342.63410526315795</c:v>
                </c:pt>
                <c:pt idx="676">
                  <c:v>345.30389064143009</c:v>
                </c:pt>
                <c:pt idx="677">
                  <c:v>346.87794432548179</c:v>
                </c:pt>
                <c:pt idx="678">
                  <c:v>348.43707742639043</c:v>
                </c:pt>
                <c:pt idx="679">
                  <c:v>345.00321543408359</c:v>
                </c:pt>
                <c:pt idx="680">
                  <c:v>346.16267529665589</c:v>
                </c:pt>
                <c:pt idx="681">
                  <c:v>346.83826086956526</c:v>
                </c:pt>
                <c:pt idx="682">
                  <c:v>347.6106666666667</c:v>
                </c:pt>
                <c:pt idx="683">
                  <c:v>342.84493882091209</c:v>
                </c:pt>
                <c:pt idx="684">
                  <c:v>347.12946635730867</c:v>
                </c:pt>
                <c:pt idx="685">
                  <c:v>348.31927437641724</c:v>
                </c:pt>
                <c:pt idx="686">
                  <c:v>349.4931475029037</c:v>
                </c:pt>
                <c:pt idx="687">
                  <c:v>349.30851305334846</c:v>
                </c:pt>
                <c:pt idx="688">
                  <c:v>343.13086419753091</c:v>
                </c:pt>
                <c:pt idx="689">
                  <c:v>343.77221584385762</c:v>
                </c:pt>
                <c:pt idx="690">
                  <c:v>346.69385863267672</c:v>
                </c:pt>
                <c:pt idx="691">
                  <c:v>352.13637454981995</c:v>
                </c:pt>
                <c:pt idx="692">
                  <c:v>350.33043478260868</c:v>
                </c:pt>
                <c:pt idx="693">
                  <c:v>353.94757281553399</c:v>
                </c:pt>
                <c:pt idx="694">
                  <c:v>355.20376028202116</c:v>
                </c:pt>
                <c:pt idx="695">
                  <c:v>356.26851851851848</c:v>
                </c:pt>
                <c:pt idx="696">
                  <c:v>352.22002200220027</c:v>
                </c:pt>
                <c:pt idx="697">
                  <c:v>353.19015659955267</c:v>
                </c:pt>
                <c:pt idx="698">
                  <c:v>353.21066666666667</c:v>
                </c:pt>
                <c:pt idx="699">
                  <c:v>355.20547945205482</c:v>
                </c:pt>
                <c:pt idx="700">
                  <c:v>356.59138321995471</c:v>
                </c:pt>
                <c:pt idx="701">
                  <c:v>351.1620767494357</c:v>
                </c:pt>
                <c:pt idx="702">
                  <c:v>353.51100811123985</c:v>
                </c:pt>
                <c:pt idx="703">
                  <c:v>354.69677419354838</c:v>
                </c:pt>
                <c:pt idx="704">
                  <c:v>353.62018348623855</c:v>
                </c:pt>
                <c:pt idx="705">
                  <c:v>350.19912663755463</c:v>
                </c:pt>
                <c:pt idx="706">
                  <c:v>350.72395950506188</c:v>
                </c:pt>
                <c:pt idx="707">
                  <c:v>350.04405286343615</c:v>
                </c:pt>
                <c:pt idx="708">
                  <c:v>349.25092491838956</c:v>
                </c:pt>
                <c:pt idx="709">
                  <c:v>344.56790648246545</c:v>
                </c:pt>
                <c:pt idx="710">
                  <c:v>345.84839400428268</c:v>
                </c:pt>
                <c:pt idx="711">
                  <c:v>345.68026172300983</c:v>
                </c:pt>
                <c:pt idx="712">
                  <c:v>347.21245828698557</c:v>
                </c:pt>
                <c:pt idx="713">
                  <c:v>351.1730941704036</c:v>
                </c:pt>
                <c:pt idx="714">
                  <c:v>351.54672686230253</c:v>
                </c:pt>
                <c:pt idx="715">
                  <c:v>353.39555555555557</c:v>
                </c:pt>
                <c:pt idx="716">
                  <c:v>356.54821428571432</c:v>
                </c:pt>
                <c:pt idx="717">
                  <c:v>356.09557522123902</c:v>
                </c:pt>
                <c:pt idx="718">
                  <c:v>353.85160575858254</c:v>
                </c:pt>
                <c:pt idx="719">
                  <c:v>354.04156424581015</c:v>
                </c:pt>
                <c:pt idx="720">
                  <c:v>354.28013318534965</c:v>
                </c:pt>
                <c:pt idx="721">
                  <c:v>354.69082672706685</c:v>
                </c:pt>
                <c:pt idx="722">
                  <c:v>349.05643340857796</c:v>
                </c:pt>
                <c:pt idx="723">
                  <c:v>349.50034285714287</c:v>
                </c:pt>
                <c:pt idx="724">
                  <c:v>349.86227967097534</c:v>
                </c:pt>
                <c:pt idx="725">
                  <c:v>351.44821222606697</c:v>
                </c:pt>
                <c:pt idx="726">
                  <c:v>353.27410817031074</c:v>
                </c:pt>
                <c:pt idx="727">
                  <c:v>347.84919540229896</c:v>
                </c:pt>
                <c:pt idx="728">
                  <c:v>349.45438202247192</c:v>
                </c:pt>
                <c:pt idx="729">
                  <c:v>352.70421892816427</c:v>
                </c:pt>
                <c:pt idx="730">
                  <c:v>353.12743362831867</c:v>
                </c:pt>
                <c:pt idx="731">
                  <c:v>346.41388286334058</c:v>
                </c:pt>
                <c:pt idx="732">
                  <c:v>349.37753544165759</c:v>
                </c:pt>
                <c:pt idx="733">
                  <c:v>349.52426550598483</c:v>
                </c:pt>
                <c:pt idx="734">
                  <c:v>350.83272727272725</c:v>
                </c:pt>
                <c:pt idx="735">
                  <c:v>346.77952218430039</c:v>
                </c:pt>
                <c:pt idx="736">
                  <c:v>348.26485260770971</c:v>
                </c:pt>
                <c:pt idx="737">
                  <c:v>349.54702581369247</c:v>
                </c:pt>
                <c:pt idx="738">
                  <c:v>351.49435665914228</c:v>
                </c:pt>
                <c:pt idx="739">
                  <c:v>353.81435406698574</c:v>
                </c:pt>
                <c:pt idx="740">
                  <c:v>352.60915662650604</c:v>
                </c:pt>
                <c:pt idx="741">
                  <c:v>357.87582822085892</c:v>
                </c:pt>
                <c:pt idx="742">
                  <c:v>358.54437577255874</c:v>
                </c:pt>
                <c:pt idx="743">
                  <c:v>359.50665054413548</c:v>
                </c:pt>
                <c:pt idx="744">
                  <c:v>356.5403846153846</c:v>
                </c:pt>
                <c:pt idx="745">
                  <c:v>359.15236938031597</c:v>
                </c:pt>
                <c:pt idx="746">
                  <c:v>358.63160434258151</c:v>
                </c:pt>
                <c:pt idx="747">
                  <c:v>359.48886168910656</c:v>
                </c:pt>
                <c:pt idx="748">
                  <c:v>359.70784313725494</c:v>
                </c:pt>
                <c:pt idx="749">
                  <c:v>354.63815309842045</c:v>
                </c:pt>
                <c:pt idx="750">
                  <c:v>354.71840796019904</c:v>
                </c:pt>
                <c:pt idx="751">
                  <c:v>355.43545770567789</c:v>
                </c:pt>
                <c:pt idx="752">
                  <c:v>356.39865621500564</c:v>
                </c:pt>
                <c:pt idx="753">
                  <c:v>345.03930131004364</c:v>
                </c:pt>
                <c:pt idx="754">
                  <c:v>346.42982456140362</c:v>
                </c:pt>
                <c:pt idx="755">
                  <c:v>347.86320346320349</c:v>
                </c:pt>
                <c:pt idx="756">
                  <c:v>347.21368983957223</c:v>
                </c:pt>
                <c:pt idx="757">
                  <c:v>343.54626865671639</c:v>
                </c:pt>
                <c:pt idx="758">
                  <c:v>343.53050847457627</c:v>
                </c:pt>
                <c:pt idx="759">
                  <c:v>344.09133192389004</c:v>
                </c:pt>
                <c:pt idx="760">
                  <c:v>343.17534537725822</c:v>
                </c:pt>
                <c:pt idx="761">
                  <c:v>341.59580272822672</c:v>
                </c:pt>
                <c:pt idx="762">
                  <c:v>338.05690376569044</c:v>
                </c:pt>
                <c:pt idx="763">
                  <c:v>339.36603773584909</c:v>
                </c:pt>
                <c:pt idx="764">
                  <c:v>341.90096463022508</c:v>
                </c:pt>
                <c:pt idx="765">
                  <c:v>342.2715835140998</c:v>
                </c:pt>
                <c:pt idx="766">
                  <c:v>342.45403050108933</c:v>
                </c:pt>
                <c:pt idx="767">
                  <c:v>342.83780219780226</c:v>
                </c:pt>
                <c:pt idx="768">
                  <c:v>346.54595842956121</c:v>
                </c:pt>
                <c:pt idx="769">
                  <c:v>348.99692307692317</c:v>
                </c:pt>
                <c:pt idx="770">
                  <c:v>347.34649227110583</c:v>
                </c:pt>
                <c:pt idx="771">
                  <c:v>347.7941792782305</c:v>
                </c:pt>
                <c:pt idx="772">
                  <c:v>348.80758293838869</c:v>
                </c:pt>
                <c:pt idx="773">
                  <c:v>349.60372960372962</c:v>
                </c:pt>
                <c:pt idx="774">
                  <c:v>349.16446469248297</c:v>
                </c:pt>
                <c:pt idx="775">
                  <c:v>346.19244823386111</c:v>
                </c:pt>
                <c:pt idx="776">
                  <c:v>347.42290436835896</c:v>
                </c:pt>
                <c:pt idx="777">
                  <c:v>349.12412177985959</c:v>
                </c:pt>
                <c:pt idx="778">
                  <c:v>349.42876557191391</c:v>
                </c:pt>
                <c:pt idx="779">
                  <c:v>344.16588628762543</c:v>
                </c:pt>
                <c:pt idx="780">
                  <c:v>348.09562130177522</c:v>
                </c:pt>
                <c:pt idx="781">
                  <c:v>350.43436754176611</c:v>
                </c:pt>
                <c:pt idx="782">
                  <c:v>350.20298507462689</c:v>
                </c:pt>
                <c:pt idx="783">
                  <c:v>350.8599752168526</c:v>
                </c:pt>
                <c:pt idx="784">
                  <c:v>357.82661396574446</c:v>
                </c:pt>
                <c:pt idx="785">
                  <c:v>360.36230110159119</c:v>
                </c:pt>
                <c:pt idx="786">
                  <c:v>363.03979974968712</c:v>
                </c:pt>
                <c:pt idx="787">
                  <c:v>363.55231143552311</c:v>
                </c:pt>
                <c:pt idx="788">
                  <c:v>361.20812182741122</c:v>
                </c:pt>
                <c:pt idx="789">
                  <c:v>366.37900262467195</c:v>
                </c:pt>
                <c:pt idx="790">
                  <c:v>369.27876447876451</c:v>
                </c:pt>
                <c:pt idx="791">
                  <c:v>370.23809523809524</c:v>
                </c:pt>
                <c:pt idx="792">
                  <c:v>366.21630901287557</c:v>
                </c:pt>
                <c:pt idx="793">
                  <c:v>367.61566137566143</c:v>
                </c:pt>
                <c:pt idx="794">
                  <c:v>364.36518046709125</c:v>
                </c:pt>
                <c:pt idx="795">
                  <c:v>366.06086044071355</c:v>
                </c:pt>
                <c:pt idx="796">
                  <c:v>368.49230769230763</c:v>
                </c:pt>
                <c:pt idx="797">
                  <c:v>362.43726977248105</c:v>
                </c:pt>
                <c:pt idx="798">
                  <c:v>363.65637583892624</c:v>
                </c:pt>
                <c:pt idx="799">
                  <c:v>365.06934225195096</c:v>
                </c:pt>
                <c:pt idx="800">
                  <c:v>363.99913885898815</c:v>
                </c:pt>
                <c:pt idx="801">
                  <c:v>360.16977491961416</c:v>
                </c:pt>
                <c:pt idx="802">
                  <c:v>360.17057569296372</c:v>
                </c:pt>
                <c:pt idx="803">
                  <c:v>360.09851380042466</c:v>
                </c:pt>
                <c:pt idx="804">
                  <c:v>358.65553235908141</c:v>
                </c:pt>
                <c:pt idx="805">
                  <c:v>351.83309929789368</c:v>
                </c:pt>
                <c:pt idx="806">
                  <c:v>350.59940179461626</c:v>
                </c:pt>
                <c:pt idx="807">
                  <c:v>350.18404907975463</c:v>
                </c:pt>
                <c:pt idx="808">
                  <c:v>349.56386036960987</c:v>
                </c:pt>
                <c:pt idx="809">
                  <c:v>349.85731958762892</c:v>
                </c:pt>
                <c:pt idx="810">
                  <c:v>347.40634249471452</c:v>
                </c:pt>
                <c:pt idx="811">
                  <c:v>346.80612691466087</c:v>
                </c:pt>
                <c:pt idx="812">
                  <c:v>348.03826473859846</c:v>
                </c:pt>
                <c:pt idx="813">
                  <c:v>349.39956427015255</c:v>
                </c:pt>
                <c:pt idx="814">
                  <c:v>346.74260485651217</c:v>
                </c:pt>
                <c:pt idx="815">
                  <c:v>349.35184381778743</c:v>
                </c:pt>
                <c:pt idx="816">
                  <c:v>349.94513274336293</c:v>
                </c:pt>
                <c:pt idx="817">
                  <c:v>348.60651945320723</c:v>
                </c:pt>
                <c:pt idx="818">
                  <c:v>342.39512690355332</c:v>
                </c:pt>
                <c:pt idx="819">
                  <c:v>341.78245614035092</c:v>
                </c:pt>
                <c:pt idx="820">
                  <c:v>341.40404858299593</c:v>
                </c:pt>
                <c:pt idx="821">
                  <c:v>340.95199182839639</c:v>
                </c:pt>
                <c:pt idx="822">
                  <c:v>336.57435897435903</c:v>
                </c:pt>
                <c:pt idx="823">
                  <c:v>336.51398963730571</c:v>
                </c:pt>
                <c:pt idx="824">
                  <c:v>335.27197518097205</c:v>
                </c:pt>
                <c:pt idx="825">
                  <c:v>334.86027397260278</c:v>
                </c:pt>
                <c:pt idx="826">
                  <c:v>333.15063829787232</c:v>
                </c:pt>
                <c:pt idx="827">
                  <c:v>329.31601731601734</c:v>
                </c:pt>
                <c:pt idx="828">
                  <c:v>328.62814814814817</c:v>
                </c:pt>
                <c:pt idx="829">
                  <c:v>329.13892473118278</c:v>
                </c:pt>
                <c:pt idx="830">
                  <c:v>327.5961985216473</c:v>
                </c:pt>
                <c:pt idx="831">
                  <c:v>325.3477321814255</c:v>
                </c:pt>
                <c:pt idx="832">
                  <c:v>325.36934619506968</c:v>
                </c:pt>
                <c:pt idx="833">
                  <c:v>323.7940425531915</c:v>
                </c:pt>
                <c:pt idx="834">
                  <c:v>323.24941427050049</c:v>
                </c:pt>
                <c:pt idx="835">
                  <c:v>325.67982646420825</c:v>
                </c:pt>
                <c:pt idx="836">
                  <c:v>325.03410341034106</c:v>
                </c:pt>
                <c:pt idx="837">
                  <c:v>325.58574610244989</c:v>
                </c:pt>
                <c:pt idx="838">
                  <c:v>326.99863945578232</c:v>
                </c:pt>
                <c:pt idx="839">
                  <c:v>326.98415614236507</c:v>
                </c:pt>
                <c:pt idx="840">
                  <c:v>325.18166862514693</c:v>
                </c:pt>
                <c:pt idx="841">
                  <c:v>325.04164759725398</c:v>
                </c:pt>
                <c:pt idx="842">
                  <c:v>325.26006984866126</c:v>
                </c:pt>
                <c:pt idx="843">
                  <c:v>325.07152619589982</c:v>
                </c:pt>
                <c:pt idx="844">
                  <c:v>322.07414187643019</c:v>
                </c:pt>
                <c:pt idx="845">
                  <c:v>320.37539863325748</c:v>
                </c:pt>
                <c:pt idx="846">
                  <c:v>321.93518518518522</c:v>
                </c:pt>
                <c:pt idx="847">
                  <c:v>322.81217798594855</c:v>
                </c:pt>
                <c:pt idx="848">
                  <c:v>321.50384615384615</c:v>
                </c:pt>
                <c:pt idx="849">
                  <c:v>312.73943502824864</c:v>
                </c:pt>
                <c:pt idx="850">
                  <c:v>312.32839224629424</c:v>
                </c:pt>
                <c:pt idx="851">
                  <c:v>311.32915214866438</c:v>
                </c:pt>
                <c:pt idx="852">
                  <c:v>310.32727272727277</c:v>
                </c:pt>
                <c:pt idx="853">
                  <c:v>307.63601895734604</c:v>
                </c:pt>
                <c:pt idx="854">
                  <c:v>307.35750300120054</c:v>
                </c:pt>
                <c:pt idx="855">
                  <c:v>306.55457627118648</c:v>
                </c:pt>
                <c:pt idx="856">
                  <c:v>309.38967136150234</c:v>
                </c:pt>
                <c:pt idx="857">
                  <c:v>303.87088331515815</c:v>
                </c:pt>
                <c:pt idx="858">
                  <c:v>300.78441558441557</c:v>
                </c:pt>
                <c:pt idx="859">
                  <c:v>294.29310710498413</c:v>
                </c:pt>
                <c:pt idx="860">
                  <c:v>293.52680851063832</c:v>
                </c:pt>
                <c:pt idx="861">
                  <c:v>292.42672322375404</c:v>
                </c:pt>
                <c:pt idx="862">
                  <c:v>287.44465608465612</c:v>
                </c:pt>
                <c:pt idx="863">
                  <c:v>286.38811040339704</c:v>
                </c:pt>
                <c:pt idx="864">
                  <c:v>287.29848812095031</c:v>
                </c:pt>
                <c:pt idx="865">
                  <c:v>288.34751929437704</c:v>
                </c:pt>
                <c:pt idx="866">
                  <c:v>286.02331838565021</c:v>
                </c:pt>
                <c:pt idx="867">
                  <c:v>284.625</c:v>
                </c:pt>
                <c:pt idx="868">
                  <c:v>284.90011173184359</c:v>
                </c:pt>
                <c:pt idx="869">
                  <c:v>284.28480725623581</c:v>
                </c:pt>
                <c:pt idx="870">
                  <c:v>279.59520174482009</c:v>
                </c:pt>
                <c:pt idx="871">
                  <c:v>280.43288241415195</c:v>
                </c:pt>
                <c:pt idx="872">
                  <c:v>279.84378211716341</c:v>
                </c:pt>
                <c:pt idx="873">
                  <c:v>279.91909184726524</c:v>
                </c:pt>
                <c:pt idx="874">
                  <c:v>276.71449126413154</c:v>
                </c:pt>
                <c:pt idx="875">
                  <c:v>276.07630769230769</c:v>
                </c:pt>
                <c:pt idx="876">
                  <c:v>276.23312368972751</c:v>
                </c:pt>
                <c:pt idx="877">
                  <c:v>275.86264308012494</c:v>
                </c:pt>
                <c:pt idx="878">
                  <c:v>275.96772823779196</c:v>
                </c:pt>
                <c:pt idx="879">
                  <c:v>270.72142064372923</c:v>
                </c:pt>
                <c:pt idx="880">
                  <c:v>269.81893860561917</c:v>
                </c:pt>
                <c:pt idx="881">
                  <c:v>269.86952789699575</c:v>
                </c:pt>
                <c:pt idx="882">
                  <c:v>270.24017185821697</c:v>
                </c:pt>
                <c:pt idx="883">
                  <c:v>262.90062370062373</c:v>
                </c:pt>
                <c:pt idx="884">
                  <c:v>260.08642220019829</c:v>
                </c:pt>
                <c:pt idx="885">
                  <c:v>259.08943731490621</c:v>
                </c:pt>
                <c:pt idx="886">
                  <c:v>257.5624633431085</c:v>
                </c:pt>
                <c:pt idx="887">
                  <c:v>256.97343750000005</c:v>
                </c:pt>
                <c:pt idx="888">
                  <c:v>249.20515653775328</c:v>
                </c:pt>
                <c:pt idx="889">
                  <c:v>247.68087431693988</c:v>
                </c:pt>
                <c:pt idx="890">
                  <c:v>246.75256769374417</c:v>
                </c:pt>
                <c:pt idx="891">
                  <c:v>245.39942802669211</c:v>
                </c:pt>
                <c:pt idx="892">
                  <c:v>239.76738117427774</c:v>
                </c:pt>
                <c:pt idx="893">
                  <c:v>238.63849056603777</c:v>
                </c:pt>
                <c:pt idx="894">
                  <c:v>237.96785046728976</c:v>
                </c:pt>
                <c:pt idx="895">
                  <c:v>235.00465983224606</c:v>
                </c:pt>
                <c:pt idx="896">
                  <c:v>228.174358974359</c:v>
                </c:pt>
                <c:pt idx="897">
                  <c:v>218.55854545454542</c:v>
                </c:pt>
                <c:pt idx="898">
                  <c:v>213.94243268337976</c:v>
                </c:pt>
                <c:pt idx="899">
                  <c:v>211.84355885078779</c:v>
                </c:pt>
                <c:pt idx="900">
                  <c:v>208.63764921946736</c:v>
                </c:pt>
                <c:pt idx="901">
                  <c:v>201.01333333333335</c:v>
                </c:pt>
                <c:pt idx="902">
                  <c:v>201.57959927140254</c:v>
                </c:pt>
                <c:pt idx="903">
                  <c:v>200.32813321647677</c:v>
                </c:pt>
                <c:pt idx="904">
                  <c:v>197.83120567375889</c:v>
                </c:pt>
                <c:pt idx="905">
                  <c:v>191.38166238217656</c:v>
                </c:pt>
                <c:pt idx="906">
                  <c:v>190.82412914188615</c:v>
                </c:pt>
                <c:pt idx="907">
                  <c:v>189.83529411764707</c:v>
                </c:pt>
                <c:pt idx="908">
                  <c:v>190.02590412111019</c:v>
                </c:pt>
                <c:pt idx="909">
                  <c:v>184.89248945147682</c:v>
                </c:pt>
                <c:pt idx="910">
                  <c:v>180.69724770642202</c:v>
                </c:pt>
                <c:pt idx="911">
                  <c:v>179.59459459459461</c:v>
                </c:pt>
                <c:pt idx="912">
                  <c:v>178.88401673640169</c:v>
                </c:pt>
                <c:pt idx="913">
                  <c:v>176.46048109965636</c:v>
                </c:pt>
                <c:pt idx="914">
                  <c:v>171.42995670995671</c:v>
                </c:pt>
                <c:pt idx="915">
                  <c:v>171.56630036630037</c:v>
                </c:pt>
                <c:pt idx="916">
                  <c:v>173.40211742059674</c:v>
                </c:pt>
                <c:pt idx="917">
                  <c:v>174.38512396694216</c:v>
                </c:pt>
                <c:pt idx="918">
                  <c:v>170.76787148594374</c:v>
                </c:pt>
                <c:pt idx="919">
                  <c:v>173.67820773930754</c:v>
                </c:pt>
                <c:pt idx="920">
                  <c:v>174.87662694775437</c:v>
                </c:pt>
                <c:pt idx="921">
                  <c:v>180.63582089552239</c:v>
                </c:pt>
                <c:pt idx="922">
                  <c:v>179.64985507246377</c:v>
                </c:pt>
                <c:pt idx="923">
                  <c:v>185.71549893842891</c:v>
                </c:pt>
                <c:pt idx="924">
                  <c:v>192.40677966101697</c:v>
                </c:pt>
                <c:pt idx="925">
                  <c:v>197.03190823774767</c:v>
                </c:pt>
                <c:pt idx="926">
                  <c:v>199.12258064516129</c:v>
                </c:pt>
                <c:pt idx="927">
                  <c:v>195.47278688524591</c:v>
                </c:pt>
                <c:pt idx="928">
                  <c:v>198.48235294117649</c:v>
                </c:pt>
                <c:pt idx="929">
                  <c:v>206.32149532710281</c:v>
                </c:pt>
                <c:pt idx="930">
                  <c:v>211.44061696658102</c:v>
                </c:pt>
                <c:pt idx="931">
                  <c:v>210.7358629130967</c:v>
                </c:pt>
                <c:pt idx="932">
                  <c:v>216.43773584905662</c:v>
                </c:pt>
                <c:pt idx="933">
                  <c:v>220.96649746192895</c:v>
                </c:pt>
                <c:pt idx="934">
                  <c:v>224.929863692689</c:v>
                </c:pt>
                <c:pt idx="935">
                  <c:v>226.5770992366412</c:v>
                </c:pt>
                <c:pt idx="936">
                  <c:v>239.55342902711325</c:v>
                </c:pt>
                <c:pt idx="937">
                  <c:v>244.69844559585493</c:v>
                </c:pt>
                <c:pt idx="938">
                  <c:v>246.14027261462206</c:v>
                </c:pt>
                <c:pt idx="939">
                  <c:v>250.15859030837004</c:v>
                </c:pt>
                <c:pt idx="940">
                  <c:v>251.55782747603834</c:v>
                </c:pt>
                <c:pt idx="941">
                  <c:v>254.28471615720525</c:v>
                </c:pt>
                <c:pt idx="942">
                  <c:v>255.36414686825054</c:v>
                </c:pt>
                <c:pt idx="943">
                  <c:v>258.27678160919544</c:v>
                </c:pt>
                <c:pt idx="944">
                  <c:v>256.38956521739135</c:v>
                </c:pt>
                <c:pt idx="945">
                  <c:v>261.18386041439476</c:v>
                </c:pt>
                <c:pt idx="946">
                  <c:v>265.34852320675105</c:v>
                </c:pt>
                <c:pt idx="947">
                  <c:v>266.44925690021233</c:v>
                </c:pt>
                <c:pt idx="948">
                  <c:v>268.16102236421727</c:v>
                </c:pt>
                <c:pt idx="949">
                  <c:v>270.26300211416492</c:v>
                </c:pt>
                <c:pt idx="950">
                  <c:v>273.92108843537414</c:v>
                </c:pt>
                <c:pt idx="951">
                  <c:v>274.70054764512594</c:v>
                </c:pt>
                <c:pt idx="952">
                  <c:v>276.52836801752466</c:v>
                </c:pt>
                <c:pt idx="953">
                  <c:v>273.33874239350916</c:v>
                </c:pt>
                <c:pt idx="954">
                  <c:v>272.33038348082601</c:v>
                </c:pt>
                <c:pt idx="955">
                  <c:v>272.7570731707317</c:v>
                </c:pt>
                <c:pt idx="956">
                  <c:v>271.9569573283859</c:v>
                </c:pt>
                <c:pt idx="957">
                  <c:v>267.92332730560577</c:v>
                </c:pt>
                <c:pt idx="958">
                  <c:v>267.34040219378431</c:v>
                </c:pt>
                <c:pt idx="959">
                  <c:v>266.03943661971834</c:v>
                </c:pt>
                <c:pt idx="960">
                  <c:v>266.72029250457041</c:v>
                </c:pt>
                <c:pt idx="961">
                  <c:v>265.46068222621182</c:v>
                </c:pt>
                <c:pt idx="962">
                  <c:v>262.5438848920864</c:v>
                </c:pt>
                <c:pt idx="963">
                  <c:v>263.23491179201488</c:v>
                </c:pt>
                <c:pt idx="964">
                  <c:v>263.17338262476892</c:v>
                </c:pt>
                <c:pt idx="965">
                  <c:v>263.40950605778193</c:v>
                </c:pt>
                <c:pt idx="966">
                  <c:v>259.57368922783604</c:v>
                </c:pt>
                <c:pt idx="967">
                  <c:v>260.96174430128843</c:v>
                </c:pt>
                <c:pt idx="968">
                  <c:v>262.33770491803278</c:v>
                </c:pt>
                <c:pt idx="969">
                  <c:v>263.8604558969277</c:v>
                </c:pt>
                <c:pt idx="970">
                  <c:v>261.31603053435117</c:v>
                </c:pt>
                <c:pt idx="971">
                  <c:v>262.22740524781346</c:v>
                </c:pt>
                <c:pt idx="972">
                  <c:v>263.00989330746847</c:v>
                </c:pt>
                <c:pt idx="973">
                  <c:v>264.57231968810919</c:v>
                </c:pt>
                <c:pt idx="974">
                  <c:v>265.77723577235776</c:v>
                </c:pt>
                <c:pt idx="975">
                  <c:v>265.21606268364349</c:v>
                </c:pt>
                <c:pt idx="976">
                  <c:v>267.13686236766119</c:v>
                </c:pt>
                <c:pt idx="977">
                  <c:v>267.25698219306469</c:v>
                </c:pt>
                <c:pt idx="978">
                  <c:v>268.18705035971226</c:v>
                </c:pt>
                <c:pt idx="979">
                  <c:v>265.10113537117911</c:v>
                </c:pt>
                <c:pt idx="980">
                  <c:v>265.95681415929204</c:v>
                </c:pt>
                <c:pt idx="981">
                  <c:v>266.90845070422534</c:v>
                </c:pt>
                <c:pt idx="982">
                  <c:v>266.57295434969859</c:v>
                </c:pt>
                <c:pt idx="983">
                  <c:v>264.03463203463207</c:v>
                </c:pt>
                <c:pt idx="984">
                  <c:v>264.60895522388057</c:v>
                </c:pt>
                <c:pt idx="985">
                  <c:v>264.76975945017182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ED-49A1-A3A5-1EC8A1DF0279}"/>
            </c:ext>
          </c:extLst>
        </c:ser>
        <c:ser>
          <c:idx val="3"/>
          <c:order val="2"/>
          <c:tx>
            <c:strRef>
              <c:f>data!$W$13</c:f>
              <c:strCache>
                <c:ptCount val="1"/>
                <c:pt idx="0">
                  <c:v>1.4x</c:v>
                </c:pt>
              </c:strCache>
            </c:strRef>
          </c:tx>
          <c:spPr>
            <a:ln w="12700">
              <a:solidFill>
                <a:srgbClr val="C1E1FF"/>
              </a:solidFill>
              <a:prstDash val="solid"/>
            </a:ln>
          </c:spPr>
          <c:marker>
            <c:symbol val="none"/>
          </c:marker>
          <c:cat>
            <c:numRef>
              <c:f>data!$A$15:$A$1000</c:f>
              <c:numCache>
                <c:formatCode>m/d/yyyy</c:formatCode>
                <c:ptCount val="986"/>
                <c:pt idx="0">
                  <c:v>46303</c:v>
                </c:pt>
                <c:pt idx="1">
                  <c:v>46297</c:v>
                </c:pt>
                <c:pt idx="2">
                  <c:v>46288</c:v>
                </c:pt>
                <c:pt idx="3">
                  <c:v>46283</c:v>
                </c:pt>
                <c:pt idx="4">
                  <c:v>46276</c:v>
                </c:pt>
                <c:pt idx="5">
                  <c:v>46269</c:v>
                </c:pt>
                <c:pt idx="6">
                  <c:v>46262</c:v>
                </c:pt>
                <c:pt idx="7">
                  <c:v>46255</c:v>
                </c:pt>
                <c:pt idx="8">
                  <c:v>46248</c:v>
                </c:pt>
                <c:pt idx="9">
                  <c:v>46241</c:v>
                </c:pt>
                <c:pt idx="10">
                  <c:v>46234</c:v>
                </c:pt>
                <c:pt idx="11">
                  <c:v>46227</c:v>
                </c:pt>
                <c:pt idx="12">
                  <c:v>46219</c:v>
                </c:pt>
                <c:pt idx="13">
                  <c:v>46213</c:v>
                </c:pt>
                <c:pt idx="14">
                  <c:v>46206</c:v>
                </c:pt>
                <c:pt idx="15">
                  <c:v>46199</c:v>
                </c:pt>
                <c:pt idx="16">
                  <c:v>46192</c:v>
                </c:pt>
                <c:pt idx="17">
                  <c:v>46185</c:v>
                </c:pt>
                <c:pt idx="18">
                  <c:v>46178</c:v>
                </c:pt>
                <c:pt idx="19">
                  <c:v>46171</c:v>
                </c:pt>
                <c:pt idx="20">
                  <c:v>46164</c:v>
                </c:pt>
                <c:pt idx="21">
                  <c:v>46157</c:v>
                </c:pt>
                <c:pt idx="22">
                  <c:v>46150</c:v>
                </c:pt>
                <c:pt idx="23">
                  <c:v>46142</c:v>
                </c:pt>
                <c:pt idx="24">
                  <c:v>46136</c:v>
                </c:pt>
                <c:pt idx="25">
                  <c:v>46129</c:v>
                </c:pt>
                <c:pt idx="26">
                  <c:v>46122</c:v>
                </c:pt>
                <c:pt idx="27">
                  <c:v>46115</c:v>
                </c:pt>
                <c:pt idx="28">
                  <c:v>46108</c:v>
                </c:pt>
                <c:pt idx="29">
                  <c:v>46101</c:v>
                </c:pt>
                <c:pt idx="30">
                  <c:v>46094</c:v>
                </c:pt>
                <c:pt idx="31">
                  <c:v>46087</c:v>
                </c:pt>
                <c:pt idx="32">
                  <c:v>46080</c:v>
                </c:pt>
                <c:pt idx="33">
                  <c:v>46073</c:v>
                </c:pt>
                <c:pt idx="34">
                  <c:v>46066</c:v>
                </c:pt>
                <c:pt idx="35">
                  <c:v>46059</c:v>
                </c:pt>
                <c:pt idx="36">
                  <c:v>46052</c:v>
                </c:pt>
                <c:pt idx="37">
                  <c:v>46045</c:v>
                </c:pt>
                <c:pt idx="38">
                  <c:v>46038</c:v>
                </c:pt>
                <c:pt idx="39">
                  <c:v>46031</c:v>
                </c:pt>
                <c:pt idx="40">
                  <c:v>46024</c:v>
                </c:pt>
                <c:pt idx="41">
                  <c:v>46017</c:v>
                </c:pt>
                <c:pt idx="42">
                  <c:v>46010</c:v>
                </c:pt>
                <c:pt idx="43">
                  <c:v>46003</c:v>
                </c:pt>
                <c:pt idx="44">
                  <c:v>45996</c:v>
                </c:pt>
                <c:pt idx="45">
                  <c:v>45989</c:v>
                </c:pt>
                <c:pt idx="46">
                  <c:v>45982</c:v>
                </c:pt>
                <c:pt idx="47">
                  <c:v>45975</c:v>
                </c:pt>
                <c:pt idx="48">
                  <c:v>45968</c:v>
                </c:pt>
                <c:pt idx="49">
                  <c:v>45961</c:v>
                </c:pt>
                <c:pt idx="50">
                  <c:v>45954</c:v>
                </c:pt>
                <c:pt idx="51">
                  <c:v>45947</c:v>
                </c:pt>
                <c:pt idx="52">
                  <c:v>45940</c:v>
                </c:pt>
                <c:pt idx="53">
                  <c:v>45932</c:v>
                </c:pt>
                <c:pt idx="54">
                  <c:v>45926</c:v>
                </c:pt>
                <c:pt idx="55">
                  <c:v>45919</c:v>
                </c:pt>
                <c:pt idx="56">
                  <c:v>45912</c:v>
                </c:pt>
                <c:pt idx="57">
                  <c:v>45905</c:v>
                </c:pt>
                <c:pt idx="58">
                  <c:v>45898</c:v>
                </c:pt>
                <c:pt idx="59">
                  <c:v>45891</c:v>
                </c:pt>
                <c:pt idx="60">
                  <c:v>45883</c:v>
                </c:pt>
                <c:pt idx="61">
                  <c:v>45877</c:v>
                </c:pt>
                <c:pt idx="62">
                  <c:v>45870</c:v>
                </c:pt>
                <c:pt idx="63">
                  <c:v>45863</c:v>
                </c:pt>
                <c:pt idx="64">
                  <c:v>45856</c:v>
                </c:pt>
                <c:pt idx="65">
                  <c:v>45849</c:v>
                </c:pt>
                <c:pt idx="66">
                  <c:v>45842</c:v>
                </c:pt>
                <c:pt idx="67">
                  <c:v>45835</c:v>
                </c:pt>
                <c:pt idx="68">
                  <c:v>45828</c:v>
                </c:pt>
                <c:pt idx="69">
                  <c:v>45821</c:v>
                </c:pt>
                <c:pt idx="70">
                  <c:v>45813</c:v>
                </c:pt>
                <c:pt idx="71">
                  <c:v>45807</c:v>
                </c:pt>
                <c:pt idx="72">
                  <c:v>45800</c:v>
                </c:pt>
                <c:pt idx="73">
                  <c:v>45793</c:v>
                </c:pt>
                <c:pt idx="74">
                  <c:v>45786</c:v>
                </c:pt>
                <c:pt idx="75">
                  <c:v>45779</c:v>
                </c:pt>
                <c:pt idx="76">
                  <c:v>45772</c:v>
                </c:pt>
                <c:pt idx="77">
                  <c:v>45765</c:v>
                </c:pt>
                <c:pt idx="78">
                  <c:v>45758</c:v>
                </c:pt>
                <c:pt idx="79">
                  <c:v>45751</c:v>
                </c:pt>
                <c:pt idx="80">
                  <c:v>45744</c:v>
                </c:pt>
                <c:pt idx="81">
                  <c:v>45737</c:v>
                </c:pt>
                <c:pt idx="82">
                  <c:v>45730</c:v>
                </c:pt>
                <c:pt idx="83">
                  <c:v>45723</c:v>
                </c:pt>
                <c:pt idx="84">
                  <c:v>45716</c:v>
                </c:pt>
                <c:pt idx="85">
                  <c:v>45709</c:v>
                </c:pt>
                <c:pt idx="86">
                  <c:v>45702</c:v>
                </c:pt>
                <c:pt idx="87">
                  <c:v>45695</c:v>
                </c:pt>
                <c:pt idx="88">
                  <c:v>45688</c:v>
                </c:pt>
                <c:pt idx="89">
                  <c:v>45681</c:v>
                </c:pt>
                <c:pt idx="90">
                  <c:v>45674</c:v>
                </c:pt>
                <c:pt idx="91">
                  <c:v>45667</c:v>
                </c:pt>
                <c:pt idx="92">
                  <c:v>45660</c:v>
                </c:pt>
                <c:pt idx="93">
                  <c:v>45653</c:v>
                </c:pt>
                <c:pt idx="94">
                  <c:v>45646</c:v>
                </c:pt>
                <c:pt idx="95">
                  <c:v>45639</c:v>
                </c:pt>
                <c:pt idx="96">
                  <c:v>45632</c:v>
                </c:pt>
                <c:pt idx="97">
                  <c:v>45625</c:v>
                </c:pt>
                <c:pt idx="98">
                  <c:v>45618</c:v>
                </c:pt>
                <c:pt idx="99">
                  <c:v>45611</c:v>
                </c:pt>
                <c:pt idx="100">
                  <c:v>45604</c:v>
                </c:pt>
                <c:pt idx="101">
                  <c:v>45597</c:v>
                </c:pt>
                <c:pt idx="102">
                  <c:v>45590</c:v>
                </c:pt>
                <c:pt idx="103">
                  <c:v>45583</c:v>
                </c:pt>
                <c:pt idx="104">
                  <c:v>45576</c:v>
                </c:pt>
                <c:pt idx="105">
                  <c:v>45569</c:v>
                </c:pt>
                <c:pt idx="106">
                  <c:v>45562</c:v>
                </c:pt>
                <c:pt idx="107">
                  <c:v>45555</c:v>
                </c:pt>
                <c:pt idx="108">
                  <c:v>45548</c:v>
                </c:pt>
                <c:pt idx="109">
                  <c:v>45541</c:v>
                </c:pt>
                <c:pt idx="110">
                  <c:v>45534</c:v>
                </c:pt>
                <c:pt idx="111">
                  <c:v>45527</c:v>
                </c:pt>
                <c:pt idx="112">
                  <c:v>45520</c:v>
                </c:pt>
                <c:pt idx="113">
                  <c:v>45513</c:v>
                </c:pt>
                <c:pt idx="114">
                  <c:v>45506</c:v>
                </c:pt>
                <c:pt idx="115">
                  <c:v>45499</c:v>
                </c:pt>
                <c:pt idx="116">
                  <c:v>45492</c:v>
                </c:pt>
                <c:pt idx="117">
                  <c:v>45485</c:v>
                </c:pt>
                <c:pt idx="118">
                  <c:v>45478</c:v>
                </c:pt>
                <c:pt idx="119">
                  <c:v>45471</c:v>
                </c:pt>
                <c:pt idx="120">
                  <c:v>45464</c:v>
                </c:pt>
                <c:pt idx="121">
                  <c:v>45457</c:v>
                </c:pt>
                <c:pt idx="122">
                  <c:v>45450</c:v>
                </c:pt>
                <c:pt idx="123">
                  <c:v>45443</c:v>
                </c:pt>
                <c:pt idx="124">
                  <c:v>45436</c:v>
                </c:pt>
                <c:pt idx="125">
                  <c:v>45429</c:v>
                </c:pt>
                <c:pt idx="126">
                  <c:v>45422</c:v>
                </c:pt>
                <c:pt idx="127">
                  <c:v>45415</c:v>
                </c:pt>
                <c:pt idx="128">
                  <c:v>45408</c:v>
                </c:pt>
                <c:pt idx="129">
                  <c:v>45401</c:v>
                </c:pt>
                <c:pt idx="130">
                  <c:v>45394</c:v>
                </c:pt>
                <c:pt idx="131">
                  <c:v>45387</c:v>
                </c:pt>
                <c:pt idx="132">
                  <c:v>45380</c:v>
                </c:pt>
                <c:pt idx="133">
                  <c:v>45373</c:v>
                </c:pt>
                <c:pt idx="134">
                  <c:v>45366</c:v>
                </c:pt>
                <c:pt idx="135">
                  <c:v>45359</c:v>
                </c:pt>
                <c:pt idx="136">
                  <c:v>45351</c:v>
                </c:pt>
                <c:pt idx="137">
                  <c:v>45345</c:v>
                </c:pt>
                <c:pt idx="138">
                  <c:v>45338</c:v>
                </c:pt>
                <c:pt idx="139">
                  <c:v>45330</c:v>
                </c:pt>
                <c:pt idx="140">
                  <c:v>45324</c:v>
                </c:pt>
                <c:pt idx="141">
                  <c:v>45317</c:v>
                </c:pt>
                <c:pt idx="142">
                  <c:v>45310</c:v>
                </c:pt>
                <c:pt idx="143">
                  <c:v>45303</c:v>
                </c:pt>
                <c:pt idx="144">
                  <c:v>45296</c:v>
                </c:pt>
                <c:pt idx="145">
                  <c:v>45288</c:v>
                </c:pt>
                <c:pt idx="146">
                  <c:v>45282</c:v>
                </c:pt>
                <c:pt idx="147">
                  <c:v>45275</c:v>
                </c:pt>
                <c:pt idx="148">
                  <c:v>45268</c:v>
                </c:pt>
                <c:pt idx="149">
                  <c:v>45261</c:v>
                </c:pt>
                <c:pt idx="150">
                  <c:v>45254</c:v>
                </c:pt>
                <c:pt idx="151">
                  <c:v>45247</c:v>
                </c:pt>
                <c:pt idx="152">
                  <c:v>45240</c:v>
                </c:pt>
                <c:pt idx="153">
                  <c:v>45233</c:v>
                </c:pt>
                <c:pt idx="154">
                  <c:v>45226</c:v>
                </c:pt>
                <c:pt idx="155">
                  <c:v>45219</c:v>
                </c:pt>
                <c:pt idx="156">
                  <c:v>45212</c:v>
                </c:pt>
                <c:pt idx="157">
                  <c:v>45205</c:v>
                </c:pt>
                <c:pt idx="158">
                  <c:v>45196</c:v>
                </c:pt>
                <c:pt idx="159">
                  <c:v>45191</c:v>
                </c:pt>
                <c:pt idx="160">
                  <c:v>45184</c:v>
                </c:pt>
                <c:pt idx="161">
                  <c:v>45177</c:v>
                </c:pt>
                <c:pt idx="162">
                  <c:v>45170</c:v>
                </c:pt>
                <c:pt idx="163">
                  <c:v>45163</c:v>
                </c:pt>
                <c:pt idx="164">
                  <c:v>45156</c:v>
                </c:pt>
                <c:pt idx="165">
                  <c:v>45149</c:v>
                </c:pt>
                <c:pt idx="166">
                  <c:v>45142</c:v>
                </c:pt>
                <c:pt idx="167">
                  <c:v>45135</c:v>
                </c:pt>
                <c:pt idx="168">
                  <c:v>45128</c:v>
                </c:pt>
                <c:pt idx="169">
                  <c:v>45121</c:v>
                </c:pt>
                <c:pt idx="170">
                  <c:v>45114</c:v>
                </c:pt>
                <c:pt idx="171">
                  <c:v>45107</c:v>
                </c:pt>
                <c:pt idx="172">
                  <c:v>45100</c:v>
                </c:pt>
                <c:pt idx="173">
                  <c:v>45093</c:v>
                </c:pt>
                <c:pt idx="174">
                  <c:v>45086</c:v>
                </c:pt>
                <c:pt idx="175">
                  <c:v>45079</c:v>
                </c:pt>
                <c:pt idx="176">
                  <c:v>45072</c:v>
                </c:pt>
                <c:pt idx="177">
                  <c:v>45065</c:v>
                </c:pt>
                <c:pt idx="178">
                  <c:v>45058</c:v>
                </c:pt>
                <c:pt idx="179">
                  <c:v>45050</c:v>
                </c:pt>
                <c:pt idx="180">
                  <c:v>45044</c:v>
                </c:pt>
                <c:pt idx="181">
                  <c:v>45037</c:v>
                </c:pt>
                <c:pt idx="182">
                  <c:v>45030</c:v>
                </c:pt>
                <c:pt idx="183">
                  <c:v>45023</c:v>
                </c:pt>
                <c:pt idx="184">
                  <c:v>45016</c:v>
                </c:pt>
                <c:pt idx="185">
                  <c:v>45009</c:v>
                </c:pt>
                <c:pt idx="186">
                  <c:v>45002</c:v>
                </c:pt>
                <c:pt idx="187">
                  <c:v>44995</c:v>
                </c:pt>
                <c:pt idx="188">
                  <c:v>44988</c:v>
                </c:pt>
                <c:pt idx="189">
                  <c:v>44981</c:v>
                </c:pt>
                <c:pt idx="190">
                  <c:v>44974</c:v>
                </c:pt>
                <c:pt idx="191">
                  <c:v>44967</c:v>
                </c:pt>
                <c:pt idx="192">
                  <c:v>44960</c:v>
                </c:pt>
                <c:pt idx="193">
                  <c:v>44953</c:v>
                </c:pt>
                <c:pt idx="194">
                  <c:v>44946</c:v>
                </c:pt>
                <c:pt idx="195">
                  <c:v>44939</c:v>
                </c:pt>
                <c:pt idx="196">
                  <c:v>44932</c:v>
                </c:pt>
                <c:pt idx="197">
                  <c:v>44924</c:v>
                </c:pt>
                <c:pt idx="198">
                  <c:v>44918</c:v>
                </c:pt>
                <c:pt idx="199">
                  <c:v>44911</c:v>
                </c:pt>
                <c:pt idx="200">
                  <c:v>44904</c:v>
                </c:pt>
                <c:pt idx="201">
                  <c:v>44897</c:v>
                </c:pt>
                <c:pt idx="202">
                  <c:v>44890</c:v>
                </c:pt>
                <c:pt idx="203">
                  <c:v>44883</c:v>
                </c:pt>
                <c:pt idx="204">
                  <c:v>44876</c:v>
                </c:pt>
                <c:pt idx="205">
                  <c:v>44869</c:v>
                </c:pt>
                <c:pt idx="206">
                  <c:v>44862</c:v>
                </c:pt>
                <c:pt idx="207">
                  <c:v>44855</c:v>
                </c:pt>
                <c:pt idx="208">
                  <c:v>44848</c:v>
                </c:pt>
                <c:pt idx="209">
                  <c:v>44841</c:v>
                </c:pt>
                <c:pt idx="210">
                  <c:v>44834</c:v>
                </c:pt>
                <c:pt idx="211">
                  <c:v>44827</c:v>
                </c:pt>
                <c:pt idx="212">
                  <c:v>44820</c:v>
                </c:pt>
                <c:pt idx="213">
                  <c:v>44812</c:v>
                </c:pt>
                <c:pt idx="214">
                  <c:v>44806</c:v>
                </c:pt>
                <c:pt idx="215">
                  <c:v>44799</c:v>
                </c:pt>
                <c:pt idx="216">
                  <c:v>44792</c:v>
                </c:pt>
                <c:pt idx="217">
                  <c:v>44785</c:v>
                </c:pt>
                <c:pt idx="218">
                  <c:v>44778</c:v>
                </c:pt>
                <c:pt idx="219">
                  <c:v>44771</c:v>
                </c:pt>
                <c:pt idx="220">
                  <c:v>44764</c:v>
                </c:pt>
                <c:pt idx="221">
                  <c:v>44757</c:v>
                </c:pt>
                <c:pt idx="222">
                  <c:v>44750</c:v>
                </c:pt>
                <c:pt idx="223">
                  <c:v>44743</c:v>
                </c:pt>
                <c:pt idx="224">
                  <c:v>44736</c:v>
                </c:pt>
                <c:pt idx="225">
                  <c:v>44729</c:v>
                </c:pt>
                <c:pt idx="226">
                  <c:v>44722</c:v>
                </c:pt>
                <c:pt idx="227">
                  <c:v>44715</c:v>
                </c:pt>
                <c:pt idx="228">
                  <c:v>44708</c:v>
                </c:pt>
                <c:pt idx="229">
                  <c:v>44701</c:v>
                </c:pt>
                <c:pt idx="230">
                  <c:v>44694</c:v>
                </c:pt>
                <c:pt idx="231">
                  <c:v>44687</c:v>
                </c:pt>
                <c:pt idx="232">
                  <c:v>44680</c:v>
                </c:pt>
                <c:pt idx="233">
                  <c:v>44673</c:v>
                </c:pt>
                <c:pt idx="234">
                  <c:v>44666</c:v>
                </c:pt>
                <c:pt idx="235">
                  <c:v>44659</c:v>
                </c:pt>
                <c:pt idx="236">
                  <c:v>44652</c:v>
                </c:pt>
                <c:pt idx="237">
                  <c:v>44645</c:v>
                </c:pt>
                <c:pt idx="238">
                  <c:v>44638</c:v>
                </c:pt>
                <c:pt idx="239">
                  <c:v>44631</c:v>
                </c:pt>
                <c:pt idx="240">
                  <c:v>44624</c:v>
                </c:pt>
                <c:pt idx="241">
                  <c:v>44617</c:v>
                </c:pt>
                <c:pt idx="242">
                  <c:v>44610</c:v>
                </c:pt>
                <c:pt idx="243">
                  <c:v>44603</c:v>
                </c:pt>
                <c:pt idx="244">
                  <c:v>44596</c:v>
                </c:pt>
                <c:pt idx="245">
                  <c:v>44589</c:v>
                </c:pt>
                <c:pt idx="246">
                  <c:v>44582</c:v>
                </c:pt>
                <c:pt idx="247">
                  <c:v>44575</c:v>
                </c:pt>
                <c:pt idx="248">
                  <c:v>44568</c:v>
                </c:pt>
                <c:pt idx="249">
                  <c:v>44560</c:v>
                </c:pt>
                <c:pt idx="250">
                  <c:v>44554</c:v>
                </c:pt>
                <c:pt idx="251">
                  <c:v>44547</c:v>
                </c:pt>
                <c:pt idx="252">
                  <c:v>44540</c:v>
                </c:pt>
                <c:pt idx="253">
                  <c:v>44533</c:v>
                </c:pt>
                <c:pt idx="254">
                  <c:v>44526</c:v>
                </c:pt>
                <c:pt idx="255">
                  <c:v>44519</c:v>
                </c:pt>
                <c:pt idx="256">
                  <c:v>44512</c:v>
                </c:pt>
                <c:pt idx="257">
                  <c:v>44505</c:v>
                </c:pt>
                <c:pt idx="258">
                  <c:v>44498</c:v>
                </c:pt>
                <c:pt idx="259">
                  <c:v>44491</c:v>
                </c:pt>
                <c:pt idx="260">
                  <c:v>44484</c:v>
                </c:pt>
                <c:pt idx="261">
                  <c:v>44477</c:v>
                </c:pt>
                <c:pt idx="262">
                  <c:v>44470</c:v>
                </c:pt>
                <c:pt idx="263">
                  <c:v>44463</c:v>
                </c:pt>
                <c:pt idx="264">
                  <c:v>44456</c:v>
                </c:pt>
                <c:pt idx="265">
                  <c:v>44449</c:v>
                </c:pt>
                <c:pt idx="266">
                  <c:v>44442</c:v>
                </c:pt>
                <c:pt idx="267">
                  <c:v>44435</c:v>
                </c:pt>
                <c:pt idx="268">
                  <c:v>44428</c:v>
                </c:pt>
                <c:pt idx="269">
                  <c:v>44421</c:v>
                </c:pt>
                <c:pt idx="270">
                  <c:v>44414</c:v>
                </c:pt>
                <c:pt idx="271">
                  <c:v>44407</c:v>
                </c:pt>
                <c:pt idx="272">
                  <c:v>44400</c:v>
                </c:pt>
                <c:pt idx="273">
                  <c:v>44393</c:v>
                </c:pt>
                <c:pt idx="274">
                  <c:v>44386</c:v>
                </c:pt>
                <c:pt idx="275">
                  <c:v>44379</c:v>
                </c:pt>
                <c:pt idx="276">
                  <c:v>44372</c:v>
                </c:pt>
                <c:pt idx="277">
                  <c:v>44365</c:v>
                </c:pt>
                <c:pt idx="278">
                  <c:v>44358</c:v>
                </c:pt>
                <c:pt idx="279">
                  <c:v>44351</c:v>
                </c:pt>
                <c:pt idx="280">
                  <c:v>44344</c:v>
                </c:pt>
                <c:pt idx="281">
                  <c:v>44337</c:v>
                </c:pt>
                <c:pt idx="282">
                  <c:v>44330</c:v>
                </c:pt>
                <c:pt idx="283">
                  <c:v>44323</c:v>
                </c:pt>
                <c:pt idx="284">
                  <c:v>44316</c:v>
                </c:pt>
                <c:pt idx="285">
                  <c:v>44309</c:v>
                </c:pt>
                <c:pt idx="286">
                  <c:v>44302</c:v>
                </c:pt>
                <c:pt idx="287">
                  <c:v>44295</c:v>
                </c:pt>
                <c:pt idx="288">
                  <c:v>44288</c:v>
                </c:pt>
                <c:pt idx="289">
                  <c:v>44281</c:v>
                </c:pt>
                <c:pt idx="290">
                  <c:v>44274</c:v>
                </c:pt>
                <c:pt idx="291">
                  <c:v>44267</c:v>
                </c:pt>
                <c:pt idx="292">
                  <c:v>44260</c:v>
                </c:pt>
                <c:pt idx="293">
                  <c:v>44253</c:v>
                </c:pt>
                <c:pt idx="294">
                  <c:v>44246</c:v>
                </c:pt>
                <c:pt idx="295">
                  <c:v>44237</c:v>
                </c:pt>
                <c:pt idx="296">
                  <c:v>44232</c:v>
                </c:pt>
                <c:pt idx="297">
                  <c:v>44225</c:v>
                </c:pt>
                <c:pt idx="298">
                  <c:v>44218</c:v>
                </c:pt>
                <c:pt idx="299">
                  <c:v>44211</c:v>
                </c:pt>
                <c:pt idx="300">
                  <c:v>44204</c:v>
                </c:pt>
                <c:pt idx="301">
                  <c:v>44195</c:v>
                </c:pt>
                <c:pt idx="302">
                  <c:v>44189</c:v>
                </c:pt>
                <c:pt idx="303">
                  <c:v>44183</c:v>
                </c:pt>
                <c:pt idx="304">
                  <c:v>44176</c:v>
                </c:pt>
                <c:pt idx="305">
                  <c:v>44169</c:v>
                </c:pt>
                <c:pt idx="306">
                  <c:v>44162</c:v>
                </c:pt>
                <c:pt idx="307">
                  <c:v>44155</c:v>
                </c:pt>
                <c:pt idx="308">
                  <c:v>44148</c:v>
                </c:pt>
                <c:pt idx="309">
                  <c:v>44141</c:v>
                </c:pt>
                <c:pt idx="310">
                  <c:v>44134</c:v>
                </c:pt>
                <c:pt idx="311">
                  <c:v>44127</c:v>
                </c:pt>
                <c:pt idx="312">
                  <c:v>44120</c:v>
                </c:pt>
                <c:pt idx="313">
                  <c:v>44112</c:v>
                </c:pt>
                <c:pt idx="314">
                  <c:v>44103</c:v>
                </c:pt>
                <c:pt idx="315">
                  <c:v>44099</c:v>
                </c:pt>
                <c:pt idx="316">
                  <c:v>44092</c:v>
                </c:pt>
                <c:pt idx="317">
                  <c:v>44085</c:v>
                </c:pt>
                <c:pt idx="318">
                  <c:v>44078</c:v>
                </c:pt>
                <c:pt idx="319">
                  <c:v>44071</c:v>
                </c:pt>
                <c:pt idx="320">
                  <c:v>44064</c:v>
                </c:pt>
                <c:pt idx="321">
                  <c:v>44057</c:v>
                </c:pt>
                <c:pt idx="322">
                  <c:v>44050</c:v>
                </c:pt>
                <c:pt idx="323">
                  <c:v>44043</c:v>
                </c:pt>
                <c:pt idx="324">
                  <c:v>44036</c:v>
                </c:pt>
                <c:pt idx="325">
                  <c:v>44029</c:v>
                </c:pt>
                <c:pt idx="326">
                  <c:v>44022</c:v>
                </c:pt>
                <c:pt idx="327">
                  <c:v>44015</c:v>
                </c:pt>
                <c:pt idx="328">
                  <c:v>44008</c:v>
                </c:pt>
                <c:pt idx="329">
                  <c:v>44001</c:v>
                </c:pt>
                <c:pt idx="330">
                  <c:v>43994</c:v>
                </c:pt>
                <c:pt idx="331">
                  <c:v>43987</c:v>
                </c:pt>
                <c:pt idx="332">
                  <c:v>43980</c:v>
                </c:pt>
                <c:pt idx="333">
                  <c:v>43973</c:v>
                </c:pt>
                <c:pt idx="334">
                  <c:v>43966</c:v>
                </c:pt>
                <c:pt idx="335">
                  <c:v>43959</c:v>
                </c:pt>
                <c:pt idx="336">
                  <c:v>43950</c:v>
                </c:pt>
                <c:pt idx="337">
                  <c:v>43945</c:v>
                </c:pt>
                <c:pt idx="338">
                  <c:v>43938</c:v>
                </c:pt>
                <c:pt idx="339">
                  <c:v>43931</c:v>
                </c:pt>
                <c:pt idx="340">
                  <c:v>43924</c:v>
                </c:pt>
                <c:pt idx="341">
                  <c:v>43917</c:v>
                </c:pt>
                <c:pt idx="342">
                  <c:v>43910</c:v>
                </c:pt>
                <c:pt idx="343">
                  <c:v>43903</c:v>
                </c:pt>
                <c:pt idx="344">
                  <c:v>43896</c:v>
                </c:pt>
                <c:pt idx="345">
                  <c:v>43889</c:v>
                </c:pt>
                <c:pt idx="346">
                  <c:v>43882</c:v>
                </c:pt>
                <c:pt idx="347">
                  <c:v>43875</c:v>
                </c:pt>
                <c:pt idx="348">
                  <c:v>43868</c:v>
                </c:pt>
                <c:pt idx="349">
                  <c:v>43861</c:v>
                </c:pt>
                <c:pt idx="350">
                  <c:v>43853</c:v>
                </c:pt>
                <c:pt idx="351">
                  <c:v>43847</c:v>
                </c:pt>
                <c:pt idx="352">
                  <c:v>43840</c:v>
                </c:pt>
                <c:pt idx="353">
                  <c:v>43833</c:v>
                </c:pt>
                <c:pt idx="354">
                  <c:v>43826</c:v>
                </c:pt>
                <c:pt idx="355">
                  <c:v>43819</c:v>
                </c:pt>
                <c:pt idx="356">
                  <c:v>43812</c:v>
                </c:pt>
                <c:pt idx="357">
                  <c:v>43805</c:v>
                </c:pt>
                <c:pt idx="358">
                  <c:v>43798</c:v>
                </c:pt>
                <c:pt idx="359">
                  <c:v>43791</c:v>
                </c:pt>
                <c:pt idx="360">
                  <c:v>43784</c:v>
                </c:pt>
                <c:pt idx="361">
                  <c:v>43777</c:v>
                </c:pt>
                <c:pt idx="362">
                  <c:v>43770</c:v>
                </c:pt>
                <c:pt idx="363">
                  <c:v>43763</c:v>
                </c:pt>
                <c:pt idx="364">
                  <c:v>43756</c:v>
                </c:pt>
                <c:pt idx="365">
                  <c:v>43749</c:v>
                </c:pt>
                <c:pt idx="366">
                  <c:v>43742</c:v>
                </c:pt>
                <c:pt idx="367">
                  <c:v>43735</c:v>
                </c:pt>
                <c:pt idx="368">
                  <c:v>43728</c:v>
                </c:pt>
                <c:pt idx="369">
                  <c:v>43719</c:v>
                </c:pt>
                <c:pt idx="370">
                  <c:v>43714</c:v>
                </c:pt>
                <c:pt idx="371">
                  <c:v>43707</c:v>
                </c:pt>
                <c:pt idx="372">
                  <c:v>43700</c:v>
                </c:pt>
                <c:pt idx="373">
                  <c:v>43693</c:v>
                </c:pt>
                <c:pt idx="374">
                  <c:v>43686</c:v>
                </c:pt>
                <c:pt idx="375">
                  <c:v>43679</c:v>
                </c:pt>
                <c:pt idx="376">
                  <c:v>43672</c:v>
                </c:pt>
                <c:pt idx="377">
                  <c:v>43665</c:v>
                </c:pt>
                <c:pt idx="378">
                  <c:v>43658</c:v>
                </c:pt>
                <c:pt idx="379">
                  <c:v>43651</c:v>
                </c:pt>
                <c:pt idx="380">
                  <c:v>43644</c:v>
                </c:pt>
                <c:pt idx="381">
                  <c:v>43637</c:v>
                </c:pt>
                <c:pt idx="382">
                  <c:v>43630</c:v>
                </c:pt>
                <c:pt idx="383">
                  <c:v>43623</c:v>
                </c:pt>
                <c:pt idx="384">
                  <c:v>43616</c:v>
                </c:pt>
                <c:pt idx="385">
                  <c:v>43609</c:v>
                </c:pt>
                <c:pt idx="386">
                  <c:v>43602</c:v>
                </c:pt>
                <c:pt idx="387">
                  <c:v>43595</c:v>
                </c:pt>
                <c:pt idx="388">
                  <c:v>43588</c:v>
                </c:pt>
                <c:pt idx="389">
                  <c:v>43581</c:v>
                </c:pt>
                <c:pt idx="390">
                  <c:v>43574</c:v>
                </c:pt>
                <c:pt idx="391">
                  <c:v>43567</c:v>
                </c:pt>
                <c:pt idx="392">
                  <c:v>43560</c:v>
                </c:pt>
                <c:pt idx="393">
                  <c:v>43553</c:v>
                </c:pt>
                <c:pt idx="394">
                  <c:v>43546</c:v>
                </c:pt>
                <c:pt idx="395">
                  <c:v>43539</c:v>
                </c:pt>
                <c:pt idx="396">
                  <c:v>43532</c:v>
                </c:pt>
                <c:pt idx="397">
                  <c:v>43524</c:v>
                </c:pt>
                <c:pt idx="398">
                  <c:v>43518</c:v>
                </c:pt>
                <c:pt idx="399">
                  <c:v>43511</c:v>
                </c:pt>
                <c:pt idx="400">
                  <c:v>43504</c:v>
                </c:pt>
                <c:pt idx="401">
                  <c:v>43497</c:v>
                </c:pt>
                <c:pt idx="402">
                  <c:v>43490</c:v>
                </c:pt>
                <c:pt idx="403">
                  <c:v>43483</c:v>
                </c:pt>
                <c:pt idx="404">
                  <c:v>43476</c:v>
                </c:pt>
                <c:pt idx="405">
                  <c:v>43469</c:v>
                </c:pt>
                <c:pt idx="406">
                  <c:v>43462</c:v>
                </c:pt>
                <c:pt idx="407">
                  <c:v>43455</c:v>
                </c:pt>
                <c:pt idx="408">
                  <c:v>43448</c:v>
                </c:pt>
                <c:pt idx="409">
                  <c:v>43441</c:v>
                </c:pt>
                <c:pt idx="410">
                  <c:v>43434</c:v>
                </c:pt>
                <c:pt idx="411">
                  <c:v>43427</c:v>
                </c:pt>
                <c:pt idx="412">
                  <c:v>43420</c:v>
                </c:pt>
                <c:pt idx="413">
                  <c:v>43413</c:v>
                </c:pt>
                <c:pt idx="414">
                  <c:v>43406</c:v>
                </c:pt>
                <c:pt idx="415">
                  <c:v>43399</c:v>
                </c:pt>
                <c:pt idx="416">
                  <c:v>43392</c:v>
                </c:pt>
                <c:pt idx="417">
                  <c:v>43385</c:v>
                </c:pt>
                <c:pt idx="418">
                  <c:v>43378</c:v>
                </c:pt>
                <c:pt idx="419">
                  <c:v>43371</c:v>
                </c:pt>
                <c:pt idx="420">
                  <c:v>43364</c:v>
                </c:pt>
                <c:pt idx="421">
                  <c:v>43357</c:v>
                </c:pt>
                <c:pt idx="422">
                  <c:v>43350</c:v>
                </c:pt>
                <c:pt idx="423">
                  <c:v>43343</c:v>
                </c:pt>
                <c:pt idx="424">
                  <c:v>43336</c:v>
                </c:pt>
                <c:pt idx="425">
                  <c:v>43329</c:v>
                </c:pt>
                <c:pt idx="426">
                  <c:v>43322</c:v>
                </c:pt>
                <c:pt idx="427">
                  <c:v>43315</c:v>
                </c:pt>
                <c:pt idx="428">
                  <c:v>43308</c:v>
                </c:pt>
                <c:pt idx="429">
                  <c:v>43301</c:v>
                </c:pt>
                <c:pt idx="430">
                  <c:v>43294</c:v>
                </c:pt>
                <c:pt idx="431">
                  <c:v>43287</c:v>
                </c:pt>
                <c:pt idx="432">
                  <c:v>43280</c:v>
                </c:pt>
                <c:pt idx="433">
                  <c:v>43273</c:v>
                </c:pt>
                <c:pt idx="434">
                  <c:v>43266</c:v>
                </c:pt>
                <c:pt idx="435">
                  <c:v>43259</c:v>
                </c:pt>
                <c:pt idx="436">
                  <c:v>43252</c:v>
                </c:pt>
                <c:pt idx="437">
                  <c:v>43245</c:v>
                </c:pt>
                <c:pt idx="438">
                  <c:v>43238</c:v>
                </c:pt>
                <c:pt idx="439">
                  <c:v>43231</c:v>
                </c:pt>
                <c:pt idx="440">
                  <c:v>43224</c:v>
                </c:pt>
                <c:pt idx="441">
                  <c:v>43217</c:v>
                </c:pt>
                <c:pt idx="442">
                  <c:v>43210</c:v>
                </c:pt>
                <c:pt idx="443">
                  <c:v>43203</c:v>
                </c:pt>
                <c:pt idx="444">
                  <c:v>43196</c:v>
                </c:pt>
                <c:pt idx="445">
                  <c:v>43189</c:v>
                </c:pt>
                <c:pt idx="446">
                  <c:v>43182</c:v>
                </c:pt>
                <c:pt idx="447">
                  <c:v>43175</c:v>
                </c:pt>
                <c:pt idx="448">
                  <c:v>43168</c:v>
                </c:pt>
                <c:pt idx="449">
                  <c:v>43161</c:v>
                </c:pt>
                <c:pt idx="450">
                  <c:v>43154</c:v>
                </c:pt>
                <c:pt idx="451">
                  <c:v>43145</c:v>
                </c:pt>
                <c:pt idx="452">
                  <c:v>43140</c:v>
                </c:pt>
                <c:pt idx="453">
                  <c:v>43133</c:v>
                </c:pt>
                <c:pt idx="454">
                  <c:v>43126</c:v>
                </c:pt>
                <c:pt idx="455">
                  <c:v>43119</c:v>
                </c:pt>
                <c:pt idx="456">
                  <c:v>43112</c:v>
                </c:pt>
                <c:pt idx="457">
                  <c:v>43105</c:v>
                </c:pt>
                <c:pt idx="458">
                  <c:v>43097</c:v>
                </c:pt>
                <c:pt idx="459">
                  <c:v>43091</c:v>
                </c:pt>
                <c:pt idx="460">
                  <c:v>43084</c:v>
                </c:pt>
                <c:pt idx="461">
                  <c:v>43077</c:v>
                </c:pt>
                <c:pt idx="462">
                  <c:v>43070</c:v>
                </c:pt>
                <c:pt idx="463">
                  <c:v>43063</c:v>
                </c:pt>
                <c:pt idx="464">
                  <c:v>43056</c:v>
                </c:pt>
                <c:pt idx="465">
                  <c:v>43049</c:v>
                </c:pt>
                <c:pt idx="466">
                  <c:v>43042</c:v>
                </c:pt>
                <c:pt idx="467">
                  <c:v>43035</c:v>
                </c:pt>
                <c:pt idx="468">
                  <c:v>43028</c:v>
                </c:pt>
                <c:pt idx="469">
                  <c:v>43021</c:v>
                </c:pt>
                <c:pt idx="470">
                  <c:v>43007</c:v>
                </c:pt>
                <c:pt idx="471">
                  <c:v>43000</c:v>
                </c:pt>
                <c:pt idx="472">
                  <c:v>42993</c:v>
                </c:pt>
                <c:pt idx="473">
                  <c:v>42986</c:v>
                </c:pt>
                <c:pt idx="474">
                  <c:v>42979</c:v>
                </c:pt>
                <c:pt idx="475">
                  <c:v>42972</c:v>
                </c:pt>
                <c:pt idx="476">
                  <c:v>42965</c:v>
                </c:pt>
                <c:pt idx="477">
                  <c:v>42958</c:v>
                </c:pt>
                <c:pt idx="478">
                  <c:v>42951</c:v>
                </c:pt>
                <c:pt idx="479">
                  <c:v>42944</c:v>
                </c:pt>
                <c:pt idx="480">
                  <c:v>42937</c:v>
                </c:pt>
                <c:pt idx="481">
                  <c:v>42930</c:v>
                </c:pt>
                <c:pt idx="482">
                  <c:v>42923</c:v>
                </c:pt>
                <c:pt idx="483">
                  <c:v>42916</c:v>
                </c:pt>
                <c:pt idx="484">
                  <c:v>42909</c:v>
                </c:pt>
                <c:pt idx="485">
                  <c:v>42902</c:v>
                </c:pt>
                <c:pt idx="486">
                  <c:v>42895</c:v>
                </c:pt>
                <c:pt idx="487">
                  <c:v>42888</c:v>
                </c:pt>
                <c:pt idx="488">
                  <c:v>42881</c:v>
                </c:pt>
                <c:pt idx="489">
                  <c:v>42874</c:v>
                </c:pt>
                <c:pt idx="490">
                  <c:v>42867</c:v>
                </c:pt>
                <c:pt idx="491">
                  <c:v>42859</c:v>
                </c:pt>
                <c:pt idx="492">
                  <c:v>42853</c:v>
                </c:pt>
                <c:pt idx="493">
                  <c:v>42846</c:v>
                </c:pt>
                <c:pt idx="494">
                  <c:v>42839</c:v>
                </c:pt>
                <c:pt idx="495">
                  <c:v>42832</c:v>
                </c:pt>
                <c:pt idx="496">
                  <c:v>42825</c:v>
                </c:pt>
                <c:pt idx="497">
                  <c:v>42818</c:v>
                </c:pt>
                <c:pt idx="498">
                  <c:v>42811</c:v>
                </c:pt>
                <c:pt idx="499">
                  <c:v>42804</c:v>
                </c:pt>
                <c:pt idx="500">
                  <c:v>42797</c:v>
                </c:pt>
                <c:pt idx="501">
                  <c:v>42790</c:v>
                </c:pt>
                <c:pt idx="502">
                  <c:v>42783</c:v>
                </c:pt>
                <c:pt idx="503">
                  <c:v>42776</c:v>
                </c:pt>
                <c:pt idx="504">
                  <c:v>42769</c:v>
                </c:pt>
                <c:pt idx="505">
                  <c:v>42761</c:v>
                </c:pt>
                <c:pt idx="506">
                  <c:v>42755</c:v>
                </c:pt>
                <c:pt idx="507">
                  <c:v>42748</c:v>
                </c:pt>
                <c:pt idx="508">
                  <c:v>42741</c:v>
                </c:pt>
                <c:pt idx="509">
                  <c:v>42733</c:v>
                </c:pt>
                <c:pt idx="510">
                  <c:v>42727</c:v>
                </c:pt>
                <c:pt idx="511">
                  <c:v>42720</c:v>
                </c:pt>
                <c:pt idx="512">
                  <c:v>42713</c:v>
                </c:pt>
                <c:pt idx="513">
                  <c:v>42706</c:v>
                </c:pt>
                <c:pt idx="514">
                  <c:v>42699</c:v>
                </c:pt>
                <c:pt idx="515">
                  <c:v>42692</c:v>
                </c:pt>
                <c:pt idx="516">
                  <c:v>42685</c:v>
                </c:pt>
                <c:pt idx="517">
                  <c:v>42678</c:v>
                </c:pt>
                <c:pt idx="518">
                  <c:v>42671</c:v>
                </c:pt>
                <c:pt idx="519">
                  <c:v>42664</c:v>
                </c:pt>
                <c:pt idx="520">
                  <c:v>42657</c:v>
                </c:pt>
                <c:pt idx="521">
                  <c:v>42650</c:v>
                </c:pt>
                <c:pt idx="522">
                  <c:v>42643</c:v>
                </c:pt>
                <c:pt idx="523">
                  <c:v>42636</c:v>
                </c:pt>
                <c:pt idx="524">
                  <c:v>42626</c:v>
                </c:pt>
                <c:pt idx="525">
                  <c:v>42622</c:v>
                </c:pt>
                <c:pt idx="526">
                  <c:v>42615</c:v>
                </c:pt>
                <c:pt idx="527">
                  <c:v>42608</c:v>
                </c:pt>
                <c:pt idx="528">
                  <c:v>42601</c:v>
                </c:pt>
                <c:pt idx="529">
                  <c:v>42594</c:v>
                </c:pt>
                <c:pt idx="530">
                  <c:v>42587</c:v>
                </c:pt>
                <c:pt idx="531">
                  <c:v>42580</c:v>
                </c:pt>
                <c:pt idx="532">
                  <c:v>42573</c:v>
                </c:pt>
                <c:pt idx="533">
                  <c:v>42566</c:v>
                </c:pt>
                <c:pt idx="534">
                  <c:v>42559</c:v>
                </c:pt>
                <c:pt idx="535">
                  <c:v>42552</c:v>
                </c:pt>
                <c:pt idx="536">
                  <c:v>42545</c:v>
                </c:pt>
                <c:pt idx="537">
                  <c:v>42538</c:v>
                </c:pt>
                <c:pt idx="538">
                  <c:v>42531</c:v>
                </c:pt>
                <c:pt idx="539">
                  <c:v>42524</c:v>
                </c:pt>
                <c:pt idx="540">
                  <c:v>42517</c:v>
                </c:pt>
                <c:pt idx="541">
                  <c:v>42510</c:v>
                </c:pt>
                <c:pt idx="542">
                  <c:v>42503</c:v>
                </c:pt>
                <c:pt idx="543">
                  <c:v>42494</c:v>
                </c:pt>
                <c:pt idx="544">
                  <c:v>42489</c:v>
                </c:pt>
                <c:pt idx="545">
                  <c:v>42482</c:v>
                </c:pt>
                <c:pt idx="546">
                  <c:v>42475</c:v>
                </c:pt>
                <c:pt idx="547">
                  <c:v>42468</c:v>
                </c:pt>
                <c:pt idx="548">
                  <c:v>42461</c:v>
                </c:pt>
                <c:pt idx="549">
                  <c:v>42454</c:v>
                </c:pt>
                <c:pt idx="550">
                  <c:v>42447</c:v>
                </c:pt>
                <c:pt idx="551">
                  <c:v>42440</c:v>
                </c:pt>
                <c:pt idx="552">
                  <c:v>42433</c:v>
                </c:pt>
                <c:pt idx="553">
                  <c:v>42426</c:v>
                </c:pt>
                <c:pt idx="554">
                  <c:v>42419</c:v>
                </c:pt>
                <c:pt idx="555">
                  <c:v>42412</c:v>
                </c:pt>
                <c:pt idx="556">
                  <c:v>42405</c:v>
                </c:pt>
                <c:pt idx="557">
                  <c:v>42398</c:v>
                </c:pt>
                <c:pt idx="558">
                  <c:v>42391</c:v>
                </c:pt>
                <c:pt idx="559">
                  <c:v>42384</c:v>
                </c:pt>
                <c:pt idx="560">
                  <c:v>42377</c:v>
                </c:pt>
                <c:pt idx="561">
                  <c:v>42368</c:v>
                </c:pt>
                <c:pt idx="562">
                  <c:v>42362</c:v>
                </c:pt>
                <c:pt idx="563">
                  <c:v>42356</c:v>
                </c:pt>
                <c:pt idx="564">
                  <c:v>42349</c:v>
                </c:pt>
                <c:pt idx="565">
                  <c:v>42342</c:v>
                </c:pt>
                <c:pt idx="566">
                  <c:v>42335</c:v>
                </c:pt>
                <c:pt idx="567">
                  <c:v>42328</c:v>
                </c:pt>
                <c:pt idx="568">
                  <c:v>42321</c:v>
                </c:pt>
                <c:pt idx="569">
                  <c:v>42314</c:v>
                </c:pt>
                <c:pt idx="570">
                  <c:v>42307</c:v>
                </c:pt>
                <c:pt idx="571">
                  <c:v>42300</c:v>
                </c:pt>
                <c:pt idx="572">
                  <c:v>42293</c:v>
                </c:pt>
                <c:pt idx="573">
                  <c:v>42285</c:v>
                </c:pt>
                <c:pt idx="574">
                  <c:v>42279</c:v>
                </c:pt>
                <c:pt idx="575">
                  <c:v>42272</c:v>
                </c:pt>
                <c:pt idx="576">
                  <c:v>42265</c:v>
                </c:pt>
                <c:pt idx="577">
                  <c:v>42258</c:v>
                </c:pt>
                <c:pt idx="578">
                  <c:v>42251</c:v>
                </c:pt>
                <c:pt idx="579">
                  <c:v>42244</c:v>
                </c:pt>
                <c:pt idx="580">
                  <c:v>42237</c:v>
                </c:pt>
                <c:pt idx="581">
                  <c:v>42229</c:v>
                </c:pt>
                <c:pt idx="582">
                  <c:v>42223</c:v>
                </c:pt>
                <c:pt idx="583">
                  <c:v>42216</c:v>
                </c:pt>
                <c:pt idx="584">
                  <c:v>42209</c:v>
                </c:pt>
                <c:pt idx="585">
                  <c:v>42202</c:v>
                </c:pt>
                <c:pt idx="586">
                  <c:v>42195</c:v>
                </c:pt>
                <c:pt idx="587">
                  <c:v>42188</c:v>
                </c:pt>
                <c:pt idx="588">
                  <c:v>42181</c:v>
                </c:pt>
                <c:pt idx="589">
                  <c:v>42174</c:v>
                </c:pt>
                <c:pt idx="590">
                  <c:v>42167</c:v>
                </c:pt>
                <c:pt idx="591">
                  <c:v>42160</c:v>
                </c:pt>
                <c:pt idx="592">
                  <c:v>42153</c:v>
                </c:pt>
                <c:pt idx="593">
                  <c:v>42146</c:v>
                </c:pt>
                <c:pt idx="594">
                  <c:v>42139</c:v>
                </c:pt>
                <c:pt idx="595">
                  <c:v>42132</c:v>
                </c:pt>
                <c:pt idx="596">
                  <c:v>42124</c:v>
                </c:pt>
                <c:pt idx="597">
                  <c:v>42118</c:v>
                </c:pt>
                <c:pt idx="598">
                  <c:v>42111</c:v>
                </c:pt>
                <c:pt idx="599">
                  <c:v>42104</c:v>
                </c:pt>
                <c:pt idx="600">
                  <c:v>42097</c:v>
                </c:pt>
                <c:pt idx="601">
                  <c:v>42090</c:v>
                </c:pt>
                <c:pt idx="602">
                  <c:v>42083</c:v>
                </c:pt>
                <c:pt idx="603">
                  <c:v>42076</c:v>
                </c:pt>
                <c:pt idx="604">
                  <c:v>42069</c:v>
                </c:pt>
                <c:pt idx="605">
                  <c:v>42062</c:v>
                </c:pt>
                <c:pt idx="606">
                  <c:v>42052</c:v>
                </c:pt>
                <c:pt idx="607">
                  <c:v>42048</c:v>
                </c:pt>
                <c:pt idx="608">
                  <c:v>42041</c:v>
                </c:pt>
                <c:pt idx="609">
                  <c:v>42034</c:v>
                </c:pt>
                <c:pt idx="610">
                  <c:v>42027</c:v>
                </c:pt>
                <c:pt idx="611">
                  <c:v>42020</c:v>
                </c:pt>
                <c:pt idx="612">
                  <c:v>42013</c:v>
                </c:pt>
                <c:pt idx="613">
                  <c:v>42006</c:v>
                </c:pt>
                <c:pt idx="614">
                  <c:v>41999</c:v>
                </c:pt>
                <c:pt idx="615">
                  <c:v>41992</c:v>
                </c:pt>
                <c:pt idx="616">
                  <c:v>41985</c:v>
                </c:pt>
                <c:pt idx="617">
                  <c:v>41978</c:v>
                </c:pt>
                <c:pt idx="618">
                  <c:v>41971</c:v>
                </c:pt>
                <c:pt idx="619">
                  <c:v>41964</c:v>
                </c:pt>
                <c:pt idx="620">
                  <c:v>41957</c:v>
                </c:pt>
                <c:pt idx="621">
                  <c:v>41950</c:v>
                </c:pt>
                <c:pt idx="622">
                  <c:v>41943</c:v>
                </c:pt>
                <c:pt idx="623">
                  <c:v>41936</c:v>
                </c:pt>
                <c:pt idx="624">
                  <c:v>41929</c:v>
                </c:pt>
                <c:pt idx="625">
                  <c:v>41922</c:v>
                </c:pt>
                <c:pt idx="626">
                  <c:v>41914</c:v>
                </c:pt>
                <c:pt idx="627">
                  <c:v>41908</c:v>
                </c:pt>
                <c:pt idx="628">
                  <c:v>41901</c:v>
                </c:pt>
                <c:pt idx="629">
                  <c:v>41894</c:v>
                </c:pt>
                <c:pt idx="630">
                  <c:v>41887</c:v>
                </c:pt>
                <c:pt idx="631">
                  <c:v>41880</c:v>
                </c:pt>
                <c:pt idx="632">
                  <c:v>41873</c:v>
                </c:pt>
                <c:pt idx="633">
                  <c:v>41865</c:v>
                </c:pt>
                <c:pt idx="634">
                  <c:v>41859</c:v>
                </c:pt>
                <c:pt idx="635">
                  <c:v>41852</c:v>
                </c:pt>
                <c:pt idx="636">
                  <c:v>41845</c:v>
                </c:pt>
                <c:pt idx="637">
                  <c:v>41838</c:v>
                </c:pt>
                <c:pt idx="638">
                  <c:v>41831</c:v>
                </c:pt>
                <c:pt idx="639">
                  <c:v>41824</c:v>
                </c:pt>
                <c:pt idx="640">
                  <c:v>41817</c:v>
                </c:pt>
                <c:pt idx="641">
                  <c:v>41810</c:v>
                </c:pt>
                <c:pt idx="642">
                  <c:v>41803</c:v>
                </c:pt>
                <c:pt idx="643">
                  <c:v>41795</c:v>
                </c:pt>
                <c:pt idx="644">
                  <c:v>41789</c:v>
                </c:pt>
                <c:pt idx="645">
                  <c:v>41782</c:v>
                </c:pt>
                <c:pt idx="646">
                  <c:v>41775</c:v>
                </c:pt>
                <c:pt idx="647">
                  <c:v>41768</c:v>
                </c:pt>
                <c:pt idx="648">
                  <c:v>41761</c:v>
                </c:pt>
                <c:pt idx="649">
                  <c:v>41754</c:v>
                </c:pt>
                <c:pt idx="650">
                  <c:v>41747</c:v>
                </c:pt>
                <c:pt idx="651">
                  <c:v>41740</c:v>
                </c:pt>
                <c:pt idx="652">
                  <c:v>41733</c:v>
                </c:pt>
                <c:pt idx="653">
                  <c:v>41726</c:v>
                </c:pt>
                <c:pt idx="654">
                  <c:v>41719</c:v>
                </c:pt>
                <c:pt idx="655">
                  <c:v>41712</c:v>
                </c:pt>
                <c:pt idx="656">
                  <c:v>41705</c:v>
                </c:pt>
                <c:pt idx="657">
                  <c:v>41698</c:v>
                </c:pt>
                <c:pt idx="658">
                  <c:v>41691</c:v>
                </c:pt>
                <c:pt idx="659">
                  <c:v>41684</c:v>
                </c:pt>
                <c:pt idx="660">
                  <c:v>41677</c:v>
                </c:pt>
                <c:pt idx="661">
                  <c:v>41668</c:v>
                </c:pt>
                <c:pt idx="662">
                  <c:v>41663</c:v>
                </c:pt>
                <c:pt idx="663">
                  <c:v>41656</c:v>
                </c:pt>
                <c:pt idx="664">
                  <c:v>41649</c:v>
                </c:pt>
                <c:pt idx="665">
                  <c:v>41642</c:v>
                </c:pt>
                <c:pt idx="666">
                  <c:v>41635</c:v>
                </c:pt>
                <c:pt idx="667">
                  <c:v>41628</c:v>
                </c:pt>
                <c:pt idx="668">
                  <c:v>41621</c:v>
                </c:pt>
                <c:pt idx="669">
                  <c:v>41614</c:v>
                </c:pt>
                <c:pt idx="670">
                  <c:v>41607</c:v>
                </c:pt>
                <c:pt idx="671">
                  <c:v>41600</c:v>
                </c:pt>
                <c:pt idx="672">
                  <c:v>41593</c:v>
                </c:pt>
                <c:pt idx="673">
                  <c:v>41586</c:v>
                </c:pt>
                <c:pt idx="674">
                  <c:v>41579</c:v>
                </c:pt>
                <c:pt idx="675">
                  <c:v>41572</c:v>
                </c:pt>
                <c:pt idx="676">
                  <c:v>41565</c:v>
                </c:pt>
                <c:pt idx="677">
                  <c:v>41558</c:v>
                </c:pt>
                <c:pt idx="678">
                  <c:v>41551</c:v>
                </c:pt>
                <c:pt idx="679">
                  <c:v>41544</c:v>
                </c:pt>
                <c:pt idx="680">
                  <c:v>41534</c:v>
                </c:pt>
                <c:pt idx="681">
                  <c:v>41530</c:v>
                </c:pt>
                <c:pt idx="682">
                  <c:v>41523</c:v>
                </c:pt>
                <c:pt idx="683">
                  <c:v>41516</c:v>
                </c:pt>
                <c:pt idx="684">
                  <c:v>41509</c:v>
                </c:pt>
                <c:pt idx="685">
                  <c:v>41502</c:v>
                </c:pt>
                <c:pt idx="686">
                  <c:v>41495</c:v>
                </c:pt>
                <c:pt idx="687">
                  <c:v>41488</c:v>
                </c:pt>
                <c:pt idx="688">
                  <c:v>41481</c:v>
                </c:pt>
                <c:pt idx="689">
                  <c:v>41474</c:v>
                </c:pt>
                <c:pt idx="690">
                  <c:v>41467</c:v>
                </c:pt>
                <c:pt idx="691">
                  <c:v>41460</c:v>
                </c:pt>
                <c:pt idx="692">
                  <c:v>41453</c:v>
                </c:pt>
                <c:pt idx="693">
                  <c:v>41446</c:v>
                </c:pt>
                <c:pt idx="694">
                  <c:v>41439</c:v>
                </c:pt>
                <c:pt idx="695">
                  <c:v>41432</c:v>
                </c:pt>
                <c:pt idx="696">
                  <c:v>41425</c:v>
                </c:pt>
                <c:pt idx="697">
                  <c:v>41418</c:v>
                </c:pt>
                <c:pt idx="698">
                  <c:v>41410</c:v>
                </c:pt>
                <c:pt idx="699">
                  <c:v>41404</c:v>
                </c:pt>
                <c:pt idx="700">
                  <c:v>41397</c:v>
                </c:pt>
                <c:pt idx="701">
                  <c:v>41390</c:v>
                </c:pt>
                <c:pt idx="702">
                  <c:v>41383</c:v>
                </c:pt>
                <c:pt idx="703">
                  <c:v>41376</c:v>
                </c:pt>
                <c:pt idx="704">
                  <c:v>41369</c:v>
                </c:pt>
                <c:pt idx="705">
                  <c:v>41362</c:v>
                </c:pt>
                <c:pt idx="706">
                  <c:v>41355</c:v>
                </c:pt>
                <c:pt idx="707">
                  <c:v>41348</c:v>
                </c:pt>
                <c:pt idx="708">
                  <c:v>41341</c:v>
                </c:pt>
                <c:pt idx="709">
                  <c:v>41333</c:v>
                </c:pt>
                <c:pt idx="710">
                  <c:v>41327</c:v>
                </c:pt>
                <c:pt idx="711">
                  <c:v>41320</c:v>
                </c:pt>
                <c:pt idx="712">
                  <c:v>41313</c:v>
                </c:pt>
                <c:pt idx="713">
                  <c:v>41306</c:v>
                </c:pt>
                <c:pt idx="714">
                  <c:v>41299</c:v>
                </c:pt>
                <c:pt idx="715">
                  <c:v>41292</c:v>
                </c:pt>
                <c:pt idx="716">
                  <c:v>41285</c:v>
                </c:pt>
                <c:pt idx="717">
                  <c:v>41278</c:v>
                </c:pt>
                <c:pt idx="718">
                  <c:v>41271</c:v>
                </c:pt>
                <c:pt idx="719">
                  <c:v>41264</c:v>
                </c:pt>
                <c:pt idx="720">
                  <c:v>41257</c:v>
                </c:pt>
                <c:pt idx="721">
                  <c:v>41250</c:v>
                </c:pt>
                <c:pt idx="722">
                  <c:v>41243</c:v>
                </c:pt>
                <c:pt idx="723">
                  <c:v>41236</c:v>
                </c:pt>
                <c:pt idx="724">
                  <c:v>41229</c:v>
                </c:pt>
                <c:pt idx="725">
                  <c:v>41222</c:v>
                </c:pt>
                <c:pt idx="726">
                  <c:v>41215</c:v>
                </c:pt>
                <c:pt idx="727">
                  <c:v>41208</c:v>
                </c:pt>
                <c:pt idx="728">
                  <c:v>41201</c:v>
                </c:pt>
                <c:pt idx="729">
                  <c:v>41194</c:v>
                </c:pt>
                <c:pt idx="730">
                  <c:v>41187</c:v>
                </c:pt>
                <c:pt idx="731">
                  <c:v>41180</c:v>
                </c:pt>
                <c:pt idx="732">
                  <c:v>41173</c:v>
                </c:pt>
                <c:pt idx="733">
                  <c:v>41166</c:v>
                </c:pt>
                <c:pt idx="734">
                  <c:v>41159</c:v>
                </c:pt>
                <c:pt idx="735">
                  <c:v>41152</c:v>
                </c:pt>
                <c:pt idx="736">
                  <c:v>41145</c:v>
                </c:pt>
                <c:pt idx="737">
                  <c:v>41138</c:v>
                </c:pt>
                <c:pt idx="738">
                  <c:v>41131</c:v>
                </c:pt>
                <c:pt idx="739">
                  <c:v>41124</c:v>
                </c:pt>
                <c:pt idx="740">
                  <c:v>41117</c:v>
                </c:pt>
                <c:pt idx="741">
                  <c:v>41110</c:v>
                </c:pt>
                <c:pt idx="742">
                  <c:v>41103</c:v>
                </c:pt>
                <c:pt idx="743">
                  <c:v>41096</c:v>
                </c:pt>
                <c:pt idx="744">
                  <c:v>41089</c:v>
                </c:pt>
                <c:pt idx="745">
                  <c:v>41082</c:v>
                </c:pt>
                <c:pt idx="746">
                  <c:v>41075</c:v>
                </c:pt>
                <c:pt idx="747">
                  <c:v>41068</c:v>
                </c:pt>
                <c:pt idx="748">
                  <c:v>41061</c:v>
                </c:pt>
                <c:pt idx="749">
                  <c:v>41054</c:v>
                </c:pt>
                <c:pt idx="750">
                  <c:v>41047</c:v>
                </c:pt>
                <c:pt idx="751">
                  <c:v>41040</c:v>
                </c:pt>
                <c:pt idx="752">
                  <c:v>41033</c:v>
                </c:pt>
                <c:pt idx="753">
                  <c:v>41026</c:v>
                </c:pt>
                <c:pt idx="754">
                  <c:v>41019</c:v>
                </c:pt>
                <c:pt idx="755">
                  <c:v>41012</c:v>
                </c:pt>
                <c:pt idx="756">
                  <c:v>41005</c:v>
                </c:pt>
                <c:pt idx="757">
                  <c:v>40998</c:v>
                </c:pt>
                <c:pt idx="758">
                  <c:v>40991</c:v>
                </c:pt>
                <c:pt idx="759">
                  <c:v>40984</c:v>
                </c:pt>
                <c:pt idx="760">
                  <c:v>40977</c:v>
                </c:pt>
                <c:pt idx="761">
                  <c:v>40970</c:v>
                </c:pt>
                <c:pt idx="762">
                  <c:v>40963</c:v>
                </c:pt>
                <c:pt idx="763">
                  <c:v>40956</c:v>
                </c:pt>
                <c:pt idx="764">
                  <c:v>40949</c:v>
                </c:pt>
                <c:pt idx="765">
                  <c:v>40942</c:v>
                </c:pt>
                <c:pt idx="766">
                  <c:v>40935</c:v>
                </c:pt>
                <c:pt idx="767">
                  <c:v>40928</c:v>
                </c:pt>
                <c:pt idx="768">
                  <c:v>40921</c:v>
                </c:pt>
                <c:pt idx="769">
                  <c:v>40914</c:v>
                </c:pt>
                <c:pt idx="770">
                  <c:v>40906</c:v>
                </c:pt>
                <c:pt idx="771">
                  <c:v>40900</c:v>
                </c:pt>
                <c:pt idx="772">
                  <c:v>40893</c:v>
                </c:pt>
                <c:pt idx="773">
                  <c:v>40886</c:v>
                </c:pt>
                <c:pt idx="774">
                  <c:v>40879</c:v>
                </c:pt>
                <c:pt idx="775">
                  <c:v>40872</c:v>
                </c:pt>
                <c:pt idx="776">
                  <c:v>40865</c:v>
                </c:pt>
                <c:pt idx="777">
                  <c:v>40858</c:v>
                </c:pt>
                <c:pt idx="778">
                  <c:v>40851</c:v>
                </c:pt>
                <c:pt idx="779">
                  <c:v>40844</c:v>
                </c:pt>
                <c:pt idx="780">
                  <c:v>40837</c:v>
                </c:pt>
                <c:pt idx="781">
                  <c:v>40830</c:v>
                </c:pt>
                <c:pt idx="782">
                  <c:v>40823</c:v>
                </c:pt>
                <c:pt idx="783">
                  <c:v>40816</c:v>
                </c:pt>
                <c:pt idx="784">
                  <c:v>40809</c:v>
                </c:pt>
                <c:pt idx="785">
                  <c:v>40802</c:v>
                </c:pt>
                <c:pt idx="786">
                  <c:v>40795</c:v>
                </c:pt>
                <c:pt idx="787">
                  <c:v>40788</c:v>
                </c:pt>
                <c:pt idx="788">
                  <c:v>40781</c:v>
                </c:pt>
                <c:pt idx="789">
                  <c:v>40774</c:v>
                </c:pt>
                <c:pt idx="790">
                  <c:v>40767</c:v>
                </c:pt>
                <c:pt idx="791">
                  <c:v>40760</c:v>
                </c:pt>
                <c:pt idx="792">
                  <c:v>40753</c:v>
                </c:pt>
                <c:pt idx="793">
                  <c:v>40746</c:v>
                </c:pt>
                <c:pt idx="794">
                  <c:v>40739</c:v>
                </c:pt>
                <c:pt idx="795">
                  <c:v>40732</c:v>
                </c:pt>
                <c:pt idx="796">
                  <c:v>40725</c:v>
                </c:pt>
                <c:pt idx="797">
                  <c:v>40718</c:v>
                </c:pt>
                <c:pt idx="798">
                  <c:v>40711</c:v>
                </c:pt>
                <c:pt idx="799">
                  <c:v>40704</c:v>
                </c:pt>
                <c:pt idx="800">
                  <c:v>40697</c:v>
                </c:pt>
                <c:pt idx="801">
                  <c:v>40690</c:v>
                </c:pt>
                <c:pt idx="802">
                  <c:v>40683</c:v>
                </c:pt>
                <c:pt idx="803">
                  <c:v>40676</c:v>
                </c:pt>
                <c:pt idx="804">
                  <c:v>40669</c:v>
                </c:pt>
                <c:pt idx="805">
                  <c:v>40662</c:v>
                </c:pt>
                <c:pt idx="806">
                  <c:v>40655</c:v>
                </c:pt>
                <c:pt idx="807">
                  <c:v>40648</c:v>
                </c:pt>
                <c:pt idx="808">
                  <c:v>40641</c:v>
                </c:pt>
                <c:pt idx="809">
                  <c:v>40634</c:v>
                </c:pt>
                <c:pt idx="810">
                  <c:v>40627</c:v>
                </c:pt>
                <c:pt idx="811">
                  <c:v>40620</c:v>
                </c:pt>
                <c:pt idx="812">
                  <c:v>40613</c:v>
                </c:pt>
                <c:pt idx="813">
                  <c:v>40606</c:v>
                </c:pt>
                <c:pt idx="814">
                  <c:v>40599</c:v>
                </c:pt>
                <c:pt idx="815">
                  <c:v>40592</c:v>
                </c:pt>
                <c:pt idx="816">
                  <c:v>40585</c:v>
                </c:pt>
                <c:pt idx="817">
                  <c:v>40575</c:v>
                </c:pt>
                <c:pt idx="818">
                  <c:v>40571</c:v>
                </c:pt>
                <c:pt idx="819">
                  <c:v>40564</c:v>
                </c:pt>
                <c:pt idx="820">
                  <c:v>40557</c:v>
                </c:pt>
                <c:pt idx="821">
                  <c:v>40550</c:v>
                </c:pt>
                <c:pt idx="822">
                  <c:v>40542</c:v>
                </c:pt>
                <c:pt idx="823">
                  <c:v>40536</c:v>
                </c:pt>
                <c:pt idx="824">
                  <c:v>40529</c:v>
                </c:pt>
                <c:pt idx="825">
                  <c:v>40522</c:v>
                </c:pt>
                <c:pt idx="826">
                  <c:v>40515</c:v>
                </c:pt>
                <c:pt idx="827">
                  <c:v>40508</c:v>
                </c:pt>
                <c:pt idx="828">
                  <c:v>40501</c:v>
                </c:pt>
                <c:pt idx="829">
                  <c:v>40494</c:v>
                </c:pt>
                <c:pt idx="830">
                  <c:v>40487</c:v>
                </c:pt>
                <c:pt idx="831">
                  <c:v>40480</c:v>
                </c:pt>
                <c:pt idx="832">
                  <c:v>40473</c:v>
                </c:pt>
                <c:pt idx="833">
                  <c:v>40466</c:v>
                </c:pt>
                <c:pt idx="834">
                  <c:v>40459</c:v>
                </c:pt>
                <c:pt idx="835">
                  <c:v>40452</c:v>
                </c:pt>
                <c:pt idx="836">
                  <c:v>40445</c:v>
                </c:pt>
                <c:pt idx="837">
                  <c:v>40438</c:v>
                </c:pt>
                <c:pt idx="838">
                  <c:v>40431</c:v>
                </c:pt>
                <c:pt idx="839">
                  <c:v>40424</c:v>
                </c:pt>
                <c:pt idx="840">
                  <c:v>40417</c:v>
                </c:pt>
                <c:pt idx="841">
                  <c:v>40410</c:v>
                </c:pt>
                <c:pt idx="842">
                  <c:v>40403</c:v>
                </c:pt>
                <c:pt idx="843">
                  <c:v>40396</c:v>
                </c:pt>
                <c:pt idx="844">
                  <c:v>40389</c:v>
                </c:pt>
                <c:pt idx="845">
                  <c:v>40382</c:v>
                </c:pt>
                <c:pt idx="846">
                  <c:v>40375</c:v>
                </c:pt>
                <c:pt idx="847">
                  <c:v>40368</c:v>
                </c:pt>
                <c:pt idx="848">
                  <c:v>40361</c:v>
                </c:pt>
                <c:pt idx="849">
                  <c:v>40354</c:v>
                </c:pt>
                <c:pt idx="850">
                  <c:v>40347</c:v>
                </c:pt>
                <c:pt idx="851">
                  <c:v>40340</c:v>
                </c:pt>
                <c:pt idx="852">
                  <c:v>40333</c:v>
                </c:pt>
                <c:pt idx="853">
                  <c:v>40326</c:v>
                </c:pt>
                <c:pt idx="854">
                  <c:v>40318</c:v>
                </c:pt>
                <c:pt idx="855">
                  <c:v>40312</c:v>
                </c:pt>
                <c:pt idx="856">
                  <c:v>40305</c:v>
                </c:pt>
                <c:pt idx="857">
                  <c:v>40298</c:v>
                </c:pt>
                <c:pt idx="858">
                  <c:v>40291</c:v>
                </c:pt>
                <c:pt idx="859">
                  <c:v>40284</c:v>
                </c:pt>
                <c:pt idx="860">
                  <c:v>40277</c:v>
                </c:pt>
                <c:pt idx="861">
                  <c:v>40270</c:v>
                </c:pt>
                <c:pt idx="862">
                  <c:v>40263</c:v>
                </c:pt>
                <c:pt idx="863">
                  <c:v>40256</c:v>
                </c:pt>
                <c:pt idx="864">
                  <c:v>40249</c:v>
                </c:pt>
                <c:pt idx="865">
                  <c:v>40242</c:v>
                </c:pt>
                <c:pt idx="866">
                  <c:v>40235</c:v>
                </c:pt>
                <c:pt idx="867">
                  <c:v>40228</c:v>
                </c:pt>
                <c:pt idx="868">
                  <c:v>40221</c:v>
                </c:pt>
                <c:pt idx="869">
                  <c:v>40214</c:v>
                </c:pt>
                <c:pt idx="870">
                  <c:v>40207</c:v>
                </c:pt>
                <c:pt idx="871">
                  <c:v>40200</c:v>
                </c:pt>
                <c:pt idx="872">
                  <c:v>40193</c:v>
                </c:pt>
                <c:pt idx="873">
                  <c:v>40186</c:v>
                </c:pt>
                <c:pt idx="874">
                  <c:v>40177</c:v>
                </c:pt>
                <c:pt idx="875">
                  <c:v>40171</c:v>
                </c:pt>
                <c:pt idx="876">
                  <c:v>40165</c:v>
                </c:pt>
                <c:pt idx="877">
                  <c:v>40158</c:v>
                </c:pt>
                <c:pt idx="878">
                  <c:v>40151</c:v>
                </c:pt>
                <c:pt idx="879">
                  <c:v>40144</c:v>
                </c:pt>
                <c:pt idx="880">
                  <c:v>40137</c:v>
                </c:pt>
                <c:pt idx="881">
                  <c:v>40130</c:v>
                </c:pt>
                <c:pt idx="882">
                  <c:v>40123</c:v>
                </c:pt>
                <c:pt idx="883">
                  <c:v>40116</c:v>
                </c:pt>
                <c:pt idx="884">
                  <c:v>40109</c:v>
                </c:pt>
                <c:pt idx="885">
                  <c:v>40102</c:v>
                </c:pt>
                <c:pt idx="886">
                  <c:v>40095</c:v>
                </c:pt>
                <c:pt idx="887">
                  <c:v>40087</c:v>
                </c:pt>
                <c:pt idx="888">
                  <c:v>40081</c:v>
                </c:pt>
                <c:pt idx="889">
                  <c:v>40074</c:v>
                </c:pt>
                <c:pt idx="890">
                  <c:v>40067</c:v>
                </c:pt>
                <c:pt idx="891">
                  <c:v>40060</c:v>
                </c:pt>
                <c:pt idx="892">
                  <c:v>40053</c:v>
                </c:pt>
                <c:pt idx="893">
                  <c:v>40046</c:v>
                </c:pt>
                <c:pt idx="894">
                  <c:v>40039</c:v>
                </c:pt>
                <c:pt idx="895">
                  <c:v>40032</c:v>
                </c:pt>
                <c:pt idx="896">
                  <c:v>40025</c:v>
                </c:pt>
                <c:pt idx="897">
                  <c:v>40018</c:v>
                </c:pt>
                <c:pt idx="898">
                  <c:v>40011</c:v>
                </c:pt>
                <c:pt idx="899">
                  <c:v>40004</c:v>
                </c:pt>
                <c:pt idx="900">
                  <c:v>39997</c:v>
                </c:pt>
                <c:pt idx="901">
                  <c:v>39990</c:v>
                </c:pt>
                <c:pt idx="902">
                  <c:v>39983</c:v>
                </c:pt>
                <c:pt idx="903">
                  <c:v>39976</c:v>
                </c:pt>
                <c:pt idx="904">
                  <c:v>39969</c:v>
                </c:pt>
                <c:pt idx="905">
                  <c:v>39962</c:v>
                </c:pt>
                <c:pt idx="906">
                  <c:v>39955</c:v>
                </c:pt>
                <c:pt idx="907">
                  <c:v>39948</c:v>
                </c:pt>
                <c:pt idx="908">
                  <c:v>39941</c:v>
                </c:pt>
                <c:pt idx="909">
                  <c:v>39933</c:v>
                </c:pt>
                <c:pt idx="910">
                  <c:v>39927</c:v>
                </c:pt>
                <c:pt idx="911">
                  <c:v>39920</c:v>
                </c:pt>
                <c:pt idx="912">
                  <c:v>39913</c:v>
                </c:pt>
                <c:pt idx="913">
                  <c:v>39906</c:v>
                </c:pt>
                <c:pt idx="914">
                  <c:v>39899</c:v>
                </c:pt>
                <c:pt idx="915">
                  <c:v>39892</c:v>
                </c:pt>
                <c:pt idx="916">
                  <c:v>39885</c:v>
                </c:pt>
                <c:pt idx="917">
                  <c:v>39878</c:v>
                </c:pt>
                <c:pt idx="918">
                  <c:v>39871</c:v>
                </c:pt>
                <c:pt idx="919">
                  <c:v>39864</c:v>
                </c:pt>
                <c:pt idx="920">
                  <c:v>39857</c:v>
                </c:pt>
                <c:pt idx="921">
                  <c:v>39850</c:v>
                </c:pt>
                <c:pt idx="922">
                  <c:v>39843</c:v>
                </c:pt>
                <c:pt idx="923">
                  <c:v>39836</c:v>
                </c:pt>
                <c:pt idx="924">
                  <c:v>39829</c:v>
                </c:pt>
                <c:pt idx="925">
                  <c:v>39822</c:v>
                </c:pt>
                <c:pt idx="926">
                  <c:v>39815</c:v>
                </c:pt>
                <c:pt idx="927">
                  <c:v>39808</c:v>
                </c:pt>
                <c:pt idx="928">
                  <c:v>39801</c:v>
                </c:pt>
                <c:pt idx="929">
                  <c:v>39794</c:v>
                </c:pt>
                <c:pt idx="930">
                  <c:v>39787</c:v>
                </c:pt>
                <c:pt idx="931">
                  <c:v>39780</c:v>
                </c:pt>
                <c:pt idx="932">
                  <c:v>39773</c:v>
                </c:pt>
                <c:pt idx="933">
                  <c:v>39766</c:v>
                </c:pt>
                <c:pt idx="934">
                  <c:v>39759</c:v>
                </c:pt>
                <c:pt idx="935">
                  <c:v>39752</c:v>
                </c:pt>
                <c:pt idx="936">
                  <c:v>39745</c:v>
                </c:pt>
                <c:pt idx="937">
                  <c:v>39738</c:v>
                </c:pt>
                <c:pt idx="938">
                  <c:v>39731</c:v>
                </c:pt>
                <c:pt idx="939">
                  <c:v>39723</c:v>
                </c:pt>
                <c:pt idx="940">
                  <c:v>39717</c:v>
                </c:pt>
                <c:pt idx="941">
                  <c:v>39710</c:v>
                </c:pt>
                <c:pt idx="942">
                  <c:v>39703</c:v>
                </c:pt>
                <c:pt idx="943">
                  <c:v>39696</c:v>
                </c:pt>
                <c:pt idx="944">
                  <c:v>39689</c:v>
                </c:pt>
                <c:pt idx="945">
                  <c:v>39682</c:v>
                </c:pt>
                <c:pt idx="946">
                  <c:v>39674</c:v>
                </c:pt>
                <c:pt idx="947">
                  <c:v>39668</c:v>
                </c:pt>
                <c:pt idx="948">
                  <c:v>39661</c:v>
                </c:pt>
                <c:pt idx="949">
                  <c:v>39654</c:v>
                </c:pt>
                <c:pt idx="950">
                  <c:v>39647</c:v>
                </c:pt>
                <c:pt idx="951">
                  <c:v>39640</c:v>
                </c:pt>
                <c:pt idx="952">
                  <c:v>39633</c:v>
                </c:pt>
                <c:pt idx="953">
                  <c:v>39626</c:v>
                </c:pt>
                <c:pt idx="954">
                  <c:v>39619</c:v>
                </c:pt>
                <c:pt idx="955">
                  <c:v>39612</c:v>
                </c:pt>
                <c:pt idx="956">
                  <c:v>39604</c:v>
                </c:pt>
                <c:pt idx="957">
                  <c:v>39598</c:v>
                </c:pt>
                <c:pt idx="958">
                  <c:v>39591</c:v>
                </c:pt>
                <c:pt idx="959">
                  <c:v>39584</c:v>
                </c:pt>
                <c:pt idx="960">
                  <c:v>39577</c:v>
                </c:pt>
                <c:pt idx="961">
                  <c:v>39570</c:v>
                </c:pt>
                <c:pt idx="962">
                  <c:v>39563</c:v>
                </c:pt>
                <c:pt idx="963">
                  <c:v>39556</c:v>
                </c:pt>
                <c:pt idx="964">
                  <c:v>39549</c:v>
                </c:pt>
                <c:pt idx="965">
                  <c:v>39542</c:v>
                </c:pt>
                <c:pt idx="966">
                  <c:v>39535</c:v>
                </c:pt>
                <c:pt idx="967">
                  <c:v>39528</c:v>
                </c:pt>
                <c:pt idx="968">
                  <c:v>39521</c:v>
                </c:pt>
                <c:pt idx="969">
                  <c:v>39514</c:v>
                </c:pt>
                <c:pt idx="970">
                  <c:v>39507</c:v>
                </c:pt>
                <c:pt idx="971">
                  <c:v>39500</c:v>
                </c:pt>
                <c:pt idx="972">
                  <c:v>39493</c:v>
                </c:pt>
                <c:pt idx="973">
                  <c:v>39483</c:v>
                </c:pt>
                <c:pt idx="974">
                  <c:v>39479</c:v>
                </c:pt>
                <c:pt idx="975">
                  <c:v>39472</c:v>
                </c:pt>
                <c:pt idx="976">
                  <c:v>39465</c:v>
                </c:pt>
                <c:pt idx="977">
                  <c:v>39458</c:v>
                </c:pt>
                <c:pt idx="978">
                  <c:v>39451</c:v>
                </c:pt>
                <c:pt idx="979">
                  <c:v>39444</c:v>
                </c:pt>
                <c:pt idx="980">
                  <c:v>39437</c:v>
                </c:pt>
                <c:pt idx="981">
                  <c:v>39430</c:v>
                </c:pt>
                <c:pt idx="982">
                  <c:v>39423</c:v>
                </c:pt>
                <c:pt idx="983">
                  <c:v>39416</c:v>
                </c:pt>
                <c:pt idx="984">
                  <c:v>39409</c:v>
                </c:pt>
                <c:pt idx="985">
                  <c:v>39402</c:v>
                </c:pt>
              </c:numCache>
            </c:numRef>
          </c:cat>
          <c:val>
            <c:numRef>
              <c:f>data!$W$15:$W$1000</c:f>
              <c:numCache>
                <c:formatCode>_-* #,##0.0_-;\-* #,##0.0_-;_-* "-"_-;_-@_-</c:formatCode>
                <c:ptCount val="986"/>
                <c:pt idx="0">
                  <c:v>5622.0012121212121</c:v>
                </c:pt>
                <c:pt idx="1">
                  <c:v>#N/A</c:v>
                </c:pt>
                <c:pt idx="2">
                  <c:v>5632.5499999999993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4947.770588235293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4376.1022988505747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4379.9636363636355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4158.3070175438606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4153.7048543689316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3979.08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4007.95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3988.9161290322577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3916.9479999999999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3845.2819999999997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3913.044210526316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3877.6382022471907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3819.1404255319153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3728.6064516129027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3727.3333333333335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3635.7662650602406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3562.6236559139779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3474.5199999999995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3689.1238938053102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3557.1837398373978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3556.9046153846152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3461.3121951219509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3498.1373913043476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3430.5747368421053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3396.0340909090905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3435.4599999999996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3467.2966292134829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3416.5499999999997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3314.2977777777769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3257.5413043478261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3284.4321839080458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3184.7553398058253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3101.5066666666662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3057.3124999999995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3112.1495495495487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3047.5072727272718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2937.2859649122806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2853.1339622641503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2865.7010101010101</c:v>
                </c:pt>
                <c:pt idx="510">
                  <c:v>#N/A</c:v>
                </c:pt>
                <c:pt idx="511">
                  <c:v>#N/A</c:v>
                </c:pt>
                <c:pt idx="512">
                  <c:v>#N/A</c:v>
                </c:pt>
                <c:pt idx="513">
                  <c:v>#N/A</c:v>
                </c:pt>
                <c:pt idx="514">
                  <c:v>#N/A</c:v>
                </c:pt>
                <c:pt idx="515">
                  <c:v>#N/A</c:v>
                </c:pt>
                <c:pt idx="516">
                  <c:v>#N/A</c:v>
                </c:pt>
                <c:pt idx="517">
                  <c:v>#N/A</c:v>
                </c:pt>
                <c:pt idx="518">
                  <c:v>#N/A</c:v>
                </c:pt>
                <c:pt idx="519">
                  <c:v>#N/A</c:v>
                </c:pt>
                <c:pt idx="520">
                  <c:v>#N/A</c:v>
                </c:pt>
                <c:pt idx="521">
                  <c:v>#N/A</c:v>
                </c:pt>
                <c:pt idx="522">
                  <c:v>2832.7544554455444</c:v>
                </c:pt>
                <c:pt idx="523">
                  <c:v>#N/A</c:v>
                </c:pt>
                <c:pt idx="524">
                  <c:v>#N/A</c:v>
                </c:pt>
                <c:pt idx="525">
                  <c:v>#N/A</c:v>
                </c:pt>
                <c:pt idx="526">
                  <c:v>#N/A</c:v>
                </c:pt>
                <c:pt idx="527">
                  <c:v>#N/A</c:v>
                </c:pt>
                <c:pt idx="528">
                  <c:v>#N/A</c:v>
                </c:pt>
                <c:pt idx="529">
                  <c:v>#N/A</c:v>
                </c:pt>
                <c:pt idx="530">
                  <c:v>#N/A</c:v>
                </c:pt>
                <c:pt idx="531">
                  <c:v>#N/A</c:v>
                </c:pt>
                <c:pt idx="532">
                  <c:v>#N/A</c:v>
                </c:pt>
                <c:pt idx="533">
                  <c:v>#N/A</c:v>
                </c:pt>
                <c:pt idx="534">
                  <c:v>#N/A</c:v>
                </c:pt>
                <c:pt idx="535">
                  <c:v>#N/A</c:v>
                </c:pt>
                <c:pt idx="536">
                  <c:v>2778.6969072164948</c:v>
                </c:pt>
                <c:pt idx="537">
                  <c:v>#N/A</c:v>
                </c:pt>
                <c:pt idx="538">
                  <c:v>#N/A</c:v>
                </c:pt>
                <c:pt idx="539">
                  <c:v>#N/A</c:v>
                </c:pt>
                <c:pt idx="540">
                  <c:v>#N/A</c:v>
                </c:pt>
                <c:pt idx="541">
                  <c:v>#N/A</c:v>
                </c:pt>
                <c:pt idx="542">
                  <c:v>#N/A</c:v>
                </c:pt>
                <c:pt idx="543">
                  <c:v>#N/A</c:v>
                </c:pt>
                <c:pt idx="544">
                  <c:v>#N/A</c:v>
                </c:pt>
                <c:pt idx="545">
                  <c:v>#N/A</c:v>
                </c:pt>
                <c:pt idx="546">
                  <c:v>#N/A</c:v>
                </c:pt>
                <c:pt idx="547">
                  <c:v>#N/A</c:v>
                </c:pt>
                <c:pt idx="548">
                  <c:v>#N/A</c:v>
                </c:pt>
                <c:pt idx="549">
                  <c:v>2777.3339999999998</c:v>
                </c:pt>
                <c:pt idx="550">
                  <c:v>#N/A</c:v>
                </c:pt>
                <c:pt idx="551">
                  <c:v>#N/A</c:v>
                </c:pt>
                <c:pt idx="552">
                  <c:v>#N/A</c:v>
                </c:pt>
                <c:pt idx="553">
                  <c:v>#N/A</c:v>
                </c:pt>
                <c:pt idx="554">
                  <c:v>#N/A</c:v>
                </c:pt>
                <c:pt idx="555">
                  <c:v>#N/A</c:v>
                </c:pt>
                <c:pt idx="556">
                  <c:v>#N/A</c:v>
                </c:pt>
                <c:pt idx="557">
                  <c:v>#N/A</c:v>
                </c:pt>
                <c:pt idx="558">
                  <c:v>#N/A</c:v>
                </c:pt>
                <c:pt idx="559">
                  <c:v>#N/A</c:v>
                </c:pt>
                <c:pt idx="560">
                  <c:v>#N/A</c:v>
                </c:pt>
                <c:pt idx="561">
                  <c:v>2773.5696969696969</c:v>
                </c:pt>
                <c:pt idx="562">
                  <c:v>#N/A</c:v>
                </c:pt>
                <c:pt idx="563">
                  <c:v>#N/A</c:v>
                </c:pt>
                <c:pt idx="564">
                  <c:v>#N/A</c:v>
                </c:pt>
                <c:pt idx="565">
                  <c:v>#N/A</c:v>
                </c:pt>
                <c:pt idx="566">
                  <c:v>#N/A</c:v>
                </c:pt>
                <c:pt idx="567">
                  <c:v>#N/A</c:v>
                </c:pt>
                <c:pt idx="568">
                  <c:v>#N/A</c:v>
                </c:pt>
                <c:pt idx="569">
                  <c:v>#N/A</c:v>
                </c:pt>
                <c:pt idx="570">
                  <c:v>#N/A</c:v>
                </c:pt>
                <c:pt idx="571">
                  <c:v>#N/A</c:v>
                </c:pt>
                <c:pt idx="572">
                  <c:v>#N/A</c:v>
                </c:pt>
                <c:pt idx="573">
                  <c:v>#N/A</c:v>
                </c:pt>
                <c:pt idx="574">
                  <c:v>#N/A</c:v>
                </c:pt>
                <c:pt idx="575">
                  <c:v>2666.6568627450979</c:v>
                </c:pt>
                <c:pt idx="576">
                  <c:v>#N/A</c:v>
                </c:pt>
                <c:pt idx="577">
                  <c:v>#N/A</c:v>
                </c:pt>
                <c:pt idx="578">
                  <c:v>#N/A</c:v>
                </c:pt>
                <c:pt idx="579">
                  <c:v>#N/A</c:v>
                </c:pt>
                <c:pt idx="580">
                  <c:v>#N/A</c:v>
                </c:pt>
                <c:pt idx="581">
                  <c:v>#N/A</c:v>
                </c:pt>
                <c:pt idx="582">
                  <c:v>#N/A</c:v>
                </c:pt>
                <c:pt idx="583">
                  <c:v>#N/A</c:v>
                </c:pt>
                <c:pt idx="584">
                  <c:v>#N/A</c:v>
                </c:pt>
                <c:pt idx="585">
                  <c:v>#N/A</c:v>
                </c:pt>
                <c:pt idx="586">
                  <c:v>#N/A</c:v>
                </c:pt>
                <c:pt idx="587">
                  <c:v>#N/A</c:v>
                </c:pt>
                <c:pt idx="588">
                  <c:v>2684.7376146788988</c:v>
                </c:pt>
                <c:pt idx="589">
                  <c:v>#N/A</c:v>
                </c:pt>
                <c:pt idx="590">
                  <c:v>#N/A</c:v>
                </c:pt>
                <c:pt idx="591">
                  <c:v>#N/A</c:v>
                </c:pt>
                <c:pt idx="592">
                  <c:v>#N/A</c:v>
                </c:pt>
                <c:pt idx="593">
                  <c:v>#N/A</c:v>
                </c:pt>
                <c:pt idx="594">
                  <c:v>#N/A</c:v>
                </c:pt>
                <c:pt idx="595">
                  <c:v>#N/A</c:v>
                </c:pt>
                <c:pt idx="596">
                  <c:v>#N/A</c:v>
                </c:pt>
                <c:pt idx="597">
                  <c:v>#N/A</c:v>
                </c:pt>
                <c:pt idx="598">
                  <c:v>#N/A</c:v>
                </c:pt>
                <c:pt idx="599">
                  <c:v>#N/A</c:v>
                </c:pt>
                <c:pt idx="600">
                  <c:v>#N/A</c:v>
                </c:pt>
                <c:pt idx="601">
                  <c:v>2594.2385321100915</c:v>
                </c:pt>
                <c:pt idx="602">
                  <c:v>#N/A</c:v>
                </c:pt>
                <c:pt idx="603">
                  <c:v>#N/A</c:v>
                </c:pt>
                <c:pt idx="604">
                  <c:v>#N/A</c:v>
                </c:pt>
                <c:pt idx="605">
                  <c:v>#N/A</c:v>
                </c:pt>
                <c:pt idx="606">
                  <c:v>#N/A</c:v>
                </c:pt>
                <c:pt idx="607">
                  <c:v>#N/A</c:v>
                </c:pt>
                <c:pt idx="608">
                  <c:v>#N/A</c:v>
                </c:pt>
                <c:pt idx="609">
                  <c:v>#N/A</c:v>
                </c:pt>
                <c:pt idx="610">
                  <c:v>#N/A</c:v>
                </c:pt>
                <c:pt idx="611">
                  <c:v>#N/A</c:v>
                </c:pt>
                <c:pt idx="612">
                  <c:v>#N/A</c:v>
                </c:pt>
                <c:pt idx="613">
                  <c:v>#N/A</c:v>
                </c:pt>
                <c:pt idx="614">
                  <c:v>2597.5466666666666</c:v>
                </c:pt>
                <c:pt idx="615">
                  <c:v>#N/A</c:v>
                </c:pt>
                <c:pt idx="616">
                  <c:v>#N/A</c:v>
                </c:pt>
                <c:pt idx="617">
                  <c:v>#N/A</c:v>
                </c:pt>
                <c:pt idx="618">
                  <c:v>#N/A</c:v>
                </c:pt>
                <c:pt idx="619">
                  <c:v>#N/A</c:v>
                </c:pt>
                <c:pt idx="620">
                  <c:v>#N/A</c:v>
                </c:pt>
                <c:pt idx="621">
                  <c:v>#N/A</c:v>
                </c:pt>
                <c:pt idx="622">
                  <c:v>#N/A</c:v>
                </c:pt>
                <c:pt idx="623">
                  <c:v>#N/A</c:v>
                </c:pt>
                <c:pt idx="624">
                  <c:v>#N/A</c:v>
                </c:pt>
                <c:pt idx="625">
                  <c:v>#N/A</c:v>
                </c:pt>
                <c:pt idx="626">
                  <c:v>#N/A</c:v>
                </c:pt>
                <c:pt idx="627">
                  <c:v>2633.6074074074072</c:v>
                </c:pt>
                <c:pt idx="628">
                  <c:v>#N/A</c:v>
                </c:pt>
                <c:pt idx="629">
                  <c:v>266.9098039215686</c:v>
                </c:pt>
                <c:pt idx="630">
                  <c:v>268.14710280373828</c:v>
                </c:pt>
                <c:pt idx="631">
                  <c:v>267.64842883548982</c:v>
                </c:pt>
                <c:pt idx="632">
                  <c:v>269.85754451733828</c:v>
                </c:pt>
                <c:pt idx="633">
                  <c:v>270.20654817586524</c:v>
                </c:pt>
                <c:pt idx="634">
                  <c:v>270.29847908745245</c:v>
                </c:pt>
                <c:pt idx="635">
                  <c:v>269.7342007434944</c:v>
                </c:pt>
                <c:pt idx="636">
                  <c:v>270.92197906755473</c:v>
                </c:pt>
                <c:pt idx="637">
                  <c:v>271.84500000000003</c:v>
                </c:pt>
                <c:pt idx="638">
                  <c:v>274.03897637795274</c:v>
                </c:pt>
                <c:pt idx="639">
                  <c:v>278.84281466798808</c:v>
                </c:pt>
                <c:pt idx="640">
                  <c:v>276.73101391650096</c:v>
                </c:pt>
                <c:pt idx="641">
                  <c:v>279.44198782961462</c:v>
                </c:pt>
                <c:pt idx="642">
                  <c:v>281.53434343434338</c:v>
                </c:pt>
                <c:pt idx="643">
                  <c:v>281.90433905146318</c:v>
                </c:pt>
                <c:pt idx="644">
                  <c:v>279.01538461538462</c:v>
                </c:pt>
                <c:pt idx="645">
                  <c:v>279.05513833992097</c:v>
                </c:pt>
                <c:pt idx="646">
                  <c:v>279.92214498510424</c:v>
                </c:pt>
                <c:pt idx="647">
                  <c:v>282.09783728115337</c:v>
                </c:pt>
                <c:pt idx="648">
                  <c:v>282.51452111225535</c:v>
                </c:pt>
                <c:pt idx="649">
                  <c:v>280.23593908629442</c:v>
                </c:pt>
                <c:pt idx="650">
                  <c:v>282.57724068479354</c:v>
                </c:pt>
                <c:pt idx="651">
                  <c:v>284.47772126144451</c:v>
                </c:pt>
                <c:pt idx="652">
                  <c:v>286.05611510791363</c:v>
                </c:pt>
                <c:pt idx="653">
                  <c:v>285.62306900102982</c:v>
                </c:pt>
                <c:pt idx="654">
                  <c:v>287.26574761399786</c:v>
                </c:pt>
                <c:pt idx="655">
                  <c:v>288.08788853161843</c:v>
                </c:pt>
                <c:pt idx="656">
                  <c:v>287.97416666666669</c:v>
                </c:pt>
                <c:pt idx="657">
                  <c:v>286.06666666666666</c:v>
                </c:pt>
                <c:pt idx="658">
                  <c:v>287.3125786163522</c:v>
                </c:pt>
                <c:pt idx="659">
                  <c:v>288.36433121019104</c:v>
                </c:pt>
                <c:pt idx="660">
                  <c:v>289.72012917115183</c:v>
                </c:pt>
                <c:pt idx="661">
                  <c:v>289.41533546325877</c:v>
                </c:pt>
                <c:pt idx="662">
                  <c:v>295.30260869565217</c:v>
                </c:pt>
                <c:pt idx="663">
                  <c:v>298.16779846659364</c:v>
                </c:pt>
                <c:pt idx="664">
                  <c:v>299.88464088397785</c:v>
                </c:pt>
                <c:pt idx="665">
                  <c:v>305.10593505039196</c:v>
                </c:pt>
                <c:pt idx="666">
                  <c:v>302.39395900755125</c:v>
                </c:pt>
                <c:pt idx="667">
                  <c:v>303.13209606986896</c:v>
                </c:pt>
                <c:pt idx="668">
                  <c:v>305.00266370699222</c:v>
                </c:pt>
                <c:pt idx="669">
                  <c:v>305.01364136413645</c:v>
                </c:pt>
                <c:pt idx="670">
                  <c:v>299.77151832460726</c:v>
                </c:pt>
                <c:pt idx="671">
                  <c:v>300.07713675213677</c:v>
                </c:pt>
                <c:pt idx="672">
                  <c:v>299.03045793397229</c:v>
                </c:pt>
                <c:pt idx="673">
                  <c:v>300.41275675675672</c:v>
                </c:pt>
                <c:pt idx="674">
                  <c:v>301.18016877637132</c:v>
                </c:pt>
                <c:pt idx="675">
                  <c:v>299.80484210526316</c:v>
                </c:pt>
                <c:pt idx="676">
                  <c:v>302.14090431125135</c:v>
                </c:pt>
                <c:pt idx="677">
                  <c:v>303.51820128479659</c:v>
                </c:pt>
                <c:pt idx="678">
                  <c:v>304.88244274809159</c:v>
                </c:pt>
                <c:pt idx="679">
                  <c:v>301.87781350482317</c:v>
                </c:pt>
                <c:pt idx="680">
                  <c:v>302.89234088457391</c:v>
                </c:pt>
                <c:pt idx="681">
                  <c:v>303.48347826086956</c:v>
                </c:pt>
                <c:pt idx="682">
                  <c:v>304.15933333333328</c:v>
                </c:pt>
                <c:pt idx="683">
                  <c:v>299.98932146829804</c:v>
                </c:pt>
                <c:pt idx="684">
                  <c:v>303.73828306264505</c:v>
                </c:pt>
                <c:pt idx="685">
                  <c:v>304.77936507936499</c:v>
                </c:pt>
                <c:pt idx="686">
                  <c:v>305.80650406504066</c:v>
                </c:pt>
                <c:pt idx="687">
                  <c:v>305.64494892167988</c:v>
                </c:pt>
                <c:pt idx="688">
                  <c:v>300.23950617283947</c:v>
                </c:pt>
                <c:pt idx="689">
                  <c:v>300.8006888633754</c:v>
                </c:pt>
                <c:pt idx="690">
                  <c:v>303.35712630359205</c:v>
                </c:pt>
                <c:pt idx="691">
                  <c:v>308.11932773109237</c:v>
                </c:pt>
                <c:pt idx="692">
                  <c:v>306.53913043478258</c:v>
                </c:pt>
                <c:pt idx="693">
                  <c:v>309.70412621359219</c:v>
                </c:pt>
                <c:pt idx="694">
                  <c:v>310.80329024676848</c:v>
                </c:pt>
                <c:pt idx="695">
                  <c:v>311.7349537037037</c:v>
                </c:pt>
                <c:pt idx="696">
                  <c:v>308.19251925192515</c:v>
                </c:pt>
                <c:pt idx="697">
                  <c:v>309.04138702460853</c:v>
                </c:pt>
                <c:pt idx="698">
                  <c:v>309.05933333333331</c:v>
                </c:pt>
                <c:pt idx="699">
                  <c:v>310.80479452054789</c:v>
                </c:pt>
                <c:pt idx="700">
                  <c:v>312.01746031746029</c:v>
                </c:pt>
                <c:pt idx="701">
                  <c:v>307.2668171557562</c:v>
                </c:pt>
                <c:pt idx="702">
                  <c:v>309.32213209733482</c:v>
                </c:pt>
                <c:pt idx="703">
                  <c:v>310.35967741935485</c:v>
                </c:pt>
                <c:pt idx="704">
                  <c:v>309.41766055045866</c:v>
                </c:pt>
                <c:pt idx="705">
                  <c:v>306.42423580786027</c:v>
                </c:pt>
                <c:pt idx="706">
                  <c:v>306.88346456692909</c:v>
                </c:pt>
                <c:pt idx="707">
                  <c:v>306.28854625550662</c:v>
                </c:pt>
                <c:pt idx="708">
                  <c:v>305.59455930359087</c:v>
                </c:pt>
                <c:pt idx="709">
                  <c:v>301.49691817215728</c:v>
                </c:pt>
                <c:pt idx="710">
                  <c:v>302.61734475374732</c:v>
                </c:pt>
                <c:pt idx="711">
                  <c:v>302.47022900763358</c:v>
                </c:pt>
                <c:pt idx="712">
                  <c:v>303.81090100111231</c:v>
                </c:pt>
                <c:pt idx="713">
                  <c:v>307.27645739910315</c:v>
                </c:pt>
                <c:pt idx="714">
                  <c:v>307.60338600451468</c:v>
                </c:pt>
                <c:pt idx="715">
                  <c:v>309.2211111111111</c:v>
                </c:pt>
                <c:pt idx="716">
                  <c:v>311.97968749999995</c:v>
                </c:pt>
                <c:pt idx="717">
                  <c:v>311.58362831858409</c:v>
                </c:pt>
                <c:pt idx="718">
                  <c:v>309.62015503875972</c:v>
                </c:pt>
                <c:pt idx="719">
                  <c:v>309.78636871508377</c:v>
                </c:pt>
                <c:pt idx="720">
                  <c:v>309.99511653718088</c:v>
                </c:pt>
                <c:pt idx="721">
                  <c:v>310.35447338618343</c:v>
                </c:pt>
                <c:pt idx="722">
                  <c:v>305.42437923250566</c:v>
                </c:pt>
                <c:pt idx="723">
                  <c:v>305.81279999999998</c:v>
                </c:pt>
                <c:pt idx="724">
                  <c:v>306.12949471210339</c:v>
                </c:pt>
                <c:pt idx="725">
                  <c:v>307.51718569780854</c:v>
                </c:pt>
                <c:pt idx="726">
                  <c:v>309.1148446490219</c:v>
                </c:pt>
                <c:pt idx="727">
                  <c:v>304.36804597701149</c:v>
                </c:pt>
                <c:pt idx="728">
                  <c:v>305.7725842696629</c:v>
                </c:pt>
                <c:pt idx="729">
                  <c:v>308.61619156214368</c:v>
                </c:pt>
                <c:pt idx="730">
                  <c:v>308.98650442477879</c:v>
                </c:pt>
                <c:pt idx="731">
                  <c:v>303.11214750542297</c:v>
                </c:pt>
                <c:pt idx="732">
                  <c:v>305.70534351145034</c:v>
                </c:pt>
                <c:pt idx="733">
                  <c:v>305.83373231773663</c:v>
                </c:pt>
                <c:pt idx="734">
                  <c:v>306.97863636363633</c:v>
                </c:pt>
                <c:pt idx="735">
                  <c:v>303.4320819112628</c:v>
                </c:pt>
                <c:pt idx="736">
                  <c:v>304.73174603174601</c:v>
                </c:pt>
                <c:pt idx="737">
                  <c:v>305.85364758698091</c:v>
                </c:pt>
                <c:pt idx="738">
                  <c:v>307.55756207674943</c:v>
                </c:pt>
                <c:pt idx="739">
                  <c:v>309.58755980861247</c:v>
                </c:pt>
                <c:pt idx="740">
                  <c:v>308.53301204819275</c:v>
                </c:pt>
                <c:pt idx="741">
                  <c:v>313.14134969325153</c:v>
                </c:pt>
                <c:pt idx="742">
                  <c:v>313.72632880098888</c:v>
                </c:pt>
                <c:pt idx="743">
                  <c:v>314.56831922611855</c:v>
                </c:pt>
                <c:pt idx="744">
                  <c:v>311.97283653846154</c:v>
                </c:pt>
                <c:pt idx="745">
                  <c:v>314.25832320777641</c:v>
                </c:pt>
                <c:pt idx="746">
                  <c:v>313.80265379975879</c:v>
                </c:pt>
                <c:pt idx="747">
                  <c:v>314.55275397796822</c:v>
                </c:pt>
                <c:pt idx="748">
                  <c:v>314.74436274509799</c:v>
                </c:pt>
                <c:pt idx="749">
                  <c:v>310.30838396111784</c:v>
                </c:pt>
                <c:pt idx="750">
                  <c:v>310.37860696517419</c:v>
                </c:pt>
                <c:pt idx="751">
                  <c:v>311.0060254924681</c:v>
                </c:pt>
                <c:pt idx="752">
                  <c:v>311.84882418812992</c:v>
                </c:pt>
                <c:pt idx="753">
                  <c:v>301.90938864628816</c:v>
                </c:pt>
                <c:pt idx="754">
                  <c:v>303.12609649122805</c:v>
                </c:pt>
                <c:pt idx="755">
                  <c:v>304.38030303030303</c:v>
                </c:pt>
                <c:pt idx="756">
                  <c:v>303.81197860962567</c:v>
                </c:pt>
                <c:pt idx="757">
                  <c:v>300.60298507462682</c:v>
                </c:pt>
                <c:pt idx="758">
                  <c:v>300.58919491525427</c:v>
                </c:pt>
                <c:pt idx="759">
                  <c:v>301.07991543340376</c:v>
                </c:pt>
                <c:pt idx="760">
                  <c:v>300.27842720510097</c:v>
                </c:pt>
                <c:pt idx="761">
                  <c:v>298.89632738719831</c:v>
                </c:pt>
                <c:pt idx="762">
                  <c:v>295.79979079497906</c:v>
                </c:pt>
                <c:pt idx="763">
                  <c:v>296.94528301886794</c:v>
                </c:pt>
                <c:pt idx="764">
                  <c:v>299.16334405144693</c:v>
                </c:pt>
                <c:pt idx="765">
                  <c:v>299.48763557483727</c:v>
                </c:pt>
                <c:pt idx="766">
                  <c:v>299.64727668845313</c:v>
                </c:pt>
                <c:pt idx="767">
                  <c:v>299.98307692307691</c:v>
                </c:pt>
                <c:pt idx="768">
                  <c:v>303.22771362586604</c:v>
                </c:pt>
                <c:pt idx="769">
                  <c:v>305.37230769230774</c:v>
                </c:pt>
                <c:pt idx="770">
                  <c:v>303.92818073721759</c:v>
                </c:pt>
                <c:pt idx="771">
                  <c:v>304.31990686845165</c:v>
                </c:pt>
                <c:pt idx="772">
                  <c:v>305.20663507109003</c:v>
                </c:pt>
                <c:pt idx="773">
                  <c:v>305.90326340326334</c:v>
                </c:pt>
                <c:pt idx="774">
                  <c:v>305.51890660592255</c:v>
                </c:pt>
                <c:pt idx="775">
                  <c:v>302.91839220462845</c:v>
                </c:pt>
                <c:pt idx="776">
                  <c:v>303.99504132231402</c:v>
                </c:pt>
                <c:pt idx="777">
                  <c:v>305.48360655737707</c:v>
                </c:pt>
                <c:pt idx="778">
                  <c:v>305.75016987542466</c:v>
                </c:pt>
                <c:pt idx="779">
                  <c:v>301.14515050167222</c:v>
                </c:pt>
                <c:pt idx="780">
                  <c:v>304.58366863905326</c:v>
                </c:pt>
                <c:pt idx="781">
                  <c:v>306.63007159904532</c:v>
                </c:pt>
                <c:pt idx="782">
                  <c:v>306.4276119402985</c:v>
                </c:pt>
                <c:pt idx="783">
                  <c:v>307.00247831474593</c:v>
                </c:pt>
                <c:pt idx="784">
                  <c:v>313.09828722002629</c:v>
                </c:pt>
                <c:pt idx="785">
                  <c:v>315.31701346389229</c:v>
                </c:pt>
                <c:pt idx="786">
                  <c:v>317.65982478097618</c:v>
                </c:pt>
                <c:pt idx="787">
                  <c:v>318.1082725060827</c:v>
                </c:pt>
                <c:pt idx="788">
                  <c:v>316.05710659898472</c:v>
                </c:pt>
                <c:pt idx="789">
                  <c:v>320.5816272965879</c:v>
                </c:pt>
                <c:pt idx="790">
                  <c:v>323.11891891891889</c:v>
                </c:pt>
                <c:pt idx="791">
                  <c:v>323.95833333333331</c:v>
                </c:pt>
                <c:pt idx="792">
                  <c:v>320.43927038626606</c:v>
                </c:pt>
                <c:pt idx="793">
                  <c:v>321.66370370370367</c:v>
                </c:pt>
                <c:pt idx="794">
                  <c:v>318.81953290870484</c:v>
                </c:pt>
                <c:pt idx="795">
                  <c:v>320.30325288562432</c:v>
                </c:pt>
                <c:pt idx="796">
                  <c:v>322.43076923076916</c:v>
                </c:pt>
                <c:pt idx="797">
                  <c:v>317.13261105092084</c:v>
                </c:pt>
                <c:pt idx="798">
                  <c:v>318.19932885906042</c:v>
                </c:pt>
                <c:pt idx="799">
                  <c:v>319.435674470457</c:v>
                </c:pt>
                <c:pt idx="800">
                  <c:v>318.49924650161466</c:v>
                </c:pt>
                <c:pt idx="801">
                  <c:v>315.14855305466233</c:v>
                </c:pt>
                <c:pt idx="802">
                  <c:v>315.14925373134326</c:v>
                </c:pt>
                <c:pt idx="803">
                  <c:v>315.0861995753715</c:v>
                </c:pt>
                <c:pt idx="804">
                  <c:v>313.82359081419617</c:v>
                </c:pt>
                <c:pt idx="805">
                  <c:v>307.85396188565699</c:v>
                </c:pt>
                <c:pt idx="806">
                  <c:v>306.77447657028915</c:v>
                </c:pt>
                <c:pt idx="807">
                  <c:v>306.41104294478527</c:v>
                </c:pt>
                <c:pt idx="808">
                  <c:v>305.86837782340854</c:v>
                </c:pt>
                <c:pt idx="809">
                  <c:v>306.12515463917532</c:v>
                </c:pt>
                <c:pt idx="810">
                  <c:v>303.98054968287522</c:v>
                </c:pt>
                <c:pt idx="811">
                  <c:v>303.45536105032818</c:v>
                </c:pt>
                <c:pt idx="812">
                  <c:v>304.53348164627363</c:v>
                </c:pt>
                <c:pt idx="813">
                  <c:v>305.72461873638349</c:v>
                </c:pt>
                <c:pt idx="814">
                  <c:v>303.3997792494481</c:v>
                </c:pt>
                <c:pt idx="815">
                  <c:v>305.68286334056398</c:v>
                </c:pt>
                <c:pt idx="816">
                  <c:v>306.2019911504425</c:v>
                </c:pt>
                <c:pt idx="817">
                  <c:v>305.03070452155629</c:v>
                </c:pt>
                <c:pt idx="818">
                  <c:v>299.5957360406091</c:v>
                </c:pt>
                <c:pt idx="819">
                  <c:v>299.059649122807</c:v>
                </c:pt>
                <c:pt idx="820">
                  <c:v>298.72854251012143</c:v>
                </c:pt>
                <c:pt idx="821">
                  <c:v>298.33299284984673</c:v>
                </c:pt>
                <c:pt idx="822">
                  <c:v>294.50256410256407</c:v>
                </c:pt>
                <c:pt idx="823">
                  <c:v>294.44974093264244</c:v>
                </c:pt>
                <c:pt idx="824">
                  <c:v>293.36297828335051</c:v>
                </c:pt>
                <c:pt idx="825">
                  <c:v>293.00273972602741</c:v>
                </c:pt>
                <c:pt idx="826">
                  <c:v>291.50680851063828</c:v>
                </c:pt>
                <c:pt idx="827">
                  <c:v>288.15151515151513</c:v>
                </c:pt>
                <c:pt idx="828">
                  <c:v>287.54962962962964</c:v>
                </c:pt>
                <c:pt idx="829">
                  <c:v>287.99655913978489</c:v>
                </c:pt>
                <c:pt idx="830">
                  <c:v>286.64667370644133</c:v>
                </c:pt>
                <c:pt idx="831">
                  <c:v>284.67926565874734</c:v>
                </c:pt>
                <c:pt idx="832">
                  <c:v>284.69817792068596</c:v>
                </c:pt>
                <c:pt idx="833">
                  <c:v>283.31978723404251</c:v>
                </c:pt>
                <c:pt idx="834">
                  <c:v>282.84323748668794</c:v>
                </c:pt>
                <c:pt idx="835">
                  <c:v>284.96984815618219</c:v>
                </c:pt>
                <c:pt idx="836">
                  <c:v>284.40484048404841</c:v>
                </c:pt>
                <c:pt idx="837">
                  <c:v>284.88752783964361</c:v>
                </c:pt>
                <c:pt idx="838">
                  <c:v>286.12380952380948</c:v>
                </c:pt>
                <c:pt idx="839">
                  <c:v>286.11113662456938</c:v>
                </c:pt>
                <c:pt idx="840">
                  <c:v>284.53396004700346</c:v>
                </c:pt>
                <c:pt idx="841">
                  <c:v>284.41144164759726</c:v>
                </c:pt>
                <c:pt idx="842">
                  <c:v>284.60256111757855</c:v>
                </c:pt>
                <c:pt idx="843">
                  <c:v>284.43758542141228</c:v>
                </c:pt>
                <c:pt idx="844">
                  <c:v>281.81487414187643</c:v>
                </c:pt>
                <c:pt idx="845">
                  <c:v>280.32847380410021</c:v>
                </c:pt>
                <c:pt idx="846">
                  <c:v>281.69328703703701</c:v>
                </c:pt>
                <c:pt idx="847">
                  <c:v>282.46065573770494</c:v>
                </c:pt>
                <c:pt idx="848">
                  <c:v>281.31586538461534</c:v>
                </c:pt>
                <c:pt idx="849">
                  <c:v>273.64700564971753</c:v>
                </c:pt>
                <c:pt idx="850">
                  <c:v>273.28734321550741</c:v>
                </c:pt>
                <c:pt idx="851">
                  <c:v>272.41300813008127</c:v>
                </c:pt>
                <c:pt idx="852">
                  <c:v>271.53636363636366</c:v>
                </c:pt>
                <c:pt idx="853">
                  <c:v>269.18151658767772</c:v>
                </c:pt>
                <c:pt idx="854">
                  <c:v>268.9378151260504</c:v>
                </c:pt>
                <c:pt idx="855">
                  <c:v>268.23525423728813</c:v>
                </c:pt>
                <c:pt idx="856">
                  <c:v>270.71596244131456</c:v>
                </c:pt>
                <c:pt idx="857">
                  <c:v>265.88702290076333</c:v>
                </c:pt>
                <c:pt idx="858">
                  <c:v>263.18636363636358</c:v>
                </c:pt>
                <c:pt idx="859">
                  <c:v>257.50646871686109</c:v>
                </c:pt>
                <c:pt idx="860">
                  <c:v>256.83595744680849</c:v>
                </c:pt>
                <c:pt idx="861">
                  <c:v>255.87338282078474</c:v>
                </c:pt>
                <c:pt idx="862">
                  <c:v>251.5140740740741</c:v>
                </c:pt>
                <c:pt idx="863">
                  <c:v>250.58959660297236</c:v>
                </c:pt>
                <c:pt idx="864">
                  <c:v>251.38617710583151</c:v>
                </c:pt>
                <c:pt idx="865">
                  <c:v>252.30407938257989</c:v>
                </c:pt>
                <c:pt idx="866">
                  <c:v>250.27040358744392</c:v>
                </c:pt>
                <c:pt idx="867">
                  <c:v>249.04687499999997</c:v>
                </c:pt>
                <c:pt idx="868">
                  <c:v>249.28759776536313</c:v>
                </c:pt>
                <c:pt idx="869">
                  <c:v>248.74920634920633</c:v>
                </c:pt>
                <c:pt idx="870">
                  <c:v>244.64580152671758</c:v>
                </c:pt>
                <c:pt idx="871">
                  <c:v>245.3787721123829</c:v>
                </c:pt>
                <c:pt idx="872">
                  <c:v>244.86330935251797</c:v>
                </c:pt>
                <c:pt idx="873">
                  <c:v>244.92920536635708</c:v>
                </c:pt>
                <c:pt idx="874">
                  <c:v>242.12517985611507</c:v>
                </c:pt>
                <c:pt idx="875">
                  <c:v>241.56676923076921</c:v>
                </c:pt>
                <c:pt idx="876">
                  <c:v>241.70398322851153</c:v>
                </c:pt>
                <c:pt idx="877">
                  <c:v>241.37981269510925</c:v>
                </c:pt>
                <c:pt idx="878">
                  <c:v>241.47176220806793</c:v>
                </c:pt>
                <c:pt idx="879">
                  <c:v>236.88124306326301</c:v>
                </c:pt>
                <c:pt idx="880">
                  <c:v>236.09157127991674</c:v>
                </c:pt>
                <c:pt idx="881">
                  <c:v>236.13583690987124</c:v>
                </c:pt>
                <c:pt idx="882">
                  <c:v>236.46015037593983</c:v>
                </c:pt>
                <c:pt idx="883">
                  <c:v>230.03804573804575</c:v>
                </c:pt>
                <c:pt idx="884">
                  <c:v>227.57561942517341</c:v>
                </c:pt>
                <c:pt idx="885">
                  <c:v>226.70325765054292</c:v>
                </c:pt>
                <c:pt idx="886">
                  <c:v>225.36715542521992</c:v>
                </c:pt>
                <c:pt idx="887">
                  <c:v>224.85175781249998</c:v>
                </c:pt>
                <c:pt idx="888">
                  <c:v>218.05451197053404</c:v>
                </c:pt>
                <c:pt idx="889">
                  <c:v>216.72076502732241</c:v>
                </c:pt>
                <c:pt idx="890">
                  <c:v>215.90849673202612</c:v>
                </c:pt>
                <c:pt idx="891">
                  <c:v>214.72449952335558</c:v>
                </c:pt>
                <c:pt idx="892">
                  <c:v>209.796458527493</c:v>
                </c:pt>
                <c:pt idx="893">
                  <c:v>208.808679245283</c:v>
                </c:pt>
                <c:pt idx="894">
                  <c:v>208.22186915887855</c:v>
                </c:pt>
                <c:pt idx="895">
                  <c:v>205.62907735321525</c:v>
                </c:pt>
                <c:pt idx="896">
                  <c:v>199.65256410256407</c:v>
                </c:pt>
                <c:pt idx="897">
                  <c:v>191.23872727272726</c:v>
                </c:pt>
                <c:pt idx="898">
                  <c:v>187.19962859795726</c:v>
                </c:pt>
                <c:pt idx="899">
                  <c:v>185.36311399443929</c:v>
                </c:pt>
                <c:pt idx="900">
                  <c:v>182.55794306703396</c:v>
                </c:pt>
                <c:pt idx="901">
                  <c:v>175.88666666666666</c:v>
                </c:pt>
                <c:pt idx="902">
                  <c:v>176.38214936247721</c:v>
                </c:pt>
                <c:pt idx="903">
                  <c:v>175.28711656441718</c:v>
                </c:pt>
                <c:pt idx="904">
                  <c:v>173.102304964539</c:v>
                </c:pt>
                <c:pt idx="905">
                  <c:v>167.45895458440447</c:v>
                </c:pt>
                <c:pt idx="906">
                  <c:v>166.97111299915036</c:v>
                </c:pt>
                <c:pt idx="907">
                  <c:v>166.10588235294117</c:v>
                </c:pt>
                <c:pt idx="908">
                  <c:v>166.27266610597138</c:v>
                </c:pt>
                <c:pt idx="909">
                  <c:v>161.78092827004218</c:v>
                </c:pt>
                <c:pt idx="910">
                  <c:v>158.11009174311926</c:v>
                </c:pt>
                <c:pt idx="911">
                  <c:v>157.14527027027026</c:v>
                </c:pt>
                <c:pt idx="912">
                  <c:v>156.52351464435148</c:v>
                </c:pt>
                <c:pt idx="913">
                  <c:v>154.40292096219929</c:v>
                </c:pt>
                <c:pt idx="914">
                  <c:v>150.00121212121209</c:v>
                </c:pt>
                <c:pt idx="915">
                  <c:v>150.12051282051283</c:v>
                </c:pt>
                <c:pt idx="916">
                  <c:v>151.72685274302211</c:v>
                </c:pt>
                <c:pt idx="917">
                  <c:v>152.58698347107438</c:v>
                </c:pt>
                <c:pt idx="918">
                  <c:v>149.42188755020078</c:v>
                </c:pt>
                <c:pt idx="919">
                  <c:v>151.96843177189407</c:v>
                </c:pt>
                <c:pt idx="920">
                  <c:v>153.01704857928505</c:v>
                </c:pt>
                <c:pt idx="921">
                  <c:v>158.05634328358207</c:v>
                </c:pt>
                <c:pt idx="922">
                  <c:v>157.19362318840578</c:v>
                </c:pt>
                <c:pt idx="923">
                  <c:v>162.50106157112526</c:v>
                </c:pt>
                <c:pt idx="924">
                  <c:v>168.35593220338984</c:v>
                </c:pt>
                <c:pt idx="925">
                  <c:v>172.4029197080292</c:v>
                </c:pt>
                <c:pt idx="926">
                  <c:v>174.23225806451612</c:v>
                </c:pt>
                <c:pt idx="927">
                  <c:v>171.03868852459013</c:v>
                </c:pt>
                <c:pt idx="928">
                  <c:v>173.67205882352943</c:v>
                </c:pt>
                <c:pt idx="929">
                  <c:v>180.53130841121492</c:v>
                </c:pt>
                <c:pt idx="930">
                  <c:v>185.01053984575836</c:v>
                </c:pt>
                <c:pt idx="931">
                  <c:v>184.3938800489596</c:v>
                </c:pt>
                <c:pt idx="932">
                  <c:v>189.38301886792453</c:v>
                </c:pt>
                <c:pt idx="933">
                  <c:v>193.34568527918779</c:v>
                </c:pt>
                <c:pt idx="934">
                  <c:v>196.81363073110282</c:v>
                </c:pt>
                <c:pt idx="935">
                  <c:v>198.25496183206104</c:v>
                </c:pt>
                <c:pt idx="936">
                  <c:v>209.6092503987241</c:v>
                </c:pt>
                <c:pt idx="937">
                  <c:v>214.11113989637309</c:v>
                </c:pt>
                <c:pt idx="938">
                  <c:v>215.37273853779431</c:v>
                </c:pt>
                <c:pt idx="939">
                  <c:v>218.88876651982378</c:v>
                </c:pt>
                <c:pt idx="940">
                  <c:v>220.1130990415335</c:v>
                </c:pt>
                <c:pt idx="941">
                  <c:v>222.49912663755455</c:v>
                </c:pt>
                <c:pt idx="942">
                  <c:v>223.44362850971925</c:v>
                </c:pt>
                <c:pt idx="943">
                  <c:v>225.992183908046</c:v>
                </c:pt>
                <c:pt idx="944">
                  <c:v>224.34086956521739</c:v>
                </c:pt>
                <c:pt idx="945">
                  <c:v>228.53587786259541</c:v>
                </c:pt>
                <c:pt idx="946">
                  <c:v>232.17995780590715</c:v>
                </c:pt>
                <c:pt idx="947">
                  <c:v>233.1430997876858</c:v>
                </c:pt>
                <c:pt idx="948">
                  <c:v>234.64089456869007</c:v>
                </c:pt>
                <c:pt idx="949">
                  <c:v>236.48012684989425</c:v>
                </c:pt>
                <c:pt idx="950">
                  <c:v>239.68095238095236</c:v>
                </c:pt>
                <c:pt idx="951">
                  <c:v>240.36297918948515</c:v>
                </c:pt>
                <c:pt idx="952">
                  <c:v>241.96232201533405</c:v>
                </c:pt>
                <c:pt idx="953">
                  <c:v>239.17139959432049</c:v>
                </c:pt>
                <c:pt idx="954">
                  <c:v>238.28908554572268</c:v>
                </c:pt>
                <c:pt idx="955">
                  <c:v>238.66243902439021</c:v>
                </c:pt>
                <c:pt idx="956">
                  <c:v>237.96233766233766</c:v>
                </c:pt>
                <c:pt idx="957">
                  <c:v>234.43291139240506</c:v>
                </c:pt>
                <c:pt idx="958">
                  <c:v>233.92285191956125</c:v>
                </c:pt>
                <c:pt idx="959">
                  <c:v>232.78450704225352</c:v>
                </c:pt>
                <c:pt idx="960">
                  <c:v>233.38025594149909</c:v>
                </c:pt>
                <c:pt idx="961">
                  <c:v>232.27809694793535</c:v>
                </c:pt>
                <c:pt idx="962">
                  <c:v>229.72589928057556</c:v>
                </c:pt>
                <c:pt idx="963">
                  <c:v>230.330547818013</c:v>
                </c:pt>
                <c:pt idx="964">
                  <c:v>230.27670979667283</c:v>
                </c:pt>
                <c:pt idx="965">
                  <c:v>230.48331780055915</c:v>
                </c:pt>
                <c:pt idx="966">
                  <c:v>227.12697807435651</c:v>
                </c:pt>
                <c:pt idx="967">
                  <c:v>228.34152626362734</c:v>
                </c:pt>
                <c:pt idx="968">
                  <c:v>229.54549180327871</c:v>
                </c:pt>
                <c:pt idx="969">
                  <c:v>230.87789890981171</c:v>
                </c:pt>
                <c:pt idx="970">
                  <c:v>228.6515267175572</c:v>
                </c:pt>
                <c:pt idx="971">
                  <c:v>229.44897959183672</c:v>
                </c:pt>
                <c:pt idx="972">
                  <c:v>230.13365664403489</c:v>
                </c:pt>
                <c:pt idx="973">
                  <c:v>231.50077972709551</c:v>
                </c:pt>
                <c:pt idx="974">
                  <c:v>232.55508130081299</c:v>
                </c:pt>
                <c:pt idx="975">
                  <c:v>232.06405484818802</c:v>
                </c:pt>
                <c:pt idx="976">
                  <c:v>233.74475457170351</c:v>
                </c:pt>
                <c:pt idx="977">
                  <c:v>233.84985941893157</c:v>
                </c:pt>
                <c:pt idx="978">
                  <c:v>234.66366906474823</c:v>
                </c:pt>
                <c:pt idx="979">
                  <c:v>231.96349344978168</c:v>
                </c:pt>
                <c:pt idx="980">
                  <c:v>232.71221238938048</c:v>
                </c:pt>
                <c:pt idx="981">
                  <c:v>233.54489436619716</c:v>
                </c:pt>
                <c:pt idx="982">
                  <c:v>233.2513350559862</c:v>
                </c:pt>
                <c:pt idx="983">
                  <c:v>231.03030303030297</c:v>
                </c:pt>
                <c:pt idx="984">
                  <c:v>231.53283582089551</c:v>
                </c:pt>
                <c:pt idx="985">
                  <c:v>231.67353951890033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ED-49A1-A3A5-1EC8A1DF0279}"/>
            </c:ext>
          </c:extLst>
        </c:ser>
        <c:ser>
          <c:idx val="4"/>
          <c:order val="3"/>
          <c:tx>
            <c:strRef>
              <c:f>data!$X$13</c:f>
              <c:strCache>
                <c:ptCount val="1"/>
                <c:pt idx="0">
                  <c:v>1.2x</c:v>
                </c:pt>
              </c:strCache>
            </c:strRef>
          </c:tx>
          <c:spPr>
            <a:ln w="12700">
              <a:solidFill>
                <a:srgbClr val="EFF8FF"/>
              </a:solidFill>
              <a:prstDash val="solid"/>
            </a:ln>
          </c:spPr>
          <c:marker>
            <c:symbol val="none"/>
          </c:marker>
          <c:cat>
            <c:numRef>
              <c:f>data!$A$15:$A$1000</c:f>
              <c:numCache>
                <c:formatCode>m/d/yyyy</c:formatCode>
                <c:ptCount val="986"/>
                <c:pt idx="0">
                  <c:v>46303</c:v>
                </c:pt>
                <c:pt idx="1">
                  <c:v>46297</c:v>
                </c:pt>
                <c:pt idx="2">
                  <c:v>46288</c:v>
                </c:pt>
                <c:pt idx="3">
                  <c:v>46283</c:v>
                </c:pt>
                <c:pt idx="4">
                  <c:v>46276</c:v>
                </c:pt>
                <c:pt idx="5">
                  <c:v>46269</c:v>
                </c:pt>
                <c:pt idx="6">
                  <c:v>46262</c:v>
                </c:pt>
                <c:pt idx="7">
                  <c:v>46255</c:v>
                </c:pt>
                <c:pt idx="8">
                  <c:v>46248</c:v>
                </c:pt>
                <c:pt idx="9">
                  <c:v>46241</c:v>
                </c:pt>
                <c:pt idx="10">
                  <c:v>46234</c:v>
                </c:pt>
                <c:pt idx="11">
                  <c:v>46227</c:v>
                </c:pt>
                <c:pt idx="12">
                  <c:v>46219</c:v>
                </c:pt>
                <c:pt idx="13">
                  <c:v>46213</c:v>
                </c:pt>
                <c:pt idx="14">
                  <c:v>46206</c:v>
                </c:pt>
                <c:pt idx="15">
                  <c:v>46199</c:v>
                </c:pt>
                <c:pt idx="16">
                  <c:v>46192</c:v>
                </c:pt>
                <c:pt idx="17">
                  <c:v>46185</c:v>
                </c:pt>
                <c:pt idx="18">
                  <c:v>46178</c:v>
                </c:pt>
                <c:pt idx="19">
                  <c:v>46171</c:v>
                </c:pt>
                <c:pt idx="20">
                  <c:v>46164</c:v>
                </c:pt>
                <c:pt idx="21">
                  <c:v>46157</c:v>
                </c:pt>
                <c:pt idx="22">
                  <c:v>46150</c:v>
                </c:pt>
                <c:pt idx="23">
                  <c:v>46142</c:v>
                </c:pt>
                <c:pt idx="24">
                  <c:v>46136</c:v>
                </c:pt>
                <c:pt idx="25">
                  <c:v>46129</c:v>
                </c:pt>
                <c:pt idx="26">
                  <c:v>46122</c:v>
                </c:pt>
                <c:pt idx="27">
                  <c:v>46115</c:v>
                </c:pt>
                <c:pt idx="28">
                  <c:v>46108</c:v>
                </c:pt>
                <c:pt idx="29">
                  <c:v>46101</c:v>
                </c:pt>
                <c:pt idx="30">
                  <c:v>46094</c:v>
                </c:pt>
                <c:pt idx="31">
                  <c:v>46087</c:v>
                </c:pt>
                <c:pt idx="32">
                  <c:v>46080</c:v>
                </c:pt>
                <c:pt idx="33">
                  <c:v>46073</c:v>
                </c:pt>
                <c:pt idx="34">
                  <c:v>46066</c:v>
                </c:pt>
                <c:pt idx="35">
                  <c:v>46059</c:v>
                </c:pt>
                <c:pt idx="36">
                  <c:v>46052</c:v>
                </c:pt>
                <c:pt idx="37">
                  <c:v>46045</c:v>
                </c:pt>
                <c:pt idx="38">
                  <c:v>46038</c:v>
                </c:pt>
                <c:pt idx="39">
                  <c:v>46031</c:v>
                </c:pt>
                <c:pt idx="40">
                  <c:v>46024</c:v>
                </c:pt>
                <c:pt idx="41">
                  <c:v>46017</c:v>
                </c:pt>
                <c:pt idx="42">
                  <c:v>46010</c:v>
                </c:pt>
                <c:pt idx="43">
                  <c:v>46003</c:v>
                </c:pt>
                <c:pt idx="44">
                  <c:v>45996</c:v>
                </c:pt>
                <c:pt idx="45">
                  <c:v>45989</c:v>
                </c:pt>
                <c:pt idx="46">
                  <c:v>45982</c:v>
                </c:pt>
                <c:pt idx="47">
                  <c:v>45975</c:v>
                </c:pt>
                <c:pt idx="48">
                  <c:v>45968</c:v>
                </c:pt>
                <c:pt idx="49">
                  <c:v>45961</c:v>
                </c:pt>
                <c:pt idx="50">
                  <c:v>45954</c:v>
                </c:pt>
                <c:pt idx="51">
                  <c:v>45947</c:v>
                </c:pt>
                <c:pt idx="52">
                  <c:v>45940</c:v>
                </c:pt>
                <c:pt idx="53">
                  <c:v>45932</c:v>
                </c:pt>
                <c:pt idx="54">
                  <c:v>45926</c:v>
                </c:pt>
                <c:pt idx="55">
                  <c:v>45919</c:v>
                </c:pt>
                <c:pt idx="56">
                  <c:v>45912</c:v>
                </c:pt>
                <c:pt idx="57">
                  <c:v>45905</c:v>
                </c:pt>
                <c:pt idx="58">
                  <c:v>45898</c:v>
                </c:pt>
                <c:pt idx="59">
                  <c:v>45891</c:v>
                </c:pt>
                <c:pt idx="60">
                  <c:v>45883</c:v>
                </c:pt>
                <c:pt idx="61">
                  <c:v>45877</c:v>
                </c:pt>
                <c:pt idx="62">
                  <c:v>45870</c:v>
                </c:pt>
                <c:pt idx="63">
                  <c:v>45863</c:v>
                </c:pt>
                <c:pt idx="64">
                  <c:v>45856</c:v>
                </c:pt>
                <c:pt idx="65">
                  <c:v>45849</c:v>
                </c:pt>
                <c:pt idx="66">
                  <c:v>45842</c:v>
                </c:pt>
                <c:pt idx="67">
                  <c:v>45835</c:v>
                </c:pt>
                <c:pt idx="68">
                  <c:v>45828</c:v>
                </c:pt>
                <c:pt idx="69">
                  <c:v>45821</c:v>
                </c:pt>
                <c:pt idx="70">
                  <c:v>45813</c:v>
                </c:pt>
                <c:pt idx="71">
                  <c:v>45807</c:v>
                </c:pt>
                <c:pt idx="72">
                  <c:v>45800</c:v>
                </c:pt>
                <c:pt idx="73">
                  <c:v>45793</c:v>
                </c:pt>
                <c:pt idx="74">
                  <c:v>45786</c:v>
                </c:pt>
                <c:pt idx="75">
                  <c:v>45779</c:v>
                </c:pt>
                <c:pt idx="76">
                  <c:v>45772</c:v>
                </c:pt>
                <c:pt idx="77">
                  <c:v>45765</c:v>
                </c:pt>
                <c:pt idx="78">
                  <c:v>45758</c:v>
                </c:pt>
                <c:pt idx="79">
                  <c:v>45751</c:v>
                </c:pt>
                <c:pt idx="80">
                  <c:v>45744</c:v>
                </c:pt>
                <c:pt idx="81">
                  <c:v>45737</c:v>
                </c:pt>
                <c:pt idx="82">
                  <c:v>45730</c:v>
                </c:pt>
                <c:pt idx="83">
                  <c:v>45723</c:v>
                </c:pt>
                <c:pt idx="84">
                  <c:v>45716</c:v>
                </c:pt>
                <c:pt idx="85">
                  <c:v>45709</c:v>
                </c:pt>
                <c:pt idx="86">
                  <c:v>45702</c:v>
                </c:pt>
                <c:pt idx="87">
                  <c:v>45695</c:v>
                </c:pt>
                <c:pt idx="88">
                  <c:v>45688</c:v>
                </c:pt>
                <c:pt idx="89">
                  <c:v>45681</c:v>
                </c:pt>
                <c:pt idx="90">
                  <c:v>45674</c:v>
                </c:pt>
                <c:pt idx="91">
                  <c:v>45667</c:v>
                </c:pt>
                <c:pt idx="92">
                  <c:v>45660</c:v>
                </c:pt>
                <c:pt idx="93">
                  <c:v>45653</c:v>
                </c:pt>
                <c:pt idx="94">
                  <c:v>45646</c:v>
                </c:pt>
                <c:pt idx="95">
                  <c:v>45639</c:v>
                </c:pt>
                <c:pt idx="96">
                  <c:v>45632</c:v>
                </c:pt>
                <c:pt idx="97">
                  <c:v>45625</c:v>
                </c:pt>
                <c:pt idx="98">
                  <c:v>45618</c:v>
                </c:pt>
                <c:pt idx="99">
                  <c:v>45611</c:v>
                </c:pt>
                <c:pt idx="100">
                  <c:v>45604</c:v>
                </c:pt>
                <c:pt idx="101">
                  <c:v>45597</c:v>
                </c:pt>
                <c:pt idx="102">
                  <c:v>45590</c:v>
                </c:pt>
                <c:pt idx="103">
                  <c:v>45583</c:v>
                </c:pt>
                <c:pt idx="104">
                  <c:v>45576</c:v>
                </c:pt>
                <c:pt idx="105">
                  <c:v>45569</c:v>
                </c:pt>
                <c:pt idx="106">
                  <c:v>45562</c:v>
                </c:pt>
                <c:pt idx="107">
                  <c:v>45555</c:v>
                </c:pt>
                <c:pt idx="108">
                  <c:v>45548</c:v>
                </c:pt>
                <c:pt idx="109">
                  <c:v>45541</c:v>
                </c:pt>
                <c:pt idx="110">
                  <c:v>45534</c:v>
                </c:pt>
                <c:pt idx="111">
                  <c:v>45527</c:v>
                </c:pt>
                <c:pt idx="112">
                  <c:v>45520</c:v>
                </c:pt>
                <c:pt idx="113">
                  <c:v>45513</c:v>
                </c:pt>
                <c:pt idx="114">
                  <c:v>45506</c:v>
                </c:pt>
                <c:pt idx="115">
                  <c:v>45499</c:v>
                </c:pt>
                <c:pt idx="116">
                  <c:v>45492</c:v>
                </c:pt>
                <c:pt idx="117">
                  <c:v>45485</c:v>
                </c:pt>
                <c:pt idx="118">
                  <c:v>45478</c:v>
                </c:pt>
                <c:pt idx="119">
                  <c:v>45471</c:v>
                </c:pt>
                <c:pt idx="120">
                  <c:v>45464</c:v>
                </c:pt>
                <c:pt idx="121">
                  <c:v>45457</c:v>
                </c:pt>
                <c:pt idx="122">
                  <c:v>45450</c:v>
                </c:pt>
                <c:pt idx="123">
                  <c:v>45443</c:v>
                </c:pt>
                <c:pt idx="124">
                  <c:v>45436</c:v>
                </c:pt>
                <c:pt idx="125">
                  <c:v>45429</c:v>
                </c:pt>
                <c:pt idx="126">
                  <c:v>45422</c:v>
                </c:pt>
                <c:pt idx="127">
                  <c:v>45415</c:v>
                </c:pt>
                <c:pt idx="128">
                  <c:v>45408</c:v>
                </c:pt>
                <c:pt idx="129">
                  <c:v>45401</c:v>
                </c:pt>
                <c:pt idx="130">
                  <c:v>45394</c:v>
                </c:pt>
                <c:pt idx="131">
                  <c:v>45387</c:v>
                </c:pt>
                <c:pt idx="132">
                  <c:v>45380</c:v>
                </c:pt>
                <c:pt idx="133">
                  <c:v>45373</c:v>
                </c:pt>
                <c:pt idx="134">
                  <c:v>45366</c:v>
                </c:pt>
                <c:pt idx="135">
                  <c:v>45359</c:v>
                </c:pt>
                <c:pt idx="136">
                  <c:v>45351</c:v>
                </c:pt>
                <c:pt idx="137">
                  <c:v>45345</c:v>
                </c:pt>
                <c:pt idx="138">
                  <c:v>45338</c:v>
                </c:pt>
                <c:pt idx="139">
                  <c:v>45330</c:v>
                </c:pt>
                <c:pt idx="140">
                  <c:v>45324</c:v>
                </c:pt>
                <c:pt idx="141">
                  <c:v>45317</c:v>
                </c:pt>
                <c:pt idx="142">
                  <c:v>45310</c:v>
                </c:pt>
                <c:pt idx="143">
                  <c:v>45303</c:v>
                </c:pt>
                <c:pt idx="144">
                  <c:v>45296</c:v>
                </c:pt>
                <c:pt idx="145">
                  <c:v>45288</c:v>
                </c:pt>
                <c:pt idx="146">
                  <c:v>45282</c:v>
                </c:pt>
                <c:pt idx="147">
                  <c:v>45275</c:v>
                </c:pt>
                <c:pt idx="148">
                  <c:v>45268</c:v>
                </c:pt>
                <c:pt idx="149">
                  <c:v>45261</c:v>
                </c:pt>
                <c:pt idx="150">
                  <c:v>45254</c:v>
                </c:pt>
                <c:pt idx="151">
                  <c:v>45247</c:v>
                </c:pt>
                <c:pt idx="152">
                  <c:v>45240</c:v>
                </c:pt>
                <c:pt idx="153">
                  <c:v>45233</c:v>
                </c:pt>
                <c:pt idx="154">
                  <c:v>45226</c:v>
                </c:pt>
                <c:pt idx="155">
                  <c:v>45219</c:v>
                </c:pt>
                <c:pt idx="156">
                  <c:v>45212</c:v>
                </c:pt>
                <c:pt idx="157">
                  <c:v>45205</c:v>
                </c:pt>
                <c:pt idx="158">
                  <c:v>45196</c:v>
                </c:pt>
                <c:pt idx="159">
                  <c:v>45191</c:v>
                </c:pt>
                <c:pt idx="160">
                  <c:v>45184</c:v>
                </c:pt>
                <c:pt idx="161">
                  <c:v>45177</c:v>
                </c:pt>
                <c:pt idx="162">
                  <c:v>45170</c:v>
                </c:pt>
                <c:pt idx="163">
                  <c:v>45163</c:v>
                </c:pt>
                <c:pt idx="164">
                  <c:v>45156</c:v>
                </c:pt>
                <c:pt idx="165">
                  <c:v>45149</c:v>
                </c:pt>
                <c:pt idx="166">
                  <c:v>45142</c:v>
                </c:pt>
                <c:pt idx="167">
                  <c:v>45135</c:v>
                </c:pt>
                <c:pt idx="168">
                  <c:v>45128</c:v>
                </c:pt>
                <c:pt idx="169">
                  <c:v>45121</c:v>
                </c:pt>
                <c:pt idx="170">
                  <c:v>45114</c:v>
                </c:pt>
                <c:pt idx="171">
                  <c:v>45107</c:v>
                </c:pt>
                <c:pt idx="172">
                  <c:v>45100</c:v>
                </c:pt>
                <c:pt idx="173">
                  <c:v>45093</c:v>
                </c:pt>
                <c:pt idx="174">
                  <c:v>45086</c:v>
                </c:pt>
                <c:pt idx="175">
                  <c:v>45079</c:v>
                </c:pt>
                <c:pt idx="176">
                  <c:v>45072</c:v>
                </c:pt>
                <c:pt idx="177">
                  <c:v>45065</c:v>
                </c:pt>
                <c:pt idx="178">
                  <c:v>45058</c:v>
                </c:pt>
                <c:pt idx="179">
                  <c:v>45050</c:v>
                </c:pt>
                <c:pt idx="180">
                  <c:v>45044</c:v>
                </c:pt>
                <c:pt idx="181">
                  <c:v>45037</c:v>
                </c:pt>
                <c:pt idx="182">
                  <c:v>45030</c:v>
                </c:pt>
                <c:pt idx="183">
                  <c:v>45023</c:v>
                </c:pt>
                <c:pt idx="184">
                  <c:v>45016</c:v>
                </c:pt>
                <c:pt idx="185">
                  <c:v>45009</c:v>
                </c:pt>
                <c:pt idx="186">
                  <c:v>45002</c:v>
                </c:pt>
                <c:pt idx="187">
                  <c:v>44995</c:v>
                </c:pt>
                <c:pt idx="188">
                  <c:v>44988</c:v>
                </c:pt>
                <c:pt idx="189">
                  <c:v>44981</c:v>
                </c:pt>
                <c:pt idx="190">
                  <c:v>44974</c:v>
                </c:pt>
                <c:pt idx="191">
                  <c:v>44967</c:v>
                </c:pt>
                <c:pt idx="192">
                  <c:v>44960</c:v>
                </c:pt>
                <c:pt idx="193">
                  <c:v>44953</c:v>
                </c:pt>
                <c:pt idx="194">
                  <c:v>44946</c:v>
                </c:pt>
                <c:pt idx="195">
                  <c:v>44939</c:v>
                </c:pt>
                <c:pt idx="196">
                  <c:v>44932</c:v>
                </c:pt>
                <c:pt idx="197">
                  <c:v>44924</c:v>
                </c:pt>
                <c:pt idx="198">
                  <c:v>44918</c:v>
                </c:pt>
                <c:pt idx="199">
                  <c:v>44911</c:v>
                </c:pt>
                <c:pt idx="200">
                  <c:v>44904</c:v>
                </c:pt>
                <c:pt idx="201">
                  <c:v>44897</c:v>
                </c:pt>
                <c:pt idx="202">
                  <c:v>44890</c:v>
                </c:pt>
                <c:pt idx="203">
                  <c:v>44883</c:v>
                </c:pt>
                <c:pt idx="204">
                  <c:v>44876</c:v>
                </c:pt>
                <c:pt idx="205">
                  <c:v>44869</c:v>
                </c:pt>
                <c:pt idx="206">
                  <c:v>44862</c:v>
                </c:pt>
                <c:pt idx="207">
                  <c:v>44855</c:v>
                </c:pt>
                <c:pt idx="208">
                  <c:v>44848</c:v>
                </c:pt>
                <c:pt idx="209">
                  <c:v>44841</c:v>
                </c:pt>
                <c:pt idx="210">
                  <c:v>44834</c:v>
                </c:pt>
                <c:pt idx="211">
                  <c:v>44827</c:v>
                </c:pt>
                <c:pt idx="212">
                  <c:v>44820</c:v>
                </c:pt>
                <c:pt idx="213">
                  <c:v>44812</c:v>
                </c:pt>
                <c:pt idx="214">
                  <c:v>44806</c:v>
                </c:pt>
                <c:pt idx="215">
                  <c:v>44799</c:v>
                </c:pt>
                <c:pt idx="216">
                  <c:v>44792</c:v>
                </c:pt>
                <c:pt idx="217">
                  <c:v>44785</c:v>
                </c:pt>
                <c:pt idx="218">
                  <c:v>44778</c:v>
                </c:pt>
                <c:pt idx="219">
                  <c:v>44771</c:v>
                </c:pt>
                <c:pt idx="220">
                  <c:v>44764</c:v>
                </c:pt>
                <c:pt idx="221">
                  <c:v>44757</c:v>
                </c:pt>
                <c:pt idx="222">
                  <c:v>44750</c:v>
                </c:pt>
                <c:pt idx="223">
                  <c:v>44743</c:v>
                </c:pt>
                <c:pt idx="224">
                  <c:v>44736</c:v>
                </c:pt>
                <c:pt idx="225">
                  <c:v>44729</c:v>
                </c:pt>
                <c:pt idx="226">
                  <c:v>44722</c:v>
                </c:pt>
                <c:pt idx="227">
                  <c:v>44715</c:v>
                </c:pt>
                <c:pt idx="228">
                  <c:v>44708</c:v>
                </c:pt>
                <c:pt idx="229">
                  <c:v>44701</c:v>
                </c:pt>
                <c:pt idx="230">
                  <c:v>44694</c:v>
                </c:pt>
                <c:pt idx="231">
                  <c:v>44687</c:v>
                </c:pt>
                <c:pt idx="232">
                  <c:v>44680</c:v>
                </c:pt>
                <c:pt idx="233">
                  <c:v>44673</c:v>
                </c:pt>
                <c:pt idx="234">
                  <c:v>44666</c:v>
                </c:pt>
                <c:pt idx="235">
                  <c:v>44659</c:v>
                </c:pt>
                <c:pt idx="236">
                  <c:v>44652</c:v>
                </c:pt>
                <c:pt idx="237">
                  <c:v>44645</c:v>
                </c:pt>
                <c:pt idx="238">
                  <c:v>44638</c:v>
                </c:pt>
                <c:pt idx="239">
                  <c:v>44631</c:v>
                </c:pt>
                <c:pt idx="240">
                  <c:v>44624</c:v>
                </c:pt>
                <c:pt idx="241">
                  <c:v>44617</c:v>
                </c:pt>
                <c:pt idx="242">
                  <c:v>44610</c:v>
                </c:pt>
                <c:pt idx="243">
                  <c:v>44603</c:v>
                </c:pt>
                <c:pt idx="244">
                  <c:v>44596</c:v>
                </c:pt>
                <c:pt idx="245">
                  <c:v>44589</c:v>
                </c:pt>
                <c:pt idx="246">
                  <c:v>44582</c:v>
                </c:pt>
                <c:pt idx="247">
                  <c:v>44575</c:v>
                </c:pt>
                <c:pt idx="248">
                  <c:v>44568</c:v>
                </c:pt>
                <c:pt idx="249">
                  <c:v>44560</c:v>
                </c:pt>
                <c:pt idx="250">
                  <c:v>44554</c:v>
                </c:pt>
                <c:pt idx="251">
                  <c:v>44547</c:v>
                </c:pt>
                <c:pt idx="252">
                  <c:v>44540</c:v>
                </c:pt>
                <c:pt idx="253">
                  <c:v>44533</c:v>
                </c:pt>
                <c:pt idx="254">
                  <c:v>44526</c:v>
                </c:pt>
                <c:pt idx="255">
                  <c:v>44519</c:v>
                </c:pt>
                <c:pt idx="256">
                  <c:v>44512</c:v>
                </c:pt>
                <c:pt idx="257">
                  <c:v>44505</c:v>
                </c:pt>
                <c:pt idx="258">
                  <c:v>44498</c:v>
                </c:pt>
                <c:pt idx="259">
                  <c:v>44491</c:v>
                </c:pt>
                <c:pt idx="260">
                  <c:v>44484</c:v>
                </c:pt>
                <c:pt idx="261">
                  <c:v>44477</c:v>
                </c:pt>
                <c:pt idx="262">
                  <c:v>44470</c:v>
                </c:pt>
                <c:pt idx="263">
                  <c:v>44463</c:v>
                </c:pt>
                <c:pt idx="264">
                  <c:v>44456</c:v>
                </c:pt>
                <c:pt idx="265">
                  <c:v>44449</c:v>
                </c:pt>
                <c:pt idx="266">
                  <c:v>44442</c:v>
                </c:pt>
                <c:pt idx="267">
                  <c:v>44435</c:v>
                </c:pt>
                <c:pt idx="268">
                  <c:v>44428</c:v>
                </c:pt>
                <c:pt idx="269">
                  <c:v>44421</c:v>
                </c:pt>
                <c:pt idx="270">
                  <c:v>44414</c:v>
                </c:pt>
                <c:pt idx="271">
                  <c:v>44407</c:v>
                </c:pt>
                <c:pt idx="272">
                  <c:v>44400</c:v>
                </c:pt>
                <c:pt idx="273">
                  <c:v>44393</c:v>
                </c:pt>
                <c:pt idx="274">
                  <c:v>44386</c:v>
                </c:pt>
                <c:pt idx="275">
                  <c:v>44379</c:v>
                </c:pt>
                <c:pt idx="276">
                  <c:v>44372</c:v>
                </c:pt>
                <c:pt idx="277">
                  <c:v>44365</c:v>
                </c:pt>
                <c:pt idx="278">
                  <c:v>44358</c:v>
                </c:pt>
                <c:pt idx="279">
                  <c:v>44351</c:v>
                </c:pt>
                <c:pt idx="280">
                  <c:v>44344</c:v>
                </c:pt>
                <c:pt idx="281">
                  <c:v>44337</c:v>
                </c:pt>
                <c:pt idx="282">
                  <c:v>44330</c:v>
                </c:pt>
                <c:pt idx="283">
                  <c:v>44323</c:v>
                </c:pt>
                <c:pt idx="284">
                  <c:v>44316</c:v>
                </c:pt>
                <c:pt idx="285">
                  <c:v>44309</c:v>
                </c:pt>
                <c:pt idx="286">
                  <c:v>44302</c:v>
                </c:pt>
                <c:pt idx="287">
                  <c:v>44295</c:v>
                </c:pt>
                <c:pt idx="288">
                  <c:v>44288</c:v>
                </c:pt>
                <c:pt idx="289">
                  <c:v>44281</c:v>
                </c:pt>
                <c:pt idx="290">
                  <c:v>44274</c:v>
                </c:pt>
                <c:pt idx="291">
                  <c:v>44267</c:v>
                </c:pt>
                <c:pt idx="292">
                  <c:v>44260</c:v>
                </c:pt>
                <c:pt idx="293">
                  <c:v>44253</c:v>
                </c:pt>
                <c:pt idx="294">
                  <c:v>44246</c:v>
                </c:pt>
                <c:pt idx="295">
                  <c:v>44237</c:v>
                </c:pt>
                <c:pt idx="296">
                  <c:v>44232</c:v>
                </c:pt>
                <c:pt idx="297">
                  <c:v>44225</c:v>
                </c:pt>
                <c:pt idx="298">
                  <c:v>44218</c:v>
                </c:pt>
                <c:pt idx="299">
                  <c:v>44211</c:v>
                </c:pt>
                <c:pt idx="300">
                  <c:v>44204</c:v>
                </c:pt>
                <c:pt idx="301">
                  <c:v>44195</c:v>
                </c:pt>
                <c:pt idx="302">
                  <c:v>44189</c:v>
                </c:pt>
                <c:pt idx="303">
                  <c:v>44183</c:v>
                </c:pt>
                <c:pt idx="304">
                  <c:v>44176</c:v>
                </c:pt>
                <c:pt idx="305">
                  <c:v>44169</c:v>
                </c:pt>
                <c:pt idx="306">
                  <c:v>44162</c:v>
                </c:pt>
                <c:pt idx="307">
                  <c:v>44155</c:v>
                </c:pt>
                <c:pt idx="308">
                  <c:v>44148</c:v>
                </c:pt>
                <c:pt idx="309">
                  <c:v>44141</c:v>
                </c:pt>
                <c:pt idx="310">
                  <c:v>44134</c:v>
                </c:pt>
                <c:pt idx="311">
                  <c:v>44127</c:v>
                </c:pt>
                <c:pt idx="312">
                  <c:v>44120</c:v>
                </c:pt>
                <c:pt idx="313">
                  <c:v>44112</c:v>
                </c:pt>
                <c:pt idx="314">
                  <c:v>44103</c:v>
                </c:pt>
                <c:pt idx="315">
                  <c:v>44099</c:v>
                </c:pt>
                <c:pt idx="316">
                  <c:v>44092</c:v>
                </c:pt>
                <c:pt idx="317">
                  <c:v>44085</c:v>
                </c:pt>
                <c:pt idx="318">
                  <c:v>44078</c:v>
                </c:pt>
                <c:pt idx="319">
                  <c:v>44071</c:v>
                </c:pt>
                <c:pt idx="320">
                  <c:v>44064</c:v>
                </c:pt>
                <c:pt idx="321">
                  <c:v>44057</c:v>
                </c:pt>
                <c:pt idx="322">
                  <c:v>44050</c:v>
                </c:pt>
                <c:pt idx="323">
                  <c:v>44043</c:v>
                </c:pt>
                <c:pt idx="324">
                  <c:v>44036</c:v>
                </c:pt>
                <c:pt idx="325">
                  <c:v>44029</c:v>
                </c:pt>
                <c:pt idx="326">
                  <c:v>44022</c:v>
                </c:pt>
                <c:pt idx="327">
                  <c:v>44015</c:v>
                </c:pt>
                <c:pt idx="328">
                  <c:v>44008</c:v>
                </c:pt>
                <c:pt idx="329">
                  <c:v>44001</c:v>
                </c:pt>
                <c:pt idx="330">
                  <c:v>43994</c:v>
                </c:pt>
                <c:pt idx="331">
                  <c:v>43987</c:v>
                </c:pt>
                <c:pt idx="332">
                  <c:v>43980</c:v>
                </c:pt>
                <c:pt idx="333">
                  <c:v>43973</c:v>
                </c:pt>
                <c:pt idx="334">
                  <c:v>43966</c:v>
                </c:pt>
                <c:pt idx="335">
                  <c:v>43959</c:v>
                </c:pt>
                <c:pt idx="336">
                  <c:v>43950</c:v>
                </c:pt>
                <c:pt idx="337">
                  <c:v>43945</c:v>
                </c:pt>
                <c:pt idx="338">
                  <c:v>43938</c:v>
                </c:pt>
                <c:pt idx="339">
                  <c:v>43931</c:v>
                </c:pt>
                <c:pt idx="340">
                  <c:v>43924</c:v>
                </c:pt>
                <c:pt idx="341">
                  <c:v>43917</c:v>
                </c:pt>
                <c:pt idx="342">
                  <c:v>43910</c:v>
                </c:pt>
                <c:pt idx="343">
                  <c:v>43903</c:v>
                </c:pt>
                <c:pt idx="344">
                  <c:v>43896</c:v>
                </c:pt>
                <c:pt idx="345">
                  <c:v>43889</c:v>
                </c:pt>
                <c:pt idx="346">
                  <c:v>43882</c:v>
                </c:pt>
                <c:pt idx="347">
                  <c:v>43875</c:v>
                </c:pt>
                <c:pt idx="348">
                  <c:v>43868</c:v>
                </c:pt>
                <c:pt idx="349">
                  <c:v>43861</c:v>
                </c:pt>
                <c:pt idx="350">
                  <c:v>43853</c:v>
                </c:pt>
                <c:pt idx="351">
                  <c:v>43847</c:v>
                </c:pt>
                <c:pt idx="352">
                  <c:v>43840</c:v>
                </c:pt>
                <c:pt idx="353">
                  <c:v>43833</c:v>
                </c:pt>
                <c:pt idx="354">
                  <c:v>43826</c:v>
                </c:pt>
                <c:pt idx="355">
                  <c:v>43819</c:v>
                </c:pt>
                <c:pt idx="356">
                  <c:v>43812</c:v>
                </c:pt>
                <c:pt idx="357">
                  <c:v>43805</c:v>
                </c:pt>
                <c:pt idx="358">
                  <c:v>43798</c:v>
                </c:pt>
                <c:pt idx="359">
                  <c:v>43791</c:v>
                </c:pt>
                <c:pt idx="360">
                  <c:v>43784</c:v>
                </c:pt>
                <c:pt idx="361">
                  <c:v>43777</c:v>
                </c:pt>
                <c:pt idx="362">
                  <c:v>43770</c:v>
                </c:pt>
                <c:pt idx="363">
                  <c:v>43763</c:v>
                </c:pt>
                <c:pt idx="364">
                  <c:v>43756</c:v>
                </c:pt>
                <c:pt idx="365">
                  <c:v>43749</c:v>
                </c:pt>
                <c:pt idx="366">
                  <c:v>43742</c:v>
                </c:pt>
                <c:pt idx="367">
                  <c:v>43735</c:v>
                </c:pt>
                <c:pt idx="368">
                  <c:v>43728</c:v>
                </c:pt>
                <c:pt idx="369">
                  <c:v>43719</c:v>
                </c:pt>
                <c:pt idx="370">
                  <c:v>43714</c:v>
                </c:pt>
                <c:pt idx="371">
                  <c:v>43707</c:v>
                </c:pt>
                <c:pt idx="372">
                  <c:v>43700</c:v>
                </c:pt>
                <c:pt idx="373">
                  <c:v>43693</c:v>
                </c:pt>
                <c:pt idx="374">
                  <c:v>43686</c:v>
                </c:pt>
                <c:pt idx="375">
                  <c:v>43679</c:v>
                </c:pt>
                <c:pt idx="376">
                  <c:v>43672</c:v>
                </c:pt>
                <c:pt idx="377">
                  <c:v>43665</c:v>
                </c:pt>
                <c:pt idx="378">
                  <c:v>43658</c:v>
                </c:pt>
                <c:pt idx="379">
                  <c:v>43651</c:v>
                </c:pt>
                <c:pt idx="380">
                  <c:v>43644</c:v>
                </c:pt>
                <c:pt idx="381">
                  <c:v>43637</c:v>
                </c:pt>
                <c:pt idx="382">
                  <c:v>43630</c:v>
                </c:pt>
                <c:pt idx="383">
                  <c:v>43623</c:v>
                </c:pt>
                <c:pt idx="384">
                  <c:v>43616</c:v>
                </c:pt>
                <c:pt idx="385">
                  <c:v>43609</c:v>
                </c:pt>
                <c:pt idx="386">
                  <c:v>43602</c:v>
                </c:pt>
                <c:pt idx="387">
                  <c:v>43595</c:v>
                </c:pt>
                <c:pt idx="388">
                  <c:v>43588</c:v>
                </c:pt>
                <c:pt idx="389">
                  <c:v>43581</c:v>
                </c:pt>
                <c:pt idx="390">
                  <c:v>43574</c:v>
                </c:pt>
                <c:pt idx="391">
                  <c:v>43567</c:v>
                </c:pt>
                <c:pt idx="392">
                  <c:v>43560</c:v>
                </c:pt>
                <c:pt idx="393">
                  <c:v>43553</c:v>
                </c:pt>
                <c:pt idx="394">
                  <c:v>43546</c:v>
                </c:pt>
                <c:pt idx="395">
                  <c:v>43539</c:v>
                </c:pt>
                <c:pt idx="396">
                  <c:v>43532</c:v>
                </c:pt>
                <c:pt idx="397">
                  <c:v>43524</c:v>
                </c:pt>
                <c:pt idx="398">
                  <c:v>43518</c:v>
                </c:pt>
                <c:pt idx="399">
                  <c:v>43511</c:v>
                </c:pt>
                <c:pt idx="400">
                  <c:v>43504</c:v>
                </c:pt>
                <c:pt idx="401">
                  <c:v>43497</c:v>
                </c:pt>
                <c:pt idx="402">
                  <c:v>43490</c:v>
                </c:pt>
                <c:pt idx="403">
                  <c:v>43483</c:v>
                </c:pt>
                <c:pt idx="404">
                  <c:v>43476</c:v>
                </c:pt>
                <c:pt idx="405">
                  <c:v>43469</c:v>
                </c:pt>
                <c:pt idx="406">
                  <c:v>43462</c:v>
                </c:pt>
                <c:pt idx="407">
                  <c:v>43455</c:v>
                </c:pt>
                <c:pt idx="408">
                  <c:v>43448</c:v>
                </c:pt>
                <c:pt idx="409">
                  <c:v>43441</c:v>
                </c:pt>
                <c:pt idx="410">
                  <c:v>43434</c:v>
                </c:pt>
                <c:pt idx="411">
                  <c:v>43427</c:v>
                </c:pt>
                <c:pt idx="412">
                  <c:v>43420</c:v>
                </c:pt>
                <c:pt idx="413">
                  <c:v>43413</c:v>
                </c:pt>
                <c:pt idx="414">
                  <c:v>43406</c:v>
                </c:pt>
                <c:pt idx="415">
                  <c:v>43399</c:v>
                </c:pt>
                <c:pt idx="416">
                  <c:v>43392</c:v>
                </c:pt>
                <c:pt idx="417">
                  <c:v>43385</c:v>
                </c:pt>
                <c:pt idx="418">
                  <c:v>43378</c:v>
                </c:pt>
                <c:pt idx="419">
                  <c:v>43371</c:v>
                </c:pt>
                <c:pt idx="420">
                  <c:v>43364</c:v>
                </c:pt>
                <c:pt idx="421">
                  <c:v>43357</c:v>
                </c:pt>
                <c:pt idx="422">
                  <c:v>43350</c:v>
                </c:pt>
                <c:pt idx="423">
                  <c:v>43343</c:v>
                </c:pt>
                <c:pt idx="424">
                  <c:v>43336</c:v>
                </c:pt>
                <c:pt idx="425">
                  <c:v>43329</c:v>
                </c:pt>
                <c:pt idx="426">
                  <c:v>43322</c:v>
                </c:pt>
                <c:pt idx="427">
                  <c:v>43315</c:v>
                </c:pt>
                <c:pt idx="428">
                  <c:v>43308</c:v>
                </c:pt>
                <c:pt idx="429">
                  <c:v>43301</c:v>
                </c:pt>
                <c:pt idx="430">
                  <c:v>43294</c:v>
                </c:pt>
                <c:pt idx="431">
                  <c:v>43287</c:v>
                </c:pt>
                <c:pt idx="432">
                  <c:v>43280</c:v>
                </c:pt>
                <c:pt idx="433">
                  <c:v>43273</c:v>
                </c:pt>
                <c:pt idx="434">
                  <c:v>43266</c:v>
                </c:pt>
                <c:pt idx="435">
                  <c:v>43259</c:v>
                </c:pt>
                <c:pt idx="436">
                  <c:v>43252</c:v>
                </c:pt>
                <c:pt idx="437">
                  <c:v>43245</c:v>
                </c:pt>
                <c:pt idx="438">
                  <c:v>43238</c:v>
                </c:pt>
                <c:pt idx="439">
                  <c:v>43231</c:v>
                </c:pt>
                <c:pt idx="440">
                  <c:v>43224</c:v>
                </c:pt>
                <c:pt idx="441">
                  <c:v>43217</c:v>
                </c:pt>
                <c:pt idx="442">
                  <c:v>43210</c:v>
                </c:pt>
                <c:pt idx="443">
                  <c:v>43203</c:v>
                </c:pt>
                <c:pt idx="444">
                  <c:v>43196</c:v>
                </c:pt>
                <c:pt idx="445">
                  <c:v>43189</c:v>
                </c:pt>
                <c:pt idx="446">
                  <c:v>43182</c:v>
                </c:pt>
                <c:pt idx="447">
                  <c:v>43175</c:v>
                </c:pt>
                <c:pt idx="448">
                  <c:v>43168</c:v>
                </c:pt>
                <c:pt idx="449">
                  <c:v>43161</c:v>
                </c:pt>
                <c:pt idx="450">
                  <c:v>43154</c:v>
                </c:pt>
                <c:pt idx="451">
                  <c:v>43145</c:v>
                </c:pt>
                <c:pt idx="452">
                  <c:v>43140</c:v>
                </c:pt>
                <c:pt idx="453">
                  <c:v>43133</c:v>
                </c:pt>
                <c:pt idx="454">
                  <c:v>43126</c:v>
                </c:pt>
                <c:pt idx="455">
                  <c:v>43119</c:v>
                </c:pt>
                <c:pt idx="456">
                  <c:v>43112</c:v>
                </c:pt>
                <c:pt idx="457">
                  <c:v>43105</c:v>
                </c:pt>
                <c:pt idx="458">
                  <c:v>43097</c:v>
                </c:pt>
                <c:pt idx="459">
                  <c:v>43091</c:v>
                </c:pt>
                <c:pt idx="460">
                  <c:v>43084</c:v>
                </c:pt>
                <c:pt idx="461">
                  <c:v>43077</c:v>
                </c:pt>
                <c:pt idx="462">
                  <c:v>43070</c:v>
                </c:pt>
                <c:pt idx="463">
                  <c:v>43063</c:v>
                </c:pt>
                <c:pt idx="464">
                  <c:v>43056</c:v>
                </c:pt>
                <c:pt idx="465">
                  <c:v>43049</c:v>
                </c:pt>
                <c:pt idx="466">
                  <c:v>43042</c:v>
                </c:pt>
                <c:pt idx="467">
                  <c:v>43035</c:v>
                </c:pt>
                <c:pt idx="468">
                  <c:v>43028</c:v>
                </c:pt>
                <c:pt idx="469">
                  <c:v>43021</c:v>
                </c:pt>
                <c:pt idx="470">
                  <c:v>43007</c:v>
                </c:pt>
                <c:pt idx="471">
                  <c:v>43000</c:v>
                </c:pt>
                <c:pt idx="472">
                  <c:v>42993</c:v>
                </c:pt>
                <c:pt idx="473">
                  <c:v>42986</c:v>
                </c:pt>
                <c:pt idx="474">
                  <c:v>42979</c:v>
                </c:pt>
                <c:pt idx="475">
                  <c:v>42972</c:v>
                </c:pt>
                <c:pt idx="476">
                  <c:v>42965</c:v>
                </c:pt>
                <c:pt idx="477">
                  <c:v>42958</c:v>
                </c:pt>
                <c:pt idx="478">
                  <c:v>42951</c:v>
                </c:pt>
                <c:pt idx="479">
                  <c:v>42944</c:v>
                </c:pt>
                <c:pt idx="480">
                  <c:v>42937</c:v>
                </c:pt>
                <c:pt idx="481">
                  <c:v>42930</c:v>
                </c:pt>
                <c:pt idx="482">
                  <c:v>42923</c:v>
                </c:pt>
                <c:pt idx="483">
                  <c:v>42916</c:v>
                </c:pt>
                <c:pt idx="484">
                  <c:v>42909</c:v>
                </c:pt>
                <c:pt idx="485">
                  <c:v>42902</c:v>
                </c:pt>
                <c:pt idx="486">
                  <c:v>42895</c:v>
                </c:pt>
                <c:pt idx="487">
                  <c:v>42888</c:v>
                </c:pt>
                <c:pt idx="488">
                  <c:v>42881</c:v>
                </c:pt>
                <c:pt idx="489">
                  <c:v>42874</c:v>
                </c:pt>
                <c:pt idx="490">
                  <c:v>42867</c:v>
                </c:pt>
                <c:pt idx="491">
                  <c:v>42859</c:v>
                </c:pt>
                <c:pt idx="492">
                  <c:v>42853</c:v>
                </c:pt>
                <c:pt idx="493">
                  <c:v>42846</c:v>
                </c:pt>
                <c:pt idx="494">
                  <c:v>42839</c:v>
                </c:pt>
                <c:pt idx="495">
                  <c:v>42832</c:v>
                </c:pt>
                <c:pt idx="496">
                  <c:v>42825</c:v>
                </c:pt>
                <c:pt idx="497">
                  <c:v>42818</c:v>
                </c:pt>
                <c:pt idx="498">
                  <c:v>42811</c:v>
                </c:pt>
                <c:pt idx="499">
                  <c:v>42804</c:v>
                </c:pt>
                <c:pt idx="500">
                  <c:v>42797</c:v>
                </c:pt>
                <c:pt idx="501">
                  <c:v>42790</c:v>
                </c:pt>
                <c:pt idx="502">
                  <c:v>42783</c:v>
                </c:pt>
                <c:pt idx="503">
                  <c:v>42776</c:v>
                </c:pt>
                <c:pt idx="504">
                  <c:v>42769</c:v>
                </c:pt>
                <c:pt idx="505">
                  <c:v>42761</c:v>
                </c:pt>
                <c:pt idx="506">
                  <c:v>42755</c:v>
                </c:pt>
                <c:pt idx="507">
                  <c:v>42748</c:v>
                </c:pt>
                <c:pt idx="508">
                  <c:v>42741</c:v>
                </c:pt>
                <c:pt idx="509">
                  <c:v>42733</c:v>
                </c:pt>
                <c:pt idx="510">
                  <c:v>42727</c:v>
                </c:pt>
                <c:pt idx="511">
                  <c:v>42720</c:v>
                </c:pt>
                <c:pt idx="512">
                  <c:v>42713</c:v>
                </c:pt>
                <c:pt idx="513">
                  <c:v>42706</c:v>
                </c:pt>
                <c:pt idx="514">
                  <c:v>42699</c:v>
                </c:pt>
                <c:pt idx="515">
                  <c:v>42692</c:v>
                </c:pt>
                <c:pt idx="516">
                  <c:v>42685</c:v>
                </c:pt>
                <c:pt idx="517">
                  <c:v>42678</c:v>
                </c:pt>
                <c:pt idx="518">
                  <c:v>42671</c:v>
                </c:pt>
                <c:pt idx="519">
                  <c:v>42664</c:v>
                </c:pt>
                <c:pt idx="520">
                  <c:v>42657</c:v>
                </c:pt>
                <c:pt idx="521">
                  <c:v>42650</c:v>
                </c:pt>
                <c:pt idx="522">
                  <c:v>42643</c:v>
                </c:pt>
                <c:pt idx="523">
                  <c:v>42636</c:v>
                </c:pt>
                <c:pt idx="524">
                  <c:v>42626</c:v>
                </c:pt>
                <c:pt idx="525">
                  <c:v>42622</c:v>
                </c:pt>
                <c:pt idx="526">
                  <c:v>42615</c:v>
                </c:pt>
                <c:pt idx="527">
                  <c:v>42608</c:v>
                </c:pt>
                <c:pt idx="528">
                  <c:v>42601</c:v>
                </c:pt>
                <c:pt idx="529">
                  <c:v>42594</c:v>
                </c:pt>
                <c:pt idx="530">
                  <c:v>42587</c:v>
                </c:pt>
                <c:pt idx="531">
                  <c:v>42580</c:v>
                </c:pt>
                <c:pt idx="532">
                  <c:v>42573</c:v>
                </c:pt>
                <c:pt idx="533">
                  <c:v>42566</c:v>
                </c:pt>
                <c:pt idx="534">
                  <c:v>42559</c:v>
                </c:pt>
                <c:pt idx="535">
                  <c:v>42552</c:v>
                </c:pt>
                <c:pt idx="536">
                  <c:v>42545</c:v>
                </c:pt>
                <c:pt idx="537">
                  <c:v>42538</c:v>
                </c:pt>
                <c:pt idx="538">
                  <c:v>42531</c:v>
                </c:pt>
                <c:pt idx="539">
                  <c:v>42524</c:v>
                </c:pt>
                <c:pt idx="540">
                  <c:v>42517</c:v>
                </c:pt>
                <c:pt idx="541">
                  <c:v>42510</c:v>
                </c:pt>
                <c:pt idx="542">
                  <c:v>42503</c:v>
                </c:pt>
                <c:pt idx="543">
                  <c:v>42494</c:v>
                </c:pt>
                <c:pt idx="544">
                  <c:v>42489</c:v>
                </c:pt>
                <c:pt idx="545">
                  <c:v>42482</c:v>
                </c:pt>
                <c:pt idx="546">
                  <c:v>42475</c:v>
                </c:pt>
                <c:pt idx="547">
                  <c:v>42468</c:v>
                </c:pt>
                <c:pt idx="548">
                  <c:v>42461</c:v>
                </c:pt>
                <c:pt idx="549">
                  <c:v>42454</c:v>
                </c:pt>
                <c:pt idx="550">
                  <c:v>42447</c:v>
                </c:pt>
                <c:pt idx="551">
                  <c:v>42440</c:v>
                </c:pt>
                <c:pt idx="552">
                  <c:v>42433</c:v>
                </c:pt>
                <c:pt idx="553">
                  <c:v>42426</c:v>
                </c:pt>
                <c:pt idx="554">
                  <c:v>42419</c:v>
                </c:pt>
                <c:pt idx="555">
                  <c:v>42412</c:v>
                </c:pt>
                <c:pt idx="556">
                  <c:v>42405</c:v>
                </c:pt>
                <c:pt idx="557">
                  <c:v>42398</c:v>
                </c:pt>
                <c:pt idx="558">
                  <c:v>42391</c:v>
                </c:pt>
                <c:pt idx="559">
                  <c:v>42384</c:v>
                </c:pt>
                <c:pt idx="560">
                  <c:v>42377</c:v>
                </c:pt>
                <c:pt idx="561">
                  <c:v>42368</c:v>
                </c:pt>
                <c:pt idx="562">
                  <c:v>42362</c:v>
                </c:pt>
                <c:pt idx="563">
                  <c:v>42356</c:v>
                </c:pt>
                <c:pt idx="564">
                  <c:v>42349</c:v>
                </c:pt>
                <c:pt idx="565">
                  <c:v>42342</c:v>
                </c:pt>
                <c:pt idx="566">
                  <c:v>42335</c:v>
                </c:pt>
                <c:pt idx="567">
                  <c:v>42328</c:v>
                </c:pt>
                <c:pt idx="568">
                  <c:v>42321</c:v>
                </c:pt>
                <c:pt idx="569">
                  <c:v>42314</c:v>
                </c:pt>
                <c:pt idx="570">
                  <c:v>42307</c:v>
                </c:pt>
                <c:pt idx="571">
                  <c:v>42300</c:v>
                </c:pt>
                <c:pt idx="572">
                  <c:v>42293</c:v>
                </c:pt>
                <c:pt idx="573">
                  <c:v>42285</c:v>
                </c:pt>
                <c:pt idx="574">
                  <c:v>42279</c:v>
                </c:pt>
                <c:pt idx="575">
                  <c:v>42272</c:v>
                </c:pt>
                <c:pt idx="576">
                  <c:v>42265</c:v>
                </c:pt>
                <c:pt idx="577">
                  <c:v>42258</c:v>
                </c:pt>
                <c:pt idx="578">
                  <c:v>42251</c:v>
                </c:pt>
                <c:pt idx="579">
                  <c:v>42244</c:v>
                </c:pt>
                <c:pt idx="580">
                  <c:v>42237</c:v>
                </c:pt>
                <c:pt idx="581">
                  <c:v>42229</c:v>
                </c:pt>
                <c:pt idx="582">
                  <c:v>42223</c:v>
                </c:pt>
                <c:pt idx="583">
                  <c:v>42216</c:v>
                </c:pt>
                <c:pt idx="584">
                  <c:v>42209</c:v>
                </c:pt>
                <c:pt idx="585">
                  <c:v>42202</c:v>
                </c:pt>
                <c:pt idx="586">
                  <c:v>42195</c:v>
                </c:pt>
                <c:pt idx="587">
                  <c:v>42188</c:v>
                </c:pt>
                <c:pt idx="588">
                  <c:v>42181</c:v>
                </c:pt>
                <c:pt idx="589">
                  <c:v>42174</c:v>
                </c:pt>
                <c:pt idx="590">
                  <c:v>42167</c:v>
                </c:pt>
                <c:pt idx="591">
                  <c:v>42160</c:v>
                </c:pt>
                <c:pt idx="592">
                  <c:v>42153</c:v>
                </c:pt>
                <c:pt idx="593">
                  <c:v>42146</c:v>
                </c:pt>
                <c:pt idx="594">
                  <c:v>42139</c:v>
                </c:pt>
                <c:pt idx="595">
                  <c:v>42132</c:v>
                </c:pt>
                <c:pt idx="596">
                  <c:v>42124</c:v>
                </c:pt>
                <c:pt idx="597">
                  <c:v>42118</c:v>
                </c:pt>
                <c:pt idx="598">
                  <c:v>42111</c:v>
                </c:pt>
                <c:pt idx="599">
                  <c:v>42104</c:v>
                </c:pt>
                <c:pt idx="600">
                  <c:v>42097</c:v>
                </c:pt>
                <c:pt idx="601">
                  <c:v>42090</c:v>
                </c:pt>
                <c:pt idx="602">
                  <c:v>42083</c:v>
                </c:pt>
                <c:pt idx="603">
                  <c:v>42076</c:v>
                </c:pt>
                <c:pt idx="604">
                  <c:v>42069</c:v>
                </c:pt>
                <c:pt idx="605">
                  <c:v>42062</c:v>
                </c:pt>
                <c:pt idx="606">
                  <c:v>42052</c:v>
                </c:pt>
                <c:pt idx="607">
                  <c:v>42048</c:v>
                </c:pt>
                <c:pt idx="608">
                  <c:v>42041</c:v>
                </c:pt>
                <c:pt idx="609">
                  <c:v>42034</c:v>
                </c:pt>
                <c:pt idx="610">
                  <c:v>42027</c:v>
                </c:pt>
                <c:pt idx="611">
                  <c:v>42020</c:v>
                </c:pt>
                <c:pt idx="612">
                  <c:v>42013</c:v>
                </c:pt>
                <c:pt idx="613">
                  <c:v>42006</c:v>
                </c:pt>
                <c:pt idx="614">
                  <c:v>41999</c:v>
                </c:pt>
                <c:pt idx="615">
                  <c:v>41992</c:v>
                </c:pt>
                <c:pt idx="616">
                  <c:v>41985</c:v>
                </c:pt>
                <c:pt idx="617">
                  <c:v>41978</c:v>
                </c:pt>
                <c:pt idx="618">
                  <c:v>41971</c:v>
                </c:pt>
                <c:pt idx="619">
                  <c:v>41964</c:v>
                </c:pt>
                <c:pt idx="620">
                  <c:v>41957</c:v>
                </c:pt>
                <c:pt idx="621">
                  <c:v>41950</c:v>
                </c:pt>
                <c:pt idx="622">
                  <c:v>41943</c:v>
                </c:pt>
                <c:pt idx="623">
                  <c:v>41936</c:v>
                </c:pt>
                <c:pt idx="624">
                  <c:v>41929</c:v>
                </c:pt>
                <c:pt idx="625">
                  <c:v>41922</c:v>
                </c:pt>
                <c:pt idx="626">
                  <c:v>41914</c:v>
                </c:pt>
                <c:pt idx="627">
                  <c:v>41908</c:v>
                </c:pt>
                <c:pt idx="628">
                  <c:v>41901</c:v>
                </c:pt>
                <c:pt idx="629">
                  <c:v>41894</c:v>
                </c:pt>
                <c:pt idx="630">
                  <c:v>41887</c:v>
                </c:pt>
                <c:pt idx="631">
                  <c:v>41880</c:v>
                </c:pt>
                <c:pt idx="632">
                  <c:v>41873</c:v>
                </c:pt>
                <c:pt idx="633">
                  <c:v>41865</c:v>
                </c:pt>
                <c:pt idx="634">
                  <c:v>41859</c:v>
                </c:pt>
                <c:pt idx="635">
                  <c:v>41852</c:v>
                </c:pt>
                <c:pt idx="636">
                  <c:v>41845</c:v>
                </c:pt>
                <c:pt idx="637">
                  <c:v>41838</c:v>
                </c:pt>
                <c:pt idx="638">
                  <c:v>41831</c:v>
                </c:pt>
                <c:pt idx="639">
                  <c:v>41824</c:v>
                </c:pt>
                <c:pt idx="640">
                  <c:v>41817</c:v>
                </c:pt>
                <c:pt idx="641">
                  <c:v>41810</c:v>
                </c:pt>
                <c:pt idx="642">
                  <c:v>41803</c:v>
                </c:pt>
                <c:pt idx="643">
                  <c:v>41795</c:v>
                </c:pt>
                <c:pt idx="644">
                  <c:v>41789</c:v>
                </c:pt>
                <c:pt idx="645">
                  <c:v>41782</c:v>
                </c:pt>
                <c:pt idx="646">
                  <c:v>41775</c:v>
                </c:pt>
                <c:pt idx="647">
                  <c:v>41768</c:v>
                </c:pt>
                <c:pt idx="648">
                  <c:v>41761</c:v>
                </c:pt>
                <c:pt idx="649">
                  <c:v>41754</c:v>
                </c:pt>
                <c:pt idx="650">
                  <c:v>41747</c:v>
                </c:pt>
                <c:pt idx="651">
                  <c:v>41740</c:v>
                </c:pt>
                <c:pt idx="652">
                  <c:v>41733</c:v>
                </c:pt>
                <c:pt idx="653">
                  <c:v>41726</c:v>
                </c:pt>
                <c:pt idx="654">
                  <c:v>41719</c:v>
                </c:pt>
                <c:pt idx="655">
                  <c:v>41712</c:v>
                </c:pt>
                <c:pt idx="656">
                  <c:v>41705</c:v>
                </c:pt>
                <c:pt idx="657">
                  <c:v>41698</c:v>
                </c:pt>
                <c:pt idx="658">
                  <c:v>41691</c:v>
                </c:pt>
                <c:pt idx="659">
                  <c:v>41684</c:v>
                </c:pt>
                <c:pt idx="660">
                  <c:v>41677</c:v>
                </c:pt>
                <c:pt idx="661">
                  <c:v>41668</c:v>
                </c:pt>
                <c:pt idx="662">
                  <c:v>41663</c:v>
                </c:pt>
                <c:pt idx="663">
                  <c:v>41656</c:v>
                </c:pt>
                <c:pt idx="664">
                  <c:v>41649</c:v>
                </c:pt>
                <c:pt idx="665">
                  <c:v>41642</c:v>
                </c:pt>
                <c:pt idx="666">
                  <c:v>41635</c:v>
                </c:pt>
                <c:pt idx="667">
                  <c:v>41628</c:v>
                </c:pt>
                <c:pt idx="668">
                  <c:v>41621</c:v>
                </c:pt>
                <c:pt idx="669">
                  <c:v>41614</c:v>
                </c:pt>
                <c:pt idx="670">
                  <c:v>41607</c:v>
                </c:pt>
                <c:pt idx="671">
                  <c:v>41600</c:v>
                </c:pt>
                <c:pt idx="672">
                  <c:v>41593</c:v>
                </c:pt>
                <c:pt idx="673">
                  <c:v>41586</c:v>
                </c:pt>
                <c:pt idx="674">
                  <c:v>41579</c:v>
                </c:pt>
                <c:pt idx="675">
                  <c:v>41572</c:v>
                </c:pt>
                <c:pt idx="676">
                  <c:v>41565</c:v>
                </c:pt>
                <c:pt idx="677">
                  <c:v>41558</c:v>
                </c:pt>
                <c:pt idx="678">
                  <c:v>41551</c:v>
                </c:pt>
                <c:pt idx="679">
                  <c:v>41544</c:v>
                </c:pt>
                <c:pt idx="680">
                  <c:v>41534</c:v>
                </c:pt>
                <c:pt idx="681">
                  <c:v>41530</c:v>
                </c:pt>
                <c:pt idx="682">
                  <c:v>41523</c:v>
                </c:pt>
                <c:pt idx="683">
                  <c:v>41516</c:v>
                </c:pt>
                <c:pt idx="684">
                  <c:v>41509</c:v>
                </c:pt>
                <c:pt idx="685">
                  <c:v>41502</c:v>
                </c:pt>
                <c:pt idx="686">
                  <c:v>41495</c:v>
                </c:pt>
                <c:pt idx="687">
                  <c:v>41488</c:v>
                </c:pt>
                <c:pt idx="688">
                  <c:v>41481</c:v>
                </c:pt>
                <c:pt idx="689">
                  <c:v>41474</c:v>
                </c:pt>
                <c:pt idx="690">
                  <c:v>41467</c:v>
                </c:pt>
                <c:pt idx="691">
                  <c:v>41460</c:v>
                </c:pt>
                <c:pt idx="692">
                  <c:v>41453</c:v>
                </c:pt>
                <c:pt idx="693">
                  <c:v>41446</c:v>
                </c:pt>
                <c:pt idx="694">
                  <c:v>41439</c:v>
                </c:pt>
                <c:pt idx="695">
                  <c:v>41432</c:v>
                </c:pt>
                <c:pt idx="696">
                  <c:v>41425</c:v>
                </c:pt>
                <c:pt idx="697">
                  <c:v>41418</c:v>
                </c:pt>
                <c:pt idx="698">
                  <c:v>41410</c:v>
                </c:pt>
                <c:pt idx="699">
                  <c:v>41404</c:v>
                </c:pt>
                <c:pt idx="700">
                  <c:v>41397</c:v>
                </c:pt>
                <c:pt idx="701">
                  <c:v>41390</c:v>
                </c:pt>
                <c:pt idx="702">
                  <c:v>41383</c:v>
                </c:pt>
                <c:pt idx="703">
                  <c:v>41376</c:v>
                </c:pt>
                <c:pt idx="704">
                  <c:v>41369</c:v>
                </c:pt>
                <c:pt idx="705">
                  <c:v>41362</c:v>
                </c:pt>
                <c:pt idx="706">
                  <c:v>41355</c:v>
                </c:pt>
                <c:pt idx="707">
                  <c:v>41348</c:v>
                </c:pt>
                <c:pt idx="708">
                  <c:v>41341</c:v>
                </c:pt>
                <c:pt idx="709">
                  <c:v>41333</c:v>
                </c:pt>
                <c:pt idx="710">
                  <c:v>41327</c:v>
                </c:pt>
                <c:pt idx="711">
                  <c:v>41320</c:v>
                </c:pt>
                <c:pt idx="712">
                  <c:v>41313</c:v>
                </c:pt>
                <c:pt idx="713">
                  <c:v>41306</c:v>
                </c:pt>
                <c:pt idx="714">
                  <c:v>41299</c:v>
                </c:pt>
                <c:pt idx="715">
                  <c:v>41292</c:v>
                </c:pt>
                <c:pt idx="716">
                  <c:v>41285</c:v>
                </c:pt>
                <c:pt idx="717">
                  <c:v>41278</c:v>
                </c:pt>
                <c:pt idx="718">
                  <c:v>41271</c:v>
                </c:pt>
                <c:pt idx="719">
                  <c:v>41264</c:v>
                </c:pt>
                <c:pt idx="720">
                  <c:v>41257</c:v>
                </c:pt>
                <c:pt idx="721">
                  <c:v>41250</c:v>
                </c:pt>
                <c:pt idx="722">
                  <c:v>41243</c:v>
                </c:pt>
                <c:pt idx="723">
                  <c:v>41236</c:v>
                </c:pt>
                <c:pt idx="724">
                  <c:v>41229</c:v>
                </c:pt>
                <c:pt idx="725">
                  <c:v>41222</c:v>
                </c:pt>
                <c:pt idx="726">
                  <c:v>41215</c:v>
                </c:pt>
                <c:pt idx="727">
                  <c:v>41208</c:v>
                </c:pt>
                <c:pt idx="728">
                  <c:v>41201</c:v>
                </c:pt>
                <c:pt idx="729">
                  <c:v>41194</c:v>
                </c:pt>
                <c:pt idx="730">
                  <c:v>41187</c:v>
                </c:pt>
                <c:pt idx="731">
                  <c:v>41180</c:v>
                </c:pt>
                <c:pt idx="732">
                  <c:v>41173</c:v>
                </c:pt>
                <c:pt idx="733">
                  <c:v>41166</c:v>
                </c:pt>
                <c:pt idx="734">
                  <c:v>41159</c:v>
                </c:pt>
                <c:pt idx="735">
                  <c:v>41152</c:v>
                </c:pt>
                <c:pt idx="736">
                  <c:v>41145</c:v>
                </c:pt>
                <c:pt idx="737">
                  <c:v>41138</c:v>
                </c:pt>
                <c:pt idx="738">
                  <c:v>41131</c:v>
                </c:pt>
                <c:pt idx="739">
                  <c:v>41124</c:v>
                </c:pt>
                <c:pt idx="740">
                  <c:v>41117</c:v>
                </c:pt>
                <c:pt idx="741">
                  <c:v>41110</c:v>
                </c:pt>
                <c:pt idx="742">
                  <c:v>41103</c:v>
                </c:pt>
                <c:pt idx="743">
                  <c:v>41096</c:v>
                </c:pt>
                <c:pt idx="744">
                  <c:v>41089</c:v>
                </c:pt>
                <c:pt idx="745">
                  <c:v>41082</c:v>
                </c:pt>
                <c:pt idx="746">
                  <c:v>41075</c:v>
                </c:pt>
                <c:pt idx="747">
                  <c:v>41068</c:v>
                </c:pt>
                <c:pt idx="748">
                  <c:v>41061</c:v>
                </c:pt>
                <c:pt idx="749">
                  <c:v>41054</c:v>
                </c:pt>
                <c:pt idx="750">
                  <c:v>41047</c:v>
                </c:pt>
                <c:pt idx="751">
                  <c:v>41040</c:v>
                </c:pt>
                <c:pt idx="752">
                  <c:v>41033</c:v>
                </c:pt>
                <c:pt idx="753">
                  <c:v>41026</c:v>
                </c:pt>
                <c:pt idx="754">
                  <c:v>41019</c:v>
                </c:pt>
                <c:pt idx="755">
                  <c:v>41012</c:v>
                </c:pt>
                <c:pt idx="756">
                  <c:v>41005</c:v>
                </c:pt>
                <c:pt idx="757">
                  <c:v>40998</c:v>
                </c:pt>
                <c:pt idx="758">
                  <c:v>40991</c:v>
                </c:pt>
                <c:pt idx="759">
                  <c:v>40984</c:v>
                </c:pt>
                <c:pt idx="760">
                  <c:v>40977</c:v>
                </c:pt>
                <c:pt idx="761">
                  <c:v>40970</c:v>
                </c:pt>
                <c:pt idx="762">
                  <c:v>40963</c:v>
                </c:pt>
                <c:pt idx="763">
                  <c:v>40956</c:v>
                </c:pt>
                <c:pt idx="764">
                  <c:v>40949</c:v>
                </c:pt>
                <c:pt idx="765">
                  <c:v>40942</c:v>
                </c:pt>
                <c:pt idx="766">
                  <c:v>40935</c:v>
                </c:pt>
                <c:pt idx="767">
                  <c:v>40928</c:v>
                </c:pt>
                <c:pt idx="768">
                  <c:v>40921</c:v>
                </c:pt>
                <c:pt idx="769">
                  <c:v>40914</c:v>
                </c:pt>
                <c:pt idx="770">
                  <c:v>40906</c:v>
                </c:pt>
                <c:pt idx="771">
                  <c:v>40900</c:v>
                </c:pt>
                <c:pt idx="772">
                  <c:v>40893</c:v>
                </c:pt>
                <c:pt idx="773">
                  <c:v>40886</c:v>
                </c:pt>
                <c:pt idx="774">
                  <c:v>40879</c:v>
                </c:pt>
                <c:pt idx="775">
                  <c:v>40872</c:v>
                </c:pt>
                <c:pt idx="776">
                  <c:v>40865</c:v>
                </c:pt>
                <c:pt idx="777">
                  <c:v>40858</c:v>
                </c:pt>
                <c:pt idx="778">
                  <c:v>40851</c:v>
                </c:pt>
                <c:pt idx="779">
                  <c:v>40844</c:v>
                </c:pt>
                <c:pt idx="780">
                  <c:v>40837</c:v>
                </c:pt>
                <c:pt idx="781">
                  <c:v>40830</c:v>
                </c:pt>
                <c:pt idx="782">
                  <c:v>40823</c:v>
                </c:pt>
                <c:pt idx="783">
                  <c:v>40816</c:v>
                </c:pt>
                <c:pt idx="784">
                  <c:v>40809</c:v>
                </c:pt>
                <c:pt idx="785">
                  <c:v>40802</c:v>
                </c:pt>
                <c:pt idx="786">
                  <c:v>40795</c:v>
                </c:pt>
                <c:pt idx="787">
                  <c:v>40788</c:v>
                </c:pt>
                <c:pt idx="788">
                  <c:v>40781</c:v>
                </c:pt>
                <c:pt idx="789">
                  <c:v>40774</c:v>
                </c:pt>
                <c:pt idx="790">
                  <c:v>40767</c:v>
                </c:pt>
                <c:pt idx="791">
                  <c:v>40760</c:v>
                </c:pt>
                <c:pt idx="792">
                  <c:v>40753</c:v>
                </c:pt>
                <c:pt idx="793">
                  <c:v>40746</c:v>
                </c:pt>
                <c:pt idx="794">
                  <c:v>40739</c:v>
                </c:pt>
                <c:pt idx="795">
                  <c:v>40732</c:v>
                </c:pt>
                <c:pt idx="796">
                  <c:v>40725</c:v>
                </c:pt>
                <c:pt idx="797">
                  <c:v>40718</c:v>
                </c:pt>
                <c:pt idx="798">
                  <c:v>40711</c:v>
                </c:pt>
                <c:pt idx="799">
                  <c:v>40704</c:v>
                </c:pt>
                <c:pt idx="800">
                  <c:v>40697</c:v>
                </c:pt>
                <c:pt idx="801">
                  <c:v>40690</c:v>
                </c:pt>
                <c:pt idx="802">
                  <c:v>40683</c:v>
                </c:pt>
                <c:pt idx="803">
                  <c:v>40676</c:v>
                </c:pt>
                <c:pt idx="804">
                  <c:v>40669</c:v>
                </c:pt>
                <c:pt idx="805">
                  <c:v>40662</c:v>
                </c:pt>
                <c:pt idx="806">
                  <c:v>40655</c:v>
                </c:pt>
                <c:pt idx="807">
                  <c:v>40648</c:v>
                </c:pt>
                <c:pt idx="808">
                  <c:v>40641</c:v>
                </c:pt>
                <c:pt idx="809">
                  <c:v>40634</c:v>
                </c:pt>
                <c:pt idx="810">
                  <c:v>40627</c:v>
                </c:pt>
                <c:pt idx="811">
                  <c:v>40620</c:v>
                </c:pt>
                <c:pt idx="812">
                  <c:v>40613</c:v>
                </c:pt>
                <c:pt idx="813">
                  <c:v>40606</c:v>
                </c:pt>
                <c:pt idx="814">
                  <c:v>40599</c:v>
                </c:pt>
                <c:pt idx="815">
                  <c:v>40592</c:v>
                </c:pt>
                <c:pt idx="816">
                  <c:v>40585</c:v>
                </c:pt>
                <c:pt idx="817">
                  <c:v>40575</c:v>
                </c:pt>
                <c:pt idx="818">
                  <c:v>40571</c:v>
                </c:pt>
                <c:pt idx="819">
                  <c:v>40564</c:v>
                </c:pt>
                <c:pt idx="820">
                  <c:v>40557</c:v>
                </c:pt>
                <c:pt idx="821">
                  <c:v>40550</c:v>
                </c:pt>
                <c:pt idx="822">
                  <c:v>40542</c:v>
                </c:pt>
                <c:pt idx="823">
                  <c:v>40536</c:v>
                </c:pt>
                <c:pt idx="824">
                  <c:v>40529</c:v>
                </c:pt>
                <c:pt idx="825">
                  <c:v>40522</c:v>
                </c:pt>
                <c:pt idx="826">
                  <c:v>40515</c:v>
                </c:pt>
                <c:pt idx="827">
                  <c:v>40508</c:v>
                </c:pt>
                <c:pt idx="828">
                  <c:v>40501</c:v>
                </c:pt>
                <c:pt idx="829">
                  <c:v>40494</c:v>
                </c:pt>
                <c:pt idx="830">
                  <c:v>40487</c:v>
                </c:pt>
                <c:pt idx="831">
                  <c:v>40480</c:v>
                </c:pt>
                <c:pt idx="832">
                  <c:v>40473</c:v>
                </c:pt>
                <c:pt idx="833">
                  <c:v>40466</c:v>
                </c:pt>
                <c:pt idx="834">
                  <c:v>40459</c:v>
                </c:pt>
                <c:pt idx="835">
                  <c:v>40452</c:v>
                </c:pt>
                <c:pt idx="836">
                  <c:v>40445</c:v>
                </c:pt>
                <c:pt idx="837">
                  <c:v>40438</c:v>
                </c:pt>
                <c:pt idx="838">
                  <c:v>40431</c:v>
                </c:pt>
                <c:pt idx="839">
                  <c:v>40424</c:v>
                </c:pt>
                <c:pt idx="840">
                  <c:v>40417</c:v>
                </c:pt>
                <c:pt idx="841">
                  <c:v>40410</c:v>
                </c:pt>
                <c:pt idx="842">
                  <c:v>40403</c:v>
                </c:pt>
                <c:pt idx="843">
                  <c:v>40396</c:v>
                </c:pt>
                <c:pt idx="844">
                  <c:v>40389</c:v>
                </c:pt>
                <c:pt idx="845">
                  <c:v>40382</c:v>
                </c:pt>
                <c:pt idx="846">
                  <c:v>40375</c:v>
                </c:pt>
                <c:pt idx="847">
                  <c:v>40368</c:v>
                </c:pt>
                <c:pt idx="848">
                  <c:v>40361</c:v>
                </c:pt>
                <c:pt idx="849">
                  <c:v>40354</c:v>
                </c:pt>
                <c:pt idx="850">
                  <c:v>40347</c:v>
                </c:pt>
                <c:pt idx="851">
                  <c:v>40340</c:v>
                </c:pt>
                <c:pt idx="852">
                  <c:v>40333</c:v>
                </c:pt>
                <c:pt idx="853">
                  <c:v>40326</c:v>
                </c:pt>
                <c:pt idx="854">
                  <c:v>40318</c:v>
                </c:pt>
                <c:pt idx="855">
                  <c:v>40312</c:v>
                </c:pt>
                <c:pt idx="856">
                  <c:v>40305</c:v>
                </c:pt>
                <c:pt idx="857">
                  <c:v>40298</c:v>
                </c:pt>
                <c:pt idx="858">
                  <c:v>40291</c:v>
                </c:pt>
                <c:pt idx="859">
                  <c:v>40284</c:v>
                </c:pt>
                <c:pt idx="860">
                  <c:v>40277</c:v>
                </c:pt>
                <c:pt idx="861">
                  <c:v>40270</c:v>
                </c:pt>
                <c:pt idx="862">
                  <c:v>40263</c:v>
                </c:pt>
                <c:pt idx="863">
                  <c:v>40256</c:v>
                </c:pt>
                <c:pt idx="864">
                  <c:v>40249</c:v>
                </c:pt>
                <c:pt idx="865">
                  <c:v>40242</c:v>
                </c:pt>
                <c:pt idx="866">
                  <c:v>40235</c:v>
                </c:pt>
                <c:pt idx="867">
                  <c:v>40228</c:v>
                </c:pt>
                <c:pt idx="868">
                  <c:v>40221</c:v>
                </c:pt>
                <c:pt idx="869">
                  <c:v>40214</c:v>
                </c:pt>
                <c:pt idx="870">
                  <c:v>40207</c:v>
                </c:pt>
                <c:pt idx="871">
                  <c:v>40200</c:v>
                </c:pt>
                <c:pt idx="872">
                  <c:v>40193</c:v>
                </c:pt>
                <c:pt idx="873">
                  <c:v>40186</c:v>
                </c:pt>
                <c:pt idx="874">
                  <c:v>40177</c:v>
                </c:pt>
                <c:pt idx="875">
                  <c:v>40171</c:v>
                </c:pt>
                <c:pt idx="876">
                  <c:v>40165</c:v>
                </c:pt>
                <c:pt idx="877">
                  <c:v>40158</c:v>
                </c:pt>
                <c:pt idx="878">
                  <c:v>40151</c:v>
                </c:pt>
                <c:pt idx="879">
                  <c:v>40144</c:v>
                </c:pt>
                <c:pt idx="880">
                  <c:v>40137</c:v>
                </c:pt>
                <c:pt idx="881">
                  <c:v>40130</c:v>
                </c:pt>
                <c:pt idx="882">
                  <c:v>40123</c:v>
                </c:pt>
                <c:pt idx="883">
                  <c:v>40116</c:v>
                </c:pt>
                <c:pt idx="884">
                  <c:v>40109</c:v>
                </c:pt>
                <c:pt idx="885">
                  <c:v>40102</c:v>
                </c:pt>
                <c:pt idx="886">
                  <c:v>40095</c:v>
                </c:pt>
                <c:pt idx="887">
                  <c:v>40087</c:v>
                </c:pt>
                <c:pt idx="888">
                  <c:v>40081</c:v>
                </c:pt>
                <c:pt idx="889">
                  <c:v>40074</c:v>
                </c:pt>
                <c:pt idx="890">
                  <c:v>40067</c:v>
                </c:pt>
                <c:pt idx="891">
                  <c:v>40060</c:v>
                </c:pt>
                <c:pt idx="892">
                  <c:v>40053</c:v>
                </c:pt>
                <c:pt idx="893">
                  <c:v>40046</c:v>
                </c:pt>
                <c:pt idx="894">
                  <c:v>40039</c:v>
                </c:pt>
                <c:pt idx="895">
                  <c:v>40032</c:v>
                </c:pt>
                <c:pt idx="896">
                  <c:v>40025</c:v>
                </c:pt>
                <c:pt idx="897">
                  <c:v>40018</c:v>
                </c:pt>
                <c:pt idx="898">
                  <c:v>40011</c:v>
                </c:pt>
                <c:pt idx="899">
                  <c:v>40004</c:v>
                </c:pt>
                <c:pt idx="900">
                  <c:v>39997</c:v>
                </c:pt>
                <c:pt idx="901">
                  <c:v>39990</c:v>
                </c:pt>
                <c:pt idx="902">
                  <c:v>39983</c:v>
                </c:pt>
                <c:pt idx="903">
                  <c:v>39976</c:v>
                </c:pt>
                <c:pt idx="904">
                  <c:v>39969</c:v>
                </c:pt>
                <c:pt idx="905">
                  <c:v>39962</c:v>
                </c:pt>
                <c:pt idx="906">
                  <c:v>39955</c:v>
                </c:pt>
                <c:pt idx="907">
                  <c:v>39948</c:v>
                </c:pt>
                <c:pt idx="908">
                  <c:v>39941</c:v>
                </c:pt>
                <c:pt idx="909">
                  <c:v>39933</c:v>
                </c:pt>
                <c:pt idx="910">
                  <c:v>39927</c:v>
                </c:pt>
                <c:pt idx="911">
                  <c:v>39920</c:v>
                </c:pt>
                <c:pt idx="912">
                  <c:v>39913</c:v>
                </c:pt>
                <c:pt idx="913">
                  <c:v>39906</c:v>
                </c:pt>
                <c:pt idx="914">
                  <c:v>39899</c:v>
                </c:pt>
                <c:pt idx="915">
                  <c:v>39892</c:v>
                </c:pt>
                <c:pt idx="916">
                  <c:v>39885</c:v>
                </c:pt>
                <c:pt idx="917">
                  <c:v>39878</c:v>
                </c:pt>
                <c:pt idx="918">
                  <c:v>39871</c:v>
                </c:pt>
                <c:pt idx="919">
                  <c:v>39864</c:v>
                </c:pt>
                <c:pt idx="920">
                  <c:v>39857</c:v>
                </c:pt>
                <c:pt idx="921">
                  <c:v>39850</c:v>
                </c:pt>
                <c:pt idx="922">
                  <c:v>39843</c:v>
                </c:pt>
                <c:pt idx="923">
                  <c:v>39836</c:v>
                </c:pt>
                <c:pt idx="924">
                  <c:v>39829</c:v>
                </c:pt>
                <c:pt idx="925">
                  <c:v>39822</c:v>
                </c:pt>
                <c:pt idx="926">
                  <c:v>39815</c:v>
                </c:pt>
                <c:pt idx="927">
                  <c:v>39808</c:v>
                </c:pt>
                <c:pt idx="928">
                  <c:v>39801</c:v>
                </c:pt>
                <c:pt idx="929">
                  <c:v>39794</c:v>
                </c:pt>
                <c:pt idx="930">
                  <c:v>39787</c:v>
                </c:pt>
                <c:pt idx="931">
                  <c:v>39780</c:v>
                </c:pt>
                <c:pt idx="932">
                  <c:v>39773</c:v>
                </c:pt>
                <c:pt idx="933">
                  <c:v>39766</c:v>
                </c:pt>
                <c:pt idx="934">
                  <c:v>39759</c:v>
                </c:pt>
                <c:pt idx="935">
                  <c:v>39752</c:v>
                </c:pt>
                <c:pt idx="936">
                  <c:v>39745</c:v>
                </c:pt>
                <c:pt idx="937">
                  <c:v>39738</c:v>
                </c:pt>
                <c:pt idx="938">
                  <c:v>39731</c:v>
                </c:pt>
                <c:pt idx="939">
                  <c:v>39723</c:v>
                </c:pt>
                <c:pt idx="940">
                  <c:v>39717</c:v>
                </c:pt>
                <c:pt idx="941">
                  <c:v>39710</c:v>
                </c:pt>
                <c:pt idx="942">
                  <c:v>39703</c:v>
                </c:pt>
                <c:pt idx="943">
                  <c:v>39696</c:v>
                </c:pt>
                <c:pt idx="944">
                  <c:v>39689</c:v>
                </c:pt>
                <c:pt idx="945">
                  <c:v>39682</c:v>
                </c:pt>
                <c:pt idx="946">
                  <c:v>39674</c:v>
                </c:pt>
                <c:pt idx="947">
                  <c:v>39668</c:v>
                </c:pt>
                <c:pt idx="948">
                  <c:v>39661</c:v>
                </c:pt>
                <c:pt idx="949">
                  <c:v>39654</c:v>
                </c:pt>
                <c:pt idx="950">
                  <c:v>39647</c:v>
                </c:pt>
                <c:pt idx="951">
                  <c:v>39640</c:v>
                </c:pt>
                <c:pt idx="952">
                  <c:v>39633</c:v>
                </c:pt>
                <c:pt idx="953">
                  <c:v>39626</c:v>
                </c:pt>
                <c:pt idx="954">
                  <c:v>39619</c:v>
                </c:pt>
                <c:pt idx="955">
                  <c:v>39612</c:v>
                </c:pt>
                <c:pt idx="956">
                  <c:v>39604</c:v>
                </c:pt>
                <c:pt idx="957">
                  <c:v>39598</c:v>
                </c:pt>
                <c:pt idx="958">
                  <c:v>39591</c:v>
                </c:pt>
                <c:pt idx="959">
                  <c:v>39584</c:v>
                </c:pt>
                <c:pt idx="960">
                  <c:v>39577</c:v>
                </c:pt>
                <c:pt idx="961">
                  <c:v>39570</c:v>
                </c:pt>
                <c:pt idx="962">
                  <c:v>39563</c:v>
                </c:pt>
                <c:pt idx="963">
                  <c:v>39556</c:v>
                </c:pt>
                <c:pt idx="964">
                  <c:v>39549</c:v>
                </c:pt>
                <c:pt idx="965">
                  <c:v>39542</c:v>
                </c:pt>
                <c:pt idx="966">
                  <c:v>39535</c:v>
                </c:pt>
                <c:pt idx="967">
                  <c:v>39528</c:v>
                </c:pt>
                <c:pt idx="968">
                  <c:v>39521</c:v>
                </c:pt>
                <c:pt idx="969">
                  <c:v>39514</c:v>
                </c:pt>
                <c:pt idx="970">
                  <c:v>39507</c:v>
                </c:pt>
                <c:pt idx="971">
                  <c:v>39500</c:v>
                </c:pt>
                <c:pt idx="972">
                  <c:v>39493</c:v>
                </c:pt>
                <c:pt idx="973">
                  <c:v>39483</c:v>
                </c:pt>
                <c:pt idx="974">
                  <c:v>39479</c:v>
                </c:pt>
                <c:pt idx="975">
                  <c:v>39472</c:v>
                </c:pt>
                <c:pt idx="976">
                  <c:v>39465</c:v>
                </c:pt>
                <c:pt idx="977">
                  <c:v>39458</c:v>
                </c:pt>
                <c:pt idx="978">
                  <c:v>39451</c:v>
                </c:pt>
                <c:pt idx="979">
                  <c:v>39444</c:v>
                </c:pt>
                <c:pt idx="980">
                  <c:v>39437</c:v>
                </c:pt>
                <c:pt idx="981">
                  <c:v>39430</c:v>
                </c:pt>
                <c:pt idx="982">
                  <c:v>39423</c:v>
                </c:pt>
                <c:pt idx="983">
                  <c:v>39416</c:v>
                </c:pt>
                <c:pt idx="984">
                  <c:v>39409</c:v>
                </c:pt>
                <c:pt idx="985">
                  <c:v>39402</c:v>
                </c:pt>
              </c:numCache>
            </c:numRef>
          </c:cat>
          <c:val>
            <c:numRef>
              <c:f>data!$X$15:$X$1000</c:f>
              <c:numCache>
                <c:formatCode>_-* #,##0.0_-;\-* #,##0.0_-;_-* "-"_-;_-@_-</c:formatCode>
                <c:ptCount val="986"/>
                <c:pt idx="0">
                  <c:v>4818.8581818181819</c:v>
                </c:pt>
                <c:pt idx="1">
                  <c:v>#N/A</c:v>
                </c:pt>
                <c:pt idx="2">
                  <c:v>4827.8999999999996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4240.9462184873946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3750.9448275862064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3754.2545454545452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3564.2631578947376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3560.318446601942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3410.64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3435.3857142857141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3419.0709677419359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3357.384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3295.9560000000001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3354.0378947368426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3323.6898876404498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3273.548936170213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3195.9483870967738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3194.8571428571427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3116.3710843373492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3053.6774193548381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2978.16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3162.1061946902655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3049.014634146341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3048.7753846153846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2966.839024390244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2998.4034782608696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2940.4926315789476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2910.8863636363635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2944.68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2971.9685393258428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2928.4714285714285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2840.8266666666664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2792.1782608695653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2815.2275862068968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2729.7902912621362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2658.434285714286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2620.5535714285711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2667.5567567567564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2612.1490909090903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2517.6736842105261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2445.5433962264146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2456.3151515151517</c:v>
                </c:pt>
                <c:pt idx="510">
                  <c:v>#N/A</c:v>
                </c:pt>
                <c:pt idx="511">
                  <c:v>#N/A</c:v>
                </c:pt>
                <c:pt idx="512">
                  <c:v>#N/A</c:v>
                </c:pt>
                <c:pt idx="513">
                  <c:v>#N/A</c:v>
                </c:pt>
                <c:pt idx="514">
                  <c:v>#N/A</c:v>
                </c:pt>
                <c:pt idx="515">
                  <c:v>#N/A</c:v>
                </c:pt>
                <c:pt idx="516">
                  <c:v>#N/A</c:v>
                </c:pt>
                <c:pt idx="517">
                  <c:v>#N/A</c:v>
                </c:pt>
                <c:pt idx="518">
                  <c:v>#N/A</c:v>
                </c:pt>
                <c:pt idx="519">
                  <c:v>#N/A</c:v>
                </c:pt>
                <c:pt idx="520">
                  <c:v>#N/A</c:v>
                </c:pt>
                <c:pt idx="521">
                  <c:v>#N/A</c:v>
                </c:pt>
                <c:pt idx="522">
                  <c:v>2428.0752475247527</c:v>
                </c:pt>
                <c:pt idx="523">
                  <c:v>#N/A</c:v>
                </c:pt>
                <c:pt idx="524">
                  <c:v>#N/A</c:v>
                </c:pt>
                <c:pt idx="525">
                  <c:v>#N/A</c:v>
                </c:pt>
                <c:pt idx="526">
                  <c:v>#N/A</c:v>
                </c:pt>
                <c:pt idx="527">
                  <c:v>#N/A</c:v>
                </c:pt>
                <c:pt idx="528">
                  <c:v>#N/A</c:v>
                </c:pt>
                <c:pt idx="529">
                  <c:v>#N/A</c:v>
                </c:pt>
                <c:pt idx="530">
                  <c:v>#N/A</c:v>
                </c:pt>
                <c:pt idx="531">
                  <c:v>#N/A</c:v>
                </c:pt>
                <c:pt idx="532">
                  <c:v>#N/A</c:v>
                </c:pt>
                <c:pt idx="533">
                  <c:v>#N/A</c:v>
                </c:pt>
                <c:pt idx="534">
                  <c:v>#N/A</c:v>
                </c:pt>
                <c:pt idx="535">
                  <c:v>#N/A</c:v>
                </c:pt>
                <c:pt idx="536">
                  <c:v>2381.7402061855669</c:v>
                </c:pt>
                <c:pt idx="537">
                  <c:v>#N/A</c:v>
                </c:pt>
                <c:pt idx="538">
                  <c:v>#N/A</c:v>
                </c:pt>
                <c:pt idx="539">
                  <c:v>#N/A</c:v>
                </c:pt>
                <c:pt idx="540">
                  <c:v>#N/A</c:v>
                </c:pt>
                <c:pt idx="541">
                  <c:v>#N/A</c:v>
                </c:pt>
                <c:pt idx="542">
                  <c:v>#N/A</c:v>
                </c:pt>
                <c:pt idx="543">
                  <c:v>#N/A</c:v>
                </c:pt>
                <c:pt idx="544">
                  <c:v>#N/A</c:v>
                </c:pt>
                <c:pt idx="545">
                  <c:v>#N/A</c:v>
                </c:pt>
                <c:pt idx="546">
                  <c:v>#N/A</c:v>
                </c:pt>
                <c:pt idx="547">
                  <c:v>#N/A</c:v>
                </c:pt>
                <c:pt idx="548">
                  <c:v>#N/A</c:v>
                </c:pt>
                <c:pt idx="549">
                  <c:v>2380.5719999999997</c:v>
                </c:pt>
                <c:pt idx="550">
                  <c:v>#N/A</c:v>
                </c:pt>
                <c:pt idx="551">
                  <c:v>#N/A</c:v>
                </c:pt>
                <c:pt idx="552">
                  <c:v>#N/A</c:v>
                </c:pt>
                <c:pt idx="553">
                  <c:v>#N/A</c:v>
                </c:pt>
                <c:pt idx="554">
                  <c:v>#N/A</c:v>
                </c:pt>
                <c:pt idx="555">
                  <c:v>#N/A</c:v>
                </c:pt>
                <c:pt idx="556">
                  <c:v>#N/A</c:v>
                </c:pt>
                <c:pt idx="557">
                  <c:v>#N/A</c:v>
                </c:pt>
                <c:pt idx="558">
                  <c:v>#N/A</c:v>
                </c:pt>
                <c:pt idx="559">
                  <c:v>#N/A</c:v>
                </c:pt>
                <c:pt idx="560">
                  <c:v>#N/A</c:v>
                </c:pt>
                <c:pt idx="561">
                  <c:v>2377.3454545454542</c:v>
                </c:pt>
                <c:pt idx="562">
                  <c:v>#N/A</c:v>
                </c:pt>
                <c:pt idx="563">
                  <c:v>#N/A</c:v>
                </c:pt>
                <c:pt idx="564">
                  <c:v>#N/A</c:v>
                </c:pt>
                <c:pt idx="565">
                  <c:v>#N/A</c:v>
                </c:pt>
                <c:pt idx="566">
                  <c:v>#N/A</c:v>
                </c:pt>
                <c:pt idx="567">
                  <c:v>#N/A</c:v>
                </c:pt>
                <c:pt idx="568">
                  <c:v>#N/A</c:v>
                </c:pt>
                <c:pt idx="569">
                  <c:v>#N/A</c:v>
                </c:pt>
                <c:pt idx="570">
                  <c:v>#N/A</c:v>
                </c:pt>
                <c:pt idx="571">
                  <c:v>#N/A</c:v>
                </c:pt>
                <c:pt idx="572">
                  <c:v>#N/A</c:v>
                </c:pt>
                <c:pt idx="573">
                  <c:v>#N/A</c:v>
                </c:pt>
                <c:pt idx="574">
                  <c:v>#N/A</c:v>
                </c:pt>
                <c:pt idx="575">
                  <c:v>2285.705882352941</c:v>
                </c:pt>
                <c:pt idx="576">
                  <c:v>#N/A</c:v>
                </c:pt>
                <c:pt idx="577">
                  <c:v>#N/A</c:v>
                </c:pt>
                <c:pt idx="578">
                  <c:v>#N/A</c:v>
                </c:pt>
                <c:pt idx="579">
                  <c:v>#N/A</c:v>
                </c:pt>
                <c:pt idx="580">
                  <c:v>#N/A</c:v>
                </c:pt>
                <c:pt idx="581">
                  <c:v>#N/A</c:v>
                </c:pt>
                <c:pt idx="582">
                  <c:v>#N/A</c:v>
                </c:pt>
                <c:pt idx="583">
                  <c:v>#N/A</c:v>
                </c:pt>
                <c:pt idx="584">
                  <c:v>#N/A</c:v>
                </c:pt>
                <c:pt idx="585">
                  <c:v>#N/A</c:v>
                </c:pt>
                <c:pt idx="586">
                  <c:v>#N/A</c:v>
                </c:pt>
                <c:pt idx="587">
                  <c:v>#N/A</c:v>
                </c:pt>
                <c:pt idx="588">
                  <c:v>2301.2036697247709</c:v>
                </c:pt>
                <c:pt idx="589">
                  <c:v>#N/A</c:v>
                </c:pt>
                <c:pt idx="590">
                  <c:v>#N/A</c:v>
                </c:pt>
                <c:pt idx="591">
                  <c:v>#N/A</c:v>
                </c:pt>
                <c:pt idx="592">
                  <c:v>#N/A</c:v>
                </c:pt>
                <c:pt idx="593">
                  <c:v>#N/A</c:v>
                </c:pt>
                <c:pt idx="594">
                  <c:v>#N/A</c:v>
                </c:pt>
                <c:pt idx="595">
                  <c:v>#N/A</c:v>
                </c:pt>
                <c:pt idx="596">
                  <c:v>#N/A</c:v>
                </c:pt>
                <c:pt idx="597">
                  <c:v>#N/A</c:v>
                </c:pt>
                <c:pt idx="598">
                  <c:v>#N/A</c:v>
                </c:pt>
                <c:pt idx="599">
                  <c:v>#N/A</c:v>
                </c:pt>
                <c:pt idx="600">
                  <c:v>#N/A</c:v>
                </c:pt>
                <c:pt idx="601">
                  <c:v>2223.6330275229352</c:v>
                </c:pt>
                <c:pt idx="602">
                  <c:v>#N/A</c:v>
                </c:pt>
                <c:pt idx="603">
                  <c:v>#N/A</c:v>
                </c:pt>
                <c:pt idx="604">
                  <c:v>#N/A</c:v>
                </c:pt>
                <c:pt idx="605">
                  <c:v>#N/A</c:v>
                </c:pt>
                <c:pt idx="606">
                  <c:v>#N/A</c:v>
                </c:pt>
                <c:pt idx="607">
                  <c:v>#N/A</c:v>
                </c:pt>
                <c:pt idx="608">
                  <c:v>#N/A</c:v>
                </c:pt>
                <c:pt idx="609">
                  <c:v>#N/A</c:v>
                </c:pt>
                <c:pt idx="610">
                  <c:v>#N/A</c:v>
                </c:pt>
                <c:pt idx="611">
                  <c:v>#N/A</c:v>
                </c:pt>
                <c:pt idx="612">
                  <c:v>#N/A</c:v>
                </c:pt>
                <c:pt idx="613">
                  <c:v>#N/A</c:v>
                </c:pt>
                <c:pt idx="614">
                  <c:v>2226.4685714285711</c:v>
                </c:pt>
                <c:pt idx="615">
                  <c:v>#N/A</c:v>
                </c:pt>
                <c:pt idx="616">
                  <c:v>#N/A</c:v>
                </c:pt>
                <c:pt idx="617">
                  <c:v>#N/A</c:v>
                </c:pt>
                <c:pt idx="618">
                  <c:v>#N/A</c:v>
                </c:pt>
                <c:pt idx="619">
                  <c:v>#N/A</c:v>
                </c:pt>
                <c:pt idx="620">
                  <c:v>#N/A</c:v>
                </c:pt>
                <c:pt idx="621">
                  <c:v>#N/A</c:v>
                </c:pt>
                <c:pt idx="622">
                  <c:v>#N/A</c:v>
                </c:pt>
                <c:pt idx="623">
                  <c:v>#N/A</c:v>
                </c:pt>
                <c:pt idx="624">
                  <c:v>#N/A</c:v>
                </c:pt>
                <c:pt idx="625">
                  <c:v>#N/A</c:v>
                </c:pt>
                <c:pt idx="626">
                  <c:v>#N/A</c:v>
                </c:pt>
                <c:pt idx="627">
                  <c:v>2257.3777777777773</c:v>
                </c:pt>
                <c:pt idx="628">
                  <c:v>#N/A</c:v>
                </c:pt>
                <c:pt idx="629">
                  <c:v>228.77983193277308</c:v>
                </c:pt>
                <c:pt idx="630">
                  <c:v>229.84037383177571</c:v>
                </c:pt>
                <c:pt idx="631">
                  <c:v>229.41293900184843</c:v>
                </c:pt>
                <c:pt idx="632">
                  <c:v>231.3064667291471</c:v>
                </c:pt>
                <c:pt idx="633">
                  <c:v>231.60561272217024</c:v>
                </c:pt>
                <c:pt idx="634">
                  <c:v>231.68441064638782</c:v>
                </c:pt>
                <c:pt idx="635">
                  <c:v>231.20074349442379</c:v>
                </c:pt>
                <c:pt idx="636">
                  <c:v>232.21883920076118</c:v>
                </c:pt>
                <c:pt idx="637">
                  <c:v>233.01</c:v>
                </c:pt>
                <c:pt idx="638">
                  <c:v>234.89055118110235</c:v>
                </c:pt>
                <c:pt idx="639">
                  <c:v>239.00812685827555</c:v>
                </c:pt>
                <c:pt idx="640">
                  <c:v>237.19801192842942</c:v>
                </c:pt>
                <c:pt idx="641">
                  <c:v>239.52170385395536</c:v>
                </c:pt>
                <c:pt idx="642">
                  <c:v>241.31515151515151</c:v>
                </c:pt>
                <c:pt idx="643">
                  <c:v>241.63229061553986</c:v>
                </c:pt>
                <c:pt idx="644">
                  <c:v>239.15604395604393</c:v>
                </c:pt>
                <c:pt idx="645">
                  <c:v>239.19011857707511</c:v>
                </c:pt>
                <c:pt idx="646">
                  <c:v>239.93326713008938</c:v>
                </c:pt>
                <c:pt idx="647">
                  <c:v>241.79814624098861</c:v>
                </c:pt>
                <c:pt idx="648">
                  <c:v>242.15530381050462</c:v>
                </c:pt>
                <c:pt idx="649">
                  <c:v>240.20223350253809</c:v>
                </c:pt>
                <c:pt idx="650">
                  <c:v>242.20906344410878</c:v>
                </c:pt>
                <c:pt idx="651">
                  <c:v>243.83804679552389</c:v>
                </c:pt>
                <c:pt idx="652">
                  <c:v>245.19095580678311</c:v>
                </c:pt>
                <c:pt idx="653">
                  <c:v>244.81977342945413</c:v>
                </c:pt>
                <c:pt idx="654">
                  <c:v>246.22778366914105</c:v>
                </c:pt>
                <c:pt idx="655">
                  <c:v>246.93247588424438</c:v>
                </c:pt>
                <c:pt idx="656">
                  <c:v>246.83500000000001</c:v>
                </c:pt>
                <c:pt idx="657">
                  <c:v>245.2</c:v>
                </c:pt>
                <c:pt idx="658">
                  <c:v>246.26792452830188</c:v>
                </c:pt>
                <c:pt idx="659">
                  <c:v>247.16942675159234</c:v>
                </c:pt>
                <c:pt idx="660">
                  <c:v>248.33153928955869</c:v>
                </c:pt>
                <c:pt idx="661">
                  <c:v>248.07028753993609</c:v>
                </c:pt>
                <c:pt idx="662">
                  <c:v>253.11652173913046</c:v>
                </c:pt>
                <c:pt idx="663">
                  <c:v>255.57239868565165</c:v>
                </c:pt>
                <c:pt idx="664">
                  <c:v>257.04397790055248</c:v>
                </c:pt>
                <c:pt idx="665">
                  <c:v>261.51937290033595</c:v>
                </c:pt>
                <c:pt idx="666">
                  <c:v>259.19482200647246</c:v>
                </c:pt>
                <c:pt idx="667">
                  <c:v>259.82751091703057</c:v>
                </c:pt>
                <c:pt idx="668">
                  <c:v>261.43085460599337</c:v>
                </c:pt>
                <c:pt idx="669">
                  <c:v>261.44026402640264</c:v>
                </c:pt>
                <c:pt idx="670">
                  <c:v>256.94701570680621</c:v>
                </c:pt>
                <c:pt idx="671">
                  <c:v>257.20897435897439</c:v>
                </c:pt>
                <c:pt idx="672">
                  <c:v>256.31182108626194</c:v>
                </c:pt>
                <c:pt idx="673">
                  <c:v>257.4966486486486</c:v>
                </c:pt>
                <c:pt idx="674">
                  <c:v>258.15443037974683</c:v>
                </c:pt>
                <c:pt idx="675">
                  <c:v>256.97557894736843</c:v>
                </c:pt>
                <c:pt idx="676">
                  <c:v>258.97791798107255</c:v>
                </c:pt>
                <c:pt idx="677">
                  <c:v>260.15845824411139</c:v>
                </c:pt>
                <c:pt idx="678">
                  <c:v>261.32780806979275</c:v>
                </c:pt>
                <c:pt idx="679">
                  <c:v>258.75241157556269</c:v>
                </c:pt>
                <c:pt idx="680">
                  <c:v>259.62200647249193</c:v>
                </c:pt>
                <c:pt idx="681">
                  <c:v>260.12869565217392</c:v>
                </c:pt>
                <c:pt idx="682">
                  <c:v>260.70799999999997</c:v>
                </c:pt>
                <c:pt idx="683">
                  <c:v>257.13370411568405</c:v>
                </c:pt>
                <c:pt idx="684">
                  <c:v>260.34709976798149</c:v>
                </c:pt>
                <c:pt idx="685">
                  <c:v>261.23945578231286</c:v>
                </c:pt>
                <c:pt idx="686">
                  <c:v>262.11986062717773</c:v>
                </c:pt>
                <c:pt idx="687">
                  <c:v>261.98138479001136</c:v>
                </c:pt>
                <c:pt idx="688">
                  <c:v>257.34814814814814</c:v>
                </c:pt>
                <c:pt idx="689">
                  <c:v>257.82916188289317</c:v>
                </c:pt>
                <c:pt idx="690">
                  <c:v>260.0203939745075</c:v>
                </c:pt>
                <c:pt idx="691">
                  <c:v>264.1022809123649</c:v>
                </c:pt>
                <c:pt idx="692">
                  <c:v>262.74782608695654</c:v>
                </c:pt>
                <c:pt idx="693">
                  <c:v>265.46067961165045</c:v>
                </c:pt>
                <c:pt idx="694">
                  <c:v>266.40282021151586</c:v>
                </c:pt>
                <c:pt idx="695">
                  <c:v>267.20138888888886</c:v>
                </c:pt>
                <c:pt idx="696">
                  <c:v>264.16501650165014</c:v>
                </c:pt>
                <c:pt idx="697">
                  <c:v>264.89261744966444</c:v>
                </c:pt>
                <c:pt idx="698">
                  <c:v>264.90800000000002</c:v>
                </c:pt>
                <c:pt idx="699">
                  <c:v>266.40410958904107</c:v>
                </c:pt>
                <c:pt idx="700">
                  <c:v>267.44353741496599</c:v>
                </c:pt>
                <c:pt idx="701">
                  <c:v>263.37155756207676</c:v>
                </c:pt>
                <c:pt idx="702">
                  <c:v>265.13325608342984</c:v>
                </c:pt>
                <c:pt idx="703">
                  <c:v>266.02258064516133</c:v>
                </c:pt>
                <c:pt idx="704">
                  <c:v>265.21513761467889</c:v>
                </c:pt>
                <c:pt idx="705">
                  <c:v>262.64934497816591</c:v>
                </c:pt>
                <c:pt idx="706">
                  <c:v>263.04296962879636</c:v>
                </c:pt>
                <c:pt idx="707">
                  <c:v>262.53303964757708</c:v>
                </c:pt>
                <c:pt idx="708">
                  <c:v>261.93819368879218</c:v>
                </c:pt>
                <c:pt idx="709">
                  <c:v>258.42592986184911</c:v>
                </c:pt>
                <c:pt idx="710">
                  <c:v>259.38629550321201</c:v>
                </c:pt>
                <c:pt idx="711">
                  <c:v>259.26019629225738</c:v>
                </c:pt>
                <c:pt idx="712">
                  <c:v>260.40934371523912</c:v>
                </c:pt>
                <c:pt idx="713">
                  <c:v>263.3798206278027</c:v>
                </c:pt>
                <c:pt idx="714">
                  <c:v>263.66004514672687</c:v>
                </c:pt>
                <c:pt idx="715">
                  <c:v>265.04666666666662</c:v>
                </c:pt>
                <c:pt idx="716">
                  <c:v>267.4111607142857</c:v>
                </c:pt>
                <c:pt idx="717">
                  <c:v>267.07168141592922</c:v>
                </c:pt>
                <c:pt idx="718">
                  <c:v>265.3887043189369</c:v>
                </c:pt>
                <c:pt idx="719">
                  <c:v>265.53117318435756</c:v>
                </c:pt>
                <c:pt idx="720">
                  <c:v>265.71009988901221</c:v>
                </c:pt>
                <c:pt idx="721">
                  <c:v>266.01812004530012</c:v>
                </c:pt>
                <c:pt idx="722">
                  <c:v>261.79232505643341</c:v>
                </c:pt>
                <c:pt idx="723">
                  <c:v>262.12525714285715</c:v>
                </c:pt>
                <c:pt idx="724">
                  <c:v>262.39670975323145</c:v>
                </c:pt>
                <c:pt idx="725">
                  <c:v>263.58615916955017</c:v>
                </c:pt>
                <c:pt idx="726">
                  <c:v>264.95558112773301</c:v>
                </c:pt>
                <c:pt idx="727">
                  <c:v>260.88689655172413</c:v>
                </c:pt>
                <c:pt idx="728">
                  <c:v>262.09078651685388</c:v>
                </c:pt>
                <c:pt idx="729">
                  <c:v>264.52816419612316</c:v>
                </c:pt>
                <c:pt idx="730">
                  <c:v>264.84557522123896</c:v>
                </c:pt>
                <c:pt idx="731">
                  <c:v>259.81041214750536</c:v>
                </c:pt>
                <c:pt idx="732">
                  <c:v>262.03315158124315</c:v>
                </c:pt>
                <c:pt idx="733">
                  <c:v>262.14319912948861</c:v>
                </c:pt>
                <c:pt idx="734">
                  <c:v>263.1245454545454</c:v>
                </c:pt>
                <c:pt idx="735">
                  <c:v>260.08464163822526</c:v>
                </c:pt>
                <c:pt idx="736">
                  <c:v>261.19863945578231</c:v>
                </c:pt>
                <c:pt idx="737">
                  <c:v>262.16026936026935</c:v>
                </c:pt>
                <c:pt idx="738">
                  <c:v>263.62076749435664</c:v>
                </c:pt>
                <c:pt idx="739">
                  <c:v>265.36076555023925</c:v>
                </c:pt>
                <c:pt idx="740">
                  <c:v>264.45686746987951</c:v>
                </c:pt>
                <c:pt idx="741">
                  <c:v>268.40687116564419</c:v>
                </c:pt>
                <c:pt idx="742">
                  <c:v>268.90828182941902</c:v>
                </c:pt>
                <c:pt idx="743">
                  <c:v>269.62998790810161</c:v>
                </c:pt>
                <c:pt idx="744">
                  <c:v>267.40528846153842</c:v>
                </c:pt>
                <c:pt idx="745">
                  <c:v>269.36427703523691</c:v>
                </c:pt>
                <c:pt idx="746">
                  <c:v>268.97370325693606</c:v>
                </c:pt>
                <c:pt idx="747">
                  <c:v>269.61664626682989</c:v>
                </c:pt>
                <c:pt idx="748">
                  <c:v>269.78088235294115</c:v>
                </c:pt>
                <c:pt idx="749">
                  <c:v>265.97861482381529</c:v>
                </c:pt>
                <c:pt idx="750">
                  <c:v>266.03880597014927</c:v>
                </c:pt>
                <c:pt idx="751">
                  <c:v>266.57659327925836</c:v>
                </c:pt>
                <c:pt idx="752">
                  <c:v>267.2989921612542</c:v>
                </c:pt>
                <c:pt idx="753">
                  <c:v>258.77947598253269</c:v>
                </c:pt>
                <c:pt idx="754">
                  <c:v>259.82236842105266</c:v>
                </c:pt>
                <c:pt idx="755">
                  <c:v>260.89740259740262</c:v>
                </c:pt>
                <c:pt idx="756">
                  <c:v>260.41026737967911</c:v>
                </c:pt>
                <c:pt idx="757">
                  <c:v>257.65970149253729</c:v>
                </c:pt>
                <c:pt idx="758">
                  <c:v>257.64788135593221</c:v>
                </c:pt>
                <c:pt idx="759">
                  <c:v>258.06849894291753</c:v>
                </c:pt>
                <c:pt idx="760">
                  <c:v>257.38150903294365</c:v>
                </c:pt>
                <c:pt idx="761">
                  <c:v>256.19685204617002</c:v>
                </c:pt>
                <c:pt idx="762">
                  <c:v>253.54267782426777</c:v>
                </c:pt>
                <c:pt idx="763">
                  <c:v>254.52452830188679</c:v>
                </c:pt>
                <c:pt idx="764">
                  <c:v>256.42572347266878</c:v>
                </c:pt>
                <c:pt idx="765">
                  <c:v>256.70368763557479</c:v>
                </c:pt>
                <c:pt idx="766">
                  <c:v>256.84052287581699</c:v>
                </c:pt>
                <c:pt idx="767">
                  <c:v>257.12835164835167</c:v>
                </c:pt>
                <c:pt idx="768">
                  <c:v>259.90946882217088</c:v>
                </c:pt>
                <c:pt idx="769">
                  <c:v>261.74769230769232</c:v>
                </c:pt>
                <c:pt idx="770">
                  <c:v>260.50986920332934</c:v>
                </c:pt>
                <c:pt idx="771">
                  <c:v>260.84563445867286</c:v>
                </c:pt>
                <c:pt idx="772">
                  <c:v>261.60568720379143</c:v>
                </c:pt>
                <c:pt idx="773">
                  <c:v>262.20279720279717</c:v>
                </c:pt>
                <c:pt idx="774">
                  <c:v>261.8733485193622</c:v>
                </c:pt>
                <c:pt idx="775">
                  <c:v>259.64433617539584</c:v>
                </c:pt>
                <c:pt idx="776">
                  <c:v>260.56717827626915</c:v>
                </c:pt>
                <c:pt idx="777">
                  <c:v>261.84309133489461</c:v>
                </c:pt>
                <c:pt idx="778">
                  <c:v>262.07157417893546</c:v>
                </c:pt>
                <c:pt idx="779">
                  <c:v>258.12441471571901</c:v>
                </c:pt>
                <c:pt idx="780">
                  <c:v>261.0717159763314</c:v>
                </c:pt>
                <c:pt idx="781">
                  <c:v>262.82577565632454</c:v>
                </c:pt>
                <c:pt idx="782">
                  <c:v>262.65223880597011</c:v>
                </c:pt>
                <c:pt idx="783">
                  <c:v>263.14498141263937</c:v>
                </c:pt>
                <c:pt idx="784">
                  <c:v>268.3699604743083</c:v>
                </c:pt>
                <c:pt idx="785">
                  <c:v>270.2717258261934</c:v>
                </c:pt>
                <c:pt idx="786">
                  <c:v>272.27984981226535</c:v>
                </c:pt>
                <c:pt idx="787">
                  <c:v>272.66423357664229</c:v>
                </c:pt>
                <c:pt idx="788">
                  <c:v>270.90609137055833</c:v>
                </c:pt>
                <c:pt idx="789">
                  <c:v>274.78425196850395</c:v>
                </c:pt>
                <c:pt idx="790">
                  <c:v>276.95907335907333</c:v>
                </c:pt>
                <c:pt idx="791">
                  <c:v>277.67857142857144</c:v>
                </c:pt>
                <c:pt idx="792">
                  <c:v>274.66223175965661</c:v>
                </c:pt>
                <c:pt idx="793">
                  <c:v>275.71174603174609</c:v>
                </c:pt>
                <c:pt idx="794">
                  <c:v>273.27388535031844</c:v>
                </c:pt>
                <c:pt idx="795">
                  <c:v>274.54564533053514</c:v>
                </c:pt>
                <c:pt idx="796">
                  <c:v>276.36923076923068</c:v>
                </c:pt>
                <c:pt idx="797">
                  <c:v>271.82795232936076</c:v>
                </c:pt>
                <c:pt idx="798">
                  <c:v>272.74228187919465</c:v>
                </c:pt>
                <c:pt idx="799">
                  <c:v>273.80200668896316</c:v>
                </c:pt>
                <c:pt idx="800">
                  <c:v>272.99935414424112</c:v>
                </c:pt>
                <c:pt idx="801">
                  <c:v>270.12733118971056</c:v>
                </c:pt>
                <c:pt idx="802">
                  <c:v>270.12793176972275</c:v>
                </c:pt>
                <c:pt idx="803">
                  <c:v>270.07388535031845</c:v>
                </c:pt>
                <c:pt idx="804">
                  <c:v>268.99164926931104</c:v>
                </c:pt>
                <c:pt idx="805">
                  <c:v>263.87482447342023</c:v>
                </c:pt>
                <c:pt idx="806">
                  <c:v>262.94955134596211</c:v>
                </c:pt>
                <c:pt idx="807">
                  <c:v>262.63803680981596</c:v>
                </c:pt>
                <c:pt idx="808">
                  <c:v>262.17289527720737</c:v>
                </c:pt>
                <c:pt idx="809">
                  <c:v>262.39298969072166</c:v>
                </c:pt>
                <c:pt idx="810">
                  <c:v>260.55475687103592</c:v>
                </c:pt>
                <c:pt idx="811">
                  <c:v>260.10459518599561</c:v>
                </c:pt>
                <c:pt idx="812">
                  <c:v>261.0286985539488</c:v>
                </c:pt>
                <c:pt idx="813">
                  <c:v>262.04967320261437</c:v>
                </c:pt>
                <c:pt idx="814">
                  <c:v>260.05695364238409</c:v>
                </c:pt>
                <c:pt idx="815">
                  <c:v>262.01388286334054</c:v>
                </c:pt>
                <c:pt idx="816">
                  <c:v>262.45884955752217</c:v>
                </c:pt>
                <c:pt idx="817">
                  <c:v>261.45488958990541</c:v>
                </c:pt>
                <c:pt idx="818">
                  <c:v>256.79634517766499</c:v>
                </c:pt>
                <c:pt idx="819">
                  <c:v>256.33684210526314</c:v>
                </c:pt>
                <c:pt idx="820">
                  <c:v>256.05303643724693</c:v>
                </c:pt>
                <c:pt idx="821">
                  <c:v>255.71399387129722</c:v>
                </c:pt>
                <c:pt idx="822">
                  <c:v>252.43076923076922</c:v>
                </c:pt>
                <c:pt idx="823">
                  <c:v>252.38549222797926</c:v>
                </c:pt>
                <c:pt idx="824">
                  <c:v>251.45398138572907</c:v>
                </c:pt>
                <c:pt idx="825">
                  <c:v>251.14520547945204</c:v>
                </c:pt>
                <c:pt idx="826">
                  <c:v>249.86297872340424</c:v>
                </c:pt>
                <c:pt idx="827">
                  <c:v>246.98701298701297</c:v>
                </c:pt>
                <c:pt idx="828">
                  <c:v>246.47111111111113</c:v>
                </c:pt>
                <c:pt idx="829">
                  <c:v>246.85419354838703</c:v>
                </c:pt>
                <c:pt idx="830">
                  <c:v>245.69714889123546</c:v>
                </c:pt>
                <c:pt idx="831">
                  <c:v>244.01079913606912</c:v>
                </c:pt>
                <c:pt idx="832">
                  <c:v>244.02700964630225</c:v>
                </c:pt>
                <c:pt idx="833">
                  <c:v>242.84553191489363</c:v>
                </c:pt>
                <c:pt idx="834">
                  <c:v>242.43706070287539</c:v>
                </c:pt>
                <c:pt idx="835">
                  <c:v>244.25986984815617</c:v>
                </c:pt>
                <c:pt idx="836">
                  <c:v>243.77557755775572</c:v>
                </c:pt>
                <c:pt idx="837">
                  <c:v>244.18930957683736</c:v>
                </c:pt>
                <c:pt idx="838">
                  <c:v>245.24897959183673</c:v>
                </c:pt>
                <c:pt idx="839">
                  <c:v>245.23811710677379</c:v>
                </c:pt>
                <c:pt idx="840">
                  <c:v>243.88625146886014</c:v>
                </c:pt>
                <c:pt idx="841">
                  <c:v>243.78123569794047</c:v>
                </c:pt>
                <c:pt idx="842">
                  <c:v>243.94505238649592</c:v>
                </c:pt>
                <c:pt idx="843">
                  <c:v>243.80364464692485</c:v>
                </c:pt>
                <c:pt idx="844">
                  <c:v>241.55560640732264</c:v>
                </c:pt>
                <c:pt idx="845">
                  <c:v>240.28154897494306</c:v>
                </c:pt>
                <c:pt idx="846">
                  <c:v>241.45138888888886</c:v>
                </c:pt>
                <c:pt idx="847">
                  <c:v>242.10913348946139</c:v>
                </c:pt>
                <c:pt idx="848">
                  <c:v>241.12788461538457</c:v>
                </c:pt>
                <c:pt idx="849">
                  <c:v>234.55457627118645</c:v>
                </c:pt>
                <c:pt idx="850">
                  <c:v>234.24629418472065</c:v>
                </c:pt>
                <c:pt idx="851">
                  <c:v>233.49686411149827</c:v>
                </c:pt>
                <c:pt idx="852">
                  <c:v>232.74545454545455</c:v>
                </c:pt>
                <c:pt idx="853">
                  <c:v>230.72701421800946</c:v>
                </c:pt>
                <c:pt idx="854">
                  <c:v>230.51812725090033</c:v>
                </c:pt>
                <c:pt idx="855">
                  <c:v>229.91593220338984</c:v>
                </c:pt>
                <c:pt idx="856">
                  <c:v>232.04225352112678</c:v>
                </c:pt>
                <c:pt idx="857">
                  <c:v>227.90316248636859</c:v>
                </c:pt>
                <c:pt idx="858">
                  <c:v>225.58831168831165</c:v>
                </c:pt>
                <c:pt idx="859">
                  <c:v>220.71983032873806</c:v>
                </c:pt>
                <c:pt idx="860">
                  <c:v>220.14510638297872</c:v>
                </c:pt>
                <c:pt idx="861">
                  <c:v>219.3200424178155</c:v>
                </c:pt>
                <c:pt idx="862">
                  <c:v>215.58349206349206</c:v>
                </c:pt>
                <c:pt idx="863">
                  <c:v>214.79108280254775</c:v>
                </c:pt>
                <c:pt idx="864">
                  <c:v>215.47386609071276</c:v>
                </c:pt>
                <c:pt idx="865">
                  <c:v>216.26063947078279</c:v>
                </c:pt>
                <c:pt idx="866">
                  <c:v>214.51748878923766</c:v>
                </c:pt>
                <c:pt idx="867">
                  <c:v>213.46875</c:v>
                </c:pt>
                <c:pt idx="868">
                  <c:v>213.6750837988827</c:v>
                </c:pt>
                <c:pt idx="869">
                  <c:v>213.21360544217686</c:v>
                </c:pt>
                <c:pt idx="870">
                  <c:v>209.69640130861504</c:v>
                </c:pt>
                <c:pt idx="871">
                  <c:v>210.32466181061395</c:v>
                </c:pt>
                <c:pt idx="872">
                  <c:v>209.88283658787253</c:v>
                </c:pt>
                <c:pt idx="873">
                  <c:v>209.93931888544893</c:v>
                </c:pt>
                <c:pt idx="874">
                  <c:v>207.53586844809863</c:v>
                </c:pt>
                <c:pt idx="875">
                  <c:v>207.05723076923076</c:v>
                </c:pt>
                <c:pt idx="876">
                  <c:v>207.17484276729562</c:v>
                </c:pt>
                <c:pt idx="877">
                  <c:v>206.89698231009365</c:v>
                </c:pt>
                <c:pt idx="878">
                  <c:v>206.97579617834396</c:v>
                </c:pt>
                <c:pt idx="879">
                  <c:v>203.04106548279688</c:v>
                </c:pt>
                <c:pt idx="880">
                  <c:v>202.36420395421436</c:v>
                </c:pt>
                <c:pt idx="881">
                  <c:v>202.40214592274677</c:v>
                </c:pt>
                <c:pt idx="882">
                  <c:v>202.68012889366273</c:v>
                </c:pt>
                <c:pt idx="883">
                  <c:v>197.17546777546778</c:v>
                </c:pt>
                <c:pt idx="884">
                  <c:v>195.06481665014866</c:v>
                </c:pt>
                <c:pt idx="885">
                  <c:v>194.31707798617964</c:v>
                </c:pt>
                <c:pt idx="886">
                  <c:v>193.17184750733136</c:v>
                </c:pt>
                <c:pt idx="887">
                  <c:v>192.73007812500001</c:v>
                </c:pt>
                <c:pt idx="888">
                  <c:v>186.90386740331491</c:v>
                </c:pt>
                <c:pt idx="889">
                  <c:v>185.76065573770492</c:v>
                </c:pt>
                <c:pt idx="890">
                  <c:v>185.06442577030811</c:v>
                </c:pt>
                <c:pt idx="891">
                  <c:v>184.04957102001907</c:v>
                </c:pt>
                <c:pt idx="892">
                  <c:v>179.82553588070829</c:v>
                </c:pt>
                <c:pt idx="893">
                  <c:v>178.97886792452829</c:v>
                </c:pt>
                <c:pt idx="894">
                  <c:v>178.4758878504673</c:v>
                </c:pt>
                <c:pt idx="895">
                  <c:v>176.2534948741845</c:v>
                </c:pt>
                <c:pt idx="896">
                  <c:v>171.1307692307692</c:v>
                </c:pt>
                <c:pt idx="897">
                  <c:v>163.9189090909091</c:v>
                </c:pt>
                <c:pt idx="898">
                  <c:v>160.45682451253481</c:v>
                </c:pt>
                <c:pt idx="899">
                  <c:v>158.88266913809082</c:v>
                </c:pt>
                <c:pt idx="900">
                  <c:v>156.47823691460053</c:v>
                </c:pt>
                <c:pt idx="901">
                  <c:v>150.76</c:v>
                </c:pt>
                <c:pt idx="902">
                  <c:v>151.1846994535519</c:v>
                </c:pt>
                <c:pt idx="903">
                  <c:v>150.24609991235755</c:v>
                </c:pt>
                <c:pt idx="904">
                  <c:v>148.37340425531917</c:v>
                </c:pt>
                <c:pt idx="905">
                  <c:v>143.5362467866324</c:v>
                </c:pt>
                <c:pt idx="906">
                  <c:v>143.11809685641461</c:v>
                </c:pt>
                <c:pt idx="907">
                  <c:v>142.37647058823529</c:v>
                </c:pt>
                <c:pt idx="908">
                  <c:v>142.51942809083263</c:v>
                </c:pt>
                <c:pt idx="909">
                  <c:v>138.66936708860757</c:v>
                </c:pt>
                <c:pt idx="910">
                  <c:v>135.52293577981649</c:v>
                </c:pt>
                <c:pt idx="911">
                  <c:v>134.69594594594594</c:v>
                </c:pt>
                <c:pt idx="912">
                  <c:v>134.16301255230124</c:v>
                </c:pt>
                <c:pt idx="913">
                  <c:v>132.34536082474227</c:v>
                </c:pt>
                <c:pt idx="914">
                  <c:v>128.57246753246753</c:v>
                </c:pt>
                <c:pt idx="915">
                  <c:v>128.67472527472526</c:v>
                </c:pt>
                <c:pt idx="916">
                  <c:v>130.05158806544753</c:v>
                </c:pt>
                <c:pt idx="917">
                  <c:v>130.78884297520659</c:v>
                </c:pt>
                <c:pt idx="918">
                  <c:v>128.07590361445781</c:v>
                </c:pt>
                <c:pt idx="919">
                  <c:v>130.25865580448067</c:v>
                </c:pt>
                <c:pt idx="920">
                  <c:v>131.15747021081577</c:v>
                </c:pt>
                <c:pt idx="921">
                  <c:v>135.47686567164178</c:v>
                </c:pt>
                <c:pt idx="922">
                  <c:v>134.73739130434782</c:v>
                </c:pt>
                <c:pt idx="923">
                  <c:v>139.28662420382167</c:v>
                </c:pt>
                <c:pt idx="924">
                  <c:v>144.30508474576271</c:v>
                </c:pt>
                <c:pt idx="925">
                  <c:v>147.77393117831076</c:v>
                </c:pt>
                <c:pt idx="926">
                  <c:v>149.34193548387097</c:v>
                </c:pt>
                <c:pt idx="927">
                  <c:v>146.6045901639344</c:v>
                </c:pt>
                <c:pt idx="928">
                  <c:v>148.86176470588236</c:v>
                </c:pt>
                <c:pt idx="929">
                  <c:v>154.74112149532706</c:v>
                </c:pt>
                <c:pt idx="930">
                  <c:v>158.58046272493573</c:v>
                </c:pt>
                <c:pt idx="931">
                  <c:v>158.05189718482251</c:v>
                </c:pt>
                <c:pt idx="932">
                  <c:v>162.32830188679245</c:v>
                </c:pt>
                <c:pt idx="933">
                  <c:v>165.72487309644671</c:v>
                </c:pt>
                <c:pt idx="934">
                  <c:v>168.69739776951673</c:v>
                </c:pt>
                <c:pt idx="935">
                  <c:v>169.93282442748088</c:v>
                </c:pt>
                <c:pt idx="936">
                  <c:v>179.66507177033495</c:v>
                </c:pt>
                <c:pt idx="937">
                  <c:v>183.52383419689122</c:v>
                </c:pt>
                <c:pt idx="938">
                  <c:v>184.60520446096652</c:v>
                </c:pt>
                <c:pt idx="939">
                  <c:v>187.61894273127754</c:v>
                </c:pt>
                <c:pt idx="940">
                  <c:v>188.66837060702872</c:v>
                </c:pt>
                <c:pt idx="941">
                  <c:v>190.71353711790391</c:v>
                </c:pt>
                <c:pt idx="942">
                  <c:v>191.52311015118792</c:v>
                </c:pt>
                <c:pt idx="943">
                  <c:v>193.70758620689656</c:v>
                </c:pt>
                <c:pt idx="944">
                  <c:v>192.29217391304348</c:v>
                </c:pt>
                <c:pt idx="945">
                  <c:v>195.8878953107961</c:v>
                </c:pt>
                <c:pt idx="946">
                  <c:v>199.01139240506328</c:v>
                </c:pt>
                <c:pt idx="947">
                  <c:v>199.83694267515924</c:v>
                </c:pt>
                <c:pt idx="948">
                  <c:v>201.12076677316293</c:v>
                </c:pt>
                <c:pt idx="949">
                  <c:v>202.69725158562366</c:v>
                </c:pt>
                <c:pt idx="950">
                  <c:v>205.44081632653061</c:v>
                </c:pt>
                <c:pt idx="951">
                  <c:v>206.02541073384444</c:v>
                </c:pt>
                <c:pt idx="952">
                  <c:v>207.39627601314348</c:v>
                </c:pt>
                <c:pt idx="953">
                  <c:v>205.00405679513185</c:v>
                </c:pt>
                <c:pt idx="954">
                  <c:v>204.24778761061944</c:v>
                </c:pt>
                <c:pt idx="955">
                  <c:v>204.56780487804875</c:v>
                </c:pt>
                <c:pt idx="956">
                  <c:v>203.96771799628942</c:v>
                </c:pt>
                <c:pt idx="957">
                  <c:v>200.94249547920433</c:v>
                </c:pt>
                <c:pt idx="958">
                  <c:v>200.50530164533819</c:v>
                </c:pt>
                <c:pt idx="959">
                  <c:v>199.52957746478873</c:v>
                </c:pt>
                <c:pt idx="960">
                  <c:v>200.04021937842779</c:v>
                </c:pt>
                <c:pt idx="961">
                  <c:v>199.09551166965886</c:v>
                </c:pt>
                <c:pt idx="962">
                  <c:v>196.90791366906475</c:v>
                </c:pt>
                <c:pt idx="963">
                  <c:v>197.42618384401118</c:v>
                </c:pt>
                <c:pt idx="964">
                  <c:v>197.38003696857672</c:v>
                </c:pt>
                <c:pt idx="965">
                  <c:v>197.55712954333643</c:v>
                </c:pt>
                <c:pt idx="966">
                  <c:v>194.68026692087702</c:v>
                </c:pt>
                <c:pt idx="967">
                  <c:v>195.72130822596631</c:v>
                </c:pt>
                <c:pt idx="968">
                  <c:v>196.75327868852457</c:v>
                </c:pt>
                <c:pt idx="969">
                  <c:v>197.89534192269574</c:v>
                </c:pt>
                <c:pt idx="970">
                  <c:v>195.98702290076335</c:v>
                </c:pt>
                <c:pt idx="971">
                  <c:v>196.67055393586008</c:v>
                </c:pt>
                <c:pt idx="972">
                  <c:v>197.25741998060136</c:v>
                </c:pt>
                <c:pt idx="973">
                  <c:v>198.42923976608185</c:v>
                </c:pt>
                <c:pt idx="974">
                  <c:v>199.33292682926827</c:v>
                </c:pt>
                <c:pt idx="975">
                  <c:v>198.91204701273261</c:v>
                </c:pt>
                <c:pt idx="976">
                  <c:v>200.35264677574588</c:v>
                </c:pt>
                <c:pt idx="977">
                  <c:v>200.44273664479849</c:v>
                </c:pt>
                <c:pt idx="978">
                  <c:v>201.14028776978418</c:v>
                </c:pt>
                <c:pt idx="979">
                  <c:v>198.82585152838431</c:v>
                </c:pt>
                <c:pt idx="980">
                  <c:v>199.46761061946901</c:v>
                </c:pt>
                <c:pt idx="981">
                  <c:v>200.18133802816902</c:v>
                </c:pt>
                <c:pt idx="982">
                  <c:v>199.9297157622739</c:v>
                </c:pt>
                <c:pt idx="983">
                  <c:v>198.02597402597399</c:v>
                </c:pt>
                <c:pt idx="984">
                  <c:v>198.45671641791046</c:v>
                </c:pt>
                <c:pt idx="985">
                  <c:v>198.57731958762886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6ED-49A1-A3A5-1EC8A1DF0279}"/>
            </c:ext>
          </c:extLst>
        </c:ser>
        <c:ser>
          <c:idx val="5"/>
          <c:order val="4"/>
          <c:tx>
            <c:strRef>
              <c:f>data!$Y$13</c:f>
              <c:strCache>
                <c:ptCount val="1"/>
                <c:pt idx="0">
                  <c:v>1x</c:v>
                </c:pt>
              </c:strCache>
            </c:strRef>
          </c:tx>
          <c:spPr>
            <a:ln w="12700">
              <a:solidFill>
                <a:schemeClr val="accent2">
                  <a:lumMod val="75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data!$A$15:$A$1000</c:f>
              <c:numCache>
                <c:formatCode>m/d/yyyy</c:formatCode>
                <c:ptCount val="986"/>
                <c:pt idx="0">
                  <c:v>46303</c:v>
                </c:pt>
                <c:pt idx="1">
                  <c:v>46297</c:v>
                </c:pt>
                <c:pt idx="2">
                  <c:v>46288</c:v>
                </c:pt>
                <c:pt idx="3">
                  <c:v>46283</c:v>
                </c:pt>
                <c:pt idx="4">
                  <c:v>46276</c:v>
                </c:pt>
                <c:pt idx="5">
                  <c:v>46269</c:v>
                </c:pt>
                <c:pt idx="6">
                  <c:v>46262</c:v>
                </c:pt>
                <c:pt idx="7">
                  <c:v>46255</c:v>
                </c:pt>
                <c:pt idx="8">
                  <c:v>46248</c:v>
                </c:pt>
                <c:pt idx="9">
                  <c:v>46241</c:v>
                </c:pt>
                <c:pt idx="10">
                  <c:v>46234</c:v>
                </c:pt>
                <c:pt idx="11">
                  <c:v>46227</c:v>
                </c:pt>
                <c:pt idx="12">
                  <c:v>46219</c:v>
                </c:pt>
                <c:pt idx="13">
                  <c:v>46213</c:v>
                </c:pt>
                <c:pt idx="14">
                  <c:v>46206</c:v>
                </c:pt>
                <c:pt idx="15">
                  <c:v>46199</c:v>
                </c:pt>
                <c:pt idx="16">
                  <c:v>46192</c:v>
                </c:pt>
                <c:pt idx="17">
                  <c:v>46185</c:v>
                </c:pt>
                <c:pt idx="18">
                  <c:v>46178</c:v>
                </c:pt>
                <c:pt idx="19">
                  <c:v>46171</c:v>
                </c:pt>
                <c:pt idx="20">
                  <c:v>46164</c:v>
                </c:pt>
                <c:pt idx="21">
                  <c:v>46157</c:v>
                </c:pt>
                <c:pt idx="22">
                  <c:v>46150</c:v>
                </c:pt>
                <c:pt idx="23">
                  <c:v>46142</c:v>
                </c:pt>
                <c:pt idx="24">
                  <c:v>46136</c:v>
                </c:pt>
                <c:pt idx="25">
                  <c:v>46129</c:v>
                </c:pt>
                <c:pt idx="26">
                  <c:v>46122</c:v>
                </c:pt>
                <c:pt idx="27">
                  <c:v>46115</c:v>
                </c:pt>
                <c:pt idx="28">
                  <c:v>46108</c:v>
                </c:pt>
                <c:pt idx="29">
                  <c:v>46101</c:v>
                </c:pt>
                <c:pt idx="30">
                  <c:v>46094</c:v>
                </c:pt>
                <c:pt idx="31">
                  <c:v>46087</c:v>
                </c:pt>
                <c:pt idx="32">
                  <c:v>46080</c:v>
                </c:pt>
                <c:pt idx="33">
                  <c:v>46073</c:v>
                </c:pt>
                <c:pt idx="34">
                  <c:v>46066</c:v>
                </c:pt>
                <c:pt idx="35">
                  <c:v>46059</c:v>
                </c:pt>
                <c:pt idx="36">
                  <c:v>46052</c:v>
                </c:pt>
                <c:pt idx="37">
                  <c:v>46045</c:v>
                </c:pt>
                <c:pt idx="38">
                  <c:v>46038</c:v>
                </c:pt>
                <c:pt idx="39">
                  <c:v>46031</c:v>
                </c:pt>
                <c:pt idx="40">
                  <c:v>46024</c:v>
                </c:pt>
                <c:pt idx="41">
                  <c:v>46017</c:v>
                </c:pt>
                <c:pt idx="42">
                  <c:v>46010</c:v>
                </c:pt>
                <c:pt idx="43">
                  <c:v>46003</c:v>
                </c:pt>
                <c:pt idx="44">
                  <c:v>45996</c:v>
                </c:pt>
                <c:pt idx="45">
                  <c:v>45989</c:v>
                </c:pt>
                <c:pt idx="46">
                  <c:v>45982</c:v>
                </c:pt>
                <c:pt idx="47">
                  <c:v>45975</c:v>
                </c:pt>
                <c:pt idx="48">
                  <c:v>45968</c:v>
                </c:pt>
                <c:pt idx="49">
                  <c:v>45961</c:v>
                </c:pt>
                <c:pt idx="50">
                  <c:v>45954</c:v>
                </c:pt>
                <c:pt idx="51">
                  <c:v>45947</c:v>
                </c:pt>
                <c:pt idx="52">
                  <c:v>45940</c:v>
                </c:pt>
                <c:pt idx="53">
                  <c:v>45932</c:v>
                </c:pt>
                <c:pt idx="54">
                  <c:v>45926</c:v>
                </c:pt>
                <c:pt idx="55">
                  <c:v>45919</c:v>
                </c:pt>
                <c:pt idx="56">
                  <c:v>45912</c:v>
                </c:pt>
                <c:pt idx="57">
                  <c:v>45905</c:v>
                </c:pt>
                <c:pt idx="58">
                  <c:v>45898</c:v>
                </c:pt>
                <c:pt idx="59">
                  <c:v>45891</c:v>
                </c:pt>
                <c:pt idx="60">
                  <c:v>45883</c:v>
                </c:pt>
                <c:pt idx="61">
                  <c:v>45877</c:v>
                </c:pt>
                <c:pt idx="62">
                  <c:v>45870</c:v>
                </c:pt>
                <c:pt idx="63">
                  <c:v>45863</c:v>
                </c:pt>
                <c:pt idx="64">
                  <c:v>45856</c:v>
                </c:pt>
                <c:pt idx="65">
                  <c:v>45849</c:v>
                </c:pt>
                <c:pt idx="66">
                  <c:v>45842</c:v>
                </c:pt>
                <c:pt idx="67">
                  <c:v>45835</c:v>
                </c:pt>
                <c:pt idx="68">
                  <c:v>45828</c:v>
                </c:pt>
                <c:pt idx="69">
                  <c:v>45821</c:v>
                </c:pt>
                <c:pt idx="70">
                  <c:v>45813</c:v>
                </c:pt>
                <c:pt idx="71">
                  <c:v>45807</c:v>
                </c:pt>
                <c:pt idx="72">
                  <c:v>45800</c:v>
                </c:pt>
                <c:pt idx="73">
                  <c:v>45793</c:v>
                </c:pt>
                <c:pt idx="74">
                  <c:v>45786</c:v>
                </c:pt>
                <c:pt idx="75">
                  <c:v>45779</c:v>
                </c:pt>
                <c:pt idx="76">
                  <c:v>45772</c:v>
                </c:pt>
                <c:pt idx="77">
                  <c:v>45765</c:v>
                </c:pt>
                <c:pt idx="78">
                  <c:v>45758</c:v>
                </c:pt>
                <c:pt idx="79">
                  <c:v>45751</c:v>
                </c:pt>
                <c:pt idx="80">
                  <c:v>45744</c:v>
                </c:pt>
                <c:pt idx="81">
                  <c:v>45737</c:v>
                </c:pt>
                <c:pt idx="82">
                  <c:v>45730</c:v>
                </c:pt>
                <c:pt idx="83">
                  <c:v>45723</c:v>
                </c:pt>
                <c:pt idx="84">
                  <c:v>45716</c:v>
                </c:pt>
                <c:pt idx="85">
                  <c:v>45709</c:v>
                </c:pt>
                <c:pt idx="86">
                  <c:v>45702</c:v>
                </c:pt>
                <c:pt idx="87">
                  <c:v>45695</c:v>
                </c:pt>
                <c:pt idx="88">
                  <c:v>45688</c:v>
                </c:pt>
                <c:pt idx="89">
                  <c:v>45681</c:v>
                </c:pt>
                <c:pt idx="90">
                  <c:v>45674</c:v>
                </c:pt>
                <c:pt idx="91">
                  <c:v>45667</c:v>
                </c:pt>
                <c:pt idx="92">
                  <c:v>45660</c:v>
                </c:pt>
                <c:pt idx="93">
                  <c:v>45653</c:v>
                </c:pt>
                <c:pt idx="94">
                  <c:v>45646</c:v>
                </c:pt>
                <c:pt idx="95">
                  <c:v>45639</c:v>
                </c:pt>
                <c:pt idx="96">
                  <c:v>45632</c:v>
                </c:pt>
                <c:pt idx="97">
                  <c:v>45625</c:v>
                </c:pt>
                <c:pt idx="98">
                  <c:v>45618</c:v>
                </c:pt>
                <c:pt idx="99">
                  <c:v>45611</c:v>
                </c:pt>
                <c:pt idx="100">
                  <c:v>45604</c:v>
                </c:pt>
                <c:pt idx="101">
                  <c:v>45597</c:v>
                </c:pt>
                <c:pt idx="102">
                  <c:v>45590</c:v>
                </c:pt>
                <c:pt idx="103">
                  <c:v>45583</c:v>
                </c:pt>
                <c:pt idx="104">
                  <c:v>45576</c:v>
                </c:pt>
                <c:pt idx="105">
                  <c:v>45569</c:v>
                </c:pt>
                <c:pt idx="106">
                  <c:v>45562</c:v>
                </c:pt>
                <c:pt idx="107">
                  <c:v>45555</c:v>
                </c:pt>
                <c:pt idx="108">
                  <c:v>45548</c:v>
                </c:pt>
                <c:pt idx="109">
                  <c:v>45541</c:v>
                </c:pt>
                <c:pt idx="110">
                  <c:v>45534</c:v>
                </c:pt>
                <c:pt idx="111">
                  <c:v>45527</c:v>
                </c:pt>
                <c:pt idx="112">
                  <c:v>45520</c:v>
                </c:pt>
                <c:pt idx="113">
                  <c:v>45513</c:v>
                </c:pt>
                <c:pt idx="114">
                  <c:v>45506</c:v>
                </c:pt>
                <c:pt idx="115">
                  <c:v>45499</c:v>
                </c:pt>
                <c:pt idx="116">
                  <c:v>45492</c:v>
                </c:pt>
                <c:pt idx="117">
                  <c:v>45485</c:v>
                </c:pt>
                <c:pt idx="118">
                  <c:v>45478</c:v>
                </c:pt>
                <c:pt idx="119">
                  <c:v>45471</c:v>
                </c:pt>
                <c:pt idx="120">
                  <c:v>45464</c:v>
                </c:pt>
                <c:pt idx="121">
                  <c:v>45457</c:v>
                </c:pt>
                <c:pt idx="122">
                  <c:v>45450</c:v>
                </c:pt>
                <c:pt idx="123">
                  <c:v>45443</c:v>
                </c:pt>
                <c:pt idx="124">
                  <c:v>45436</c:v>
                </c:pt>
                <c:pt idx="125">
                  <c:v>45429</c:v>
                </c:pt>
                <c:pt idx="126">
                  <c:v>45422</c:v>
                </c:pt>
                <c:pt idx="127">
                  <c:v>45415</c:v>
                </c:pt>
                <c:pt idx="128">
                  <c:v>45408</c:v>
                </c:pt>
                <c:pt idx="129">
                  <c:v>45401</c:v>
                </c:pt>
                <c:pt idx="130">
                  <c:v>45394</c:v>
                </c:pt>
                <c:pt idx="131">
                  <c:v>45387</c:v>
                </c:pt>
                <c:pt idx="132">
                  <c:v>45380</c:v>
                </c:pt>
                <c:pt idx="133">
                  <c:v>45373</c:v>
                </c:pt>
                <c:pt idx="134">
                  <c:v>45366</c:v>
                </c:pt>
                <c:pt idx="135">
                  <c:v>45359</c:v>
                </c:pt>
                <c:pt idx="136">
                  <c:v>45351</c:v>
                </c:pt>
                <c:pt idx="137">
                  <c:v>45345</c:v>
                </c:pt>
                <c:pt idx="138">
                  <c:v>45338</c:v>
                </c:pt>
                <c:pt idx="139">
                  <c:v>45330</c:v>
                </c:pt>
                <c:pt idx="140">
                  <c:v>45324</c:v>
                </c:pt>
                <c:pt idx="141">
                  <c:v>45317</c:v>
                </c:pt>
                <c:pt idx="142">
                  <c:v>45310</c:v>
                </c:pt>
                <c:pt idx="143">
                  <c:v>45303</c:v>
                </c:pt>
                <c:pt idx="144">
                  <c:v>45296</c:v>
                </c:pt>
                <c:pt idx="145">
                  <c:v>45288</c:v>
                </c:pt>
                <c:pt idx="146">
                  <c:v>45282</c:v>
                </c:pt>
                <c:pt idx="147">
                  <c:v>45275</c:v>
                </c:pt>
                <c:pt idx="148">
                  <c:v>45268</c:v>
                </c:pt>
                <c:pt idx="149">
                  <c:v>45261</c:v>
                </c:pt>
                <c:pt idx="150">
                  <c:v>45254</c:v>
                </c:pt>
                <c:pt idx="151">
                  <c:v>45247</c:v>
                </c:pt>
                <c:pt idx="152">
                  <c:v>45240</c:v>
                </c:pt>
                <c:pt idx="153">
                  <c:v>45233</c:v>
                </c:pt>
                <c:pt idx="154">
                  <c:v>45226</c:v>
                </c:pt>
                <c:pt idx="155">
                  <c:v>45219</c:v>
                </c:pt>
                <c:pt idx="156">
                  <c:v>45212</c:v>
                </c:pt>
                <c:pt idx="157">
                  <c:v>45205</c:v>
                </c:pt>
                <c:pt idx="158">
                  <c:v>45196</c:v>
                </c:pt>
                <c:pt idx="159">
                  <c:v>45191</c:v>
                </c:pt>
                <c:pt idx="160">
                  <c:v>45184</c:v>
                </c:pt>
                <c:pt idx="161">
                  <c:v>45177</c:v>
                </c:pt>
                <c:pt idx="162">
                  <c:v>45170</c:v>
                </c:pt>
                <c:pt idx="163">
                  <c:v>45163</c:v>
                </c:pt>
                <c:pt idx="164">
                  <c:v>45156</c:v>
                </c:pt>
                <c:pt idx="165">
                  <c:v>45149</c:v>
                </c:pt>
                <c:pt idx="166">
                  <c:v>45142</c:v>
                </c:pt>
                <c:pt idx="167">
                  <c:v>45135</c:v>
                </c:pt>
                <c:pt idx="168">
                  <c:v>45128</c:v>
                </c:pt>
                <c:pt idx="169">
                  <c:v>45121</c:v>
                </c:pt>
                <c:pt idx="170">
                  <c:v>45114</c:v>
                </c:pt>
                <c:pt idx="171">
                  <c:v>45107</c:v>
                </c:pt>
                <c:pt idx="172">
                  <c:v>45100</c:v>
                </c:pt>
                <c:pt idx="173">
                  <c:v>45093</c:v>
                </c:pt>
                <c:pt idx="174">
                  <c:v>45086</c:v>
                </c:pt>
                <c:pt idx="175">
                  <c:v>45079</c:v>
                </c:pt>
                <c:pt idx="176">
                  <c:v>45072</c:v>
                </c:pt>
                <c:pt idx="177">
                  <c:v>45065</c:v>
                </c:pt>
                <c:pt idx="178">
                  <c:v>45058</c:v>
                </c:pt>
                <c:pt idx="179">
                  <c:v>45050</c:v>
                </c:pt>
                <c:pt idx="180">
                  <c:v>45044</c:v>
                </c:pt>
                <c:pt idx="181">
                  <c:v>45037</c:v>
                </c:pt>
                <c:pt idx="182">
                  <c:v>45030</c:v>
                </c:pt>
                <c:pt idx="183">
                  <c:v>45023</c:v>
                </c:pt>
                <c:pt idx="184">
                  <c:v>45016</c:v>
                </c:pt>
                <c:pt idx="185">
                  <c:v>45009</c:v>
                </c:pt>
                <c:pt idx="186">
                  <c:v>45002</c:v>
                </c:pt>
                <c:pt idx="187">
                  <c:v>44995</c:v>
                </c:pt>
                <c:pt idx="188">
                  <c:v>44988</c:v>
                </c:pt>
                <c:pt idx="189">
                  <c:v>44981</c:v>
                </c:pt>
                <c:pt idx="190">
                  <c:v>44974</c:v>
                </c:pt>
                <c:pt idx="191">
                  <c:v>44967</c:v>
                </c:pt>
                <c:pt idx="192">
                  <c:v>44960</c:v>
                </c:pt>
                <c:pt idx="193">
                  <c:v>44953</c:v>
                </c:pt>
                <c:pt idx="194">
                  <c:v>44946</c:v>
                </c:pt>
                <c:pt idx="195">
                  <c:v>44939</c:v>
                </c:pt>
                <c:pt idx="196">
                  <c:v>44932</c:v>
                </c:pt>
                <c:pt idx="197">
                  <c:v>44924</c:v>
                </c:pt>
                <c:pt idx="198">
                  <c:v>44918</c:v>
                </c:pt>
                <c:pt idx="199">
                  <c:v>44911</c:v>
                </c:pt>
                <c:pt idx="200">
                  <c:v>44904</c:v>
                </c:pt>
                <c:pt idx="201">
                  <c:v>44897</c:v>
                </c:pt>
                <c:pt idx="202">
                  <c:v>44890</c:v>
                </c:pt>
                <c:pt idx="203">
                  <c:v>44883</c:v>
                </c:pt>
                <c:pt idx="204">
                  <c:v>44876</c:v>
                </c:pt>
                <c:pt idx="205">
                  <c:v>44869</c:v>
                </c:pt>
                <c:pt idx="206">
                  <c:v>44862</c:v>
                </c:pt>
                <c:pt idx="207">
                  <c:v>44855</c:v>
                </c:pt>
                <c:pt idx="208">
                  <c:v>44848</c:v>
                </c:pt>
                <c:pt idx="209">
                  <c:v>44841</c:v>
                </c:pt>
                <c:pt idx="210">
                  <c:v>44834</c:v>
                </c:pt>
                <c:pt idx="211">
                  <c:v>44827</c:v>
                </c:pt>
                <c:pt idx="212">
                  <c:v>44820</c:v>
                </c:pt>
                <c:pt idx="213">
                  <c:v>44812</c:v>
                </c:pt>
                <c:pt idx="214">
                  <c:v>44806</c:v>
                </c:pt>
                <c:pt idx="215">
                  <c:v>44799</c:v>
                </c:pt>
                <c:pt idx="216">
                  <c:v>44792</c:v>
                </c:pt>
                <c:pt idx="217">
                  <c:v>44785</c:v>
                </c:pt>
                <c:pt idx="218">
                  <c:v>44778</c:v>
                </c:pt>
                <c:pt idx="219">
                  <c:v>44771</c:v>
                </c:pt>
                <c:pt idx="220">
                  <c:v>44764</c:v>
                </c:pt>
                <c:pt idx="221">
                  <c:v>44757</c:v>
                </c:pt>
                <c:pt idx="222">
                  <c:v>44750</c:v>
                </c:pt>
                <c:pt idx="223">
                  <c:v>44743</c:v>
                </c:pt>
                <c:pt idx="224">
                  <c:v>44736</c:v>
                </c:pt>
                <c:pt idx="225">
                  <c:v>44729</c:v>
                </c:pt>
                <c:pt idx="226">
                  <c:v>44722</c:v>
                </c:pt>
                <c:pt idx="227">
                  <c:v>44715</c:v>
                </c:pt>
                <c:pt idx="228">
                  <c:v>44708</c:v>
                </c:pt>
                <c:pt idx="229">
                  <c:v>44701</c:v>
                </c:pt>
                <c:pt idx="230">
                  <c:v>44694</c:v>
                </c:pt>
                <c:pt idx="231">
                  <c:v>44687</c:v>
                </c:pt>
                <c:pt idx="232">
                  <c:v>44680</c:v>
                </c:pt>
                <c:pt idx="233">
                  <c:v>44673</c:v>
                </c:pt>
                <c:pt idx="234">
                  <c:v>44666</c:v>
                </c:pt>
                <c:pt idx="235">
                  <c:v>44659</c:v>
                </c:pt>
                <c:pt idx="236">
                  <c:v>44652</c:v>
                </c:pt>
                <c:pt idx="237">
                  <c:v>44645</c:v>
                </c:pt>
                <c:pt idx="238">
                  <c:v>44638</c:v>
                </c:pt>
                <c:pt idx="239">
                  <c:v>44631</c:v>
                </c:pt>
                <c:pt idx="240">
                  <c:v>44624</c:v>
                </c:pt>
                <c:pt idx="241">
                  <c:v>44617</c:v>
                </c:pt>
                <c:pt idx="242">
                  <c:v>44610</c:v>
                </c:pt>
                <c:pt idx="243">
                  <c:v>44603</c:v>
                </c:pt>
                <c:pt idx="244">
                  <c:v>44596</c:v>
                </c:pt>
                <c:pt idx="245">
                  <c:v>44589</c:v>
                </c:pt>
                <c:pt idx="246">
                  <c:v>44582</c:v>
                </c:pt>
                <c:pt idx="247">
                  <c:v>44575</c:v>
                </c:pt>
                <c:pt idx="248">
                  <c:v>44568</c:v>
                </c:pt>
                <c:pt idx="249">
                  <c:v>44560</c:v>
                </c:pt>
                <c:pt idx="250">
                  <c:v>44554</c:v>
                </c:pt>
                <c:pt idx="251">
                  <c:v>44547</c:v>
                </c:pt>
                <c:pt idx="252">
                  <c:v>44540</c:v>
                </c:pt>
                <c:pt idx="253">
                  <c:v>44533</c:v>
                </c:pt>
                <c:pt idx="254">
                  <c:v>44526</c:v>
                </c:pt>
                <c:pt idx="255">
                  <c:v>44519</c:v>
                </c:pt>
                <c:pt idx="256">
                  <c:v>44512</c:v>
                </c:pt>
                <c:pt idx="257">
                  <c:v>44505</c:v>
                </c:pt>
                <c:pt idx="258">
                  <c:v>44498</c:v>
                </c:pt>
                <c:pt idx="259">
                  <c:v>44491</c:v>
                </c:pt>
                <c:pt idx="260">
                  <c:v>44484</c:v>
                </c:pt>
                <c:pt idx="261">
                  <c:v>44477</c:v>
                </c:pt>
                <c:pt idx="262">
                  <c:v>44470</c:v>
                </c:pt>
                <c:pt idx="263">
                  <c:v>44463</c:v>
                </c:pt>
                <c:pt idx="264">
                  <c:v>44456</c:v>
                </c:pt>
                <c:pt idx="265">
                  <c:v>44449</c:v>
                </c:pt>
                <c:pt idx="266">
                  <c:v>44442</c:v>
                </c:pt>
                <c:pt idx="267">
                  <c:v>44435</c:v>
                </c:pt>
                <c:pt idx="268">
                  <c:v>44428</c:v>
                </c:pt>
                <c:pt idx="269">
                  <c:v>44421</c:v>
                </c:pt>
                <c:pt idx="270">
                  <c:v>44414</c:v>
                </c:pt>
                <c:pt idx="271">
                  <c:v>44407</c:v>
                </c:pt>
                <c:pt idx="272">
                  <c:v>44400</c:v>
                </c:pt>
                <c:pt idx="273">
                  <c:v>44393</c:v>
                </c:pt>
                <c:pt idx="274">
                  <c:v>44386</c:v>
                </c:pt>
                <c:pt idx="275">
                  <c:v>44379</c:v>
                </c:pt>
                <c:pt idx="276">
                  <c:v>44372</c:v>
                </c:pt>
                <c:pt idx="277">
                  <c:v>44365</c:v>
                </c:pt>
                <c:pt idx="278">
                  <c:v>44358</c:v>
                </c:pt>
                <c:pt idx="279">
                  <c:v>44351</c:v>
                </c:pt>
                <c:pt idx="280">
                  <c:v>44344</c:v>
                </c:pt>
                <c:pt idx="281">
                  <c:v>44337</c:v>
                </c:pt>
                <c:pt idx="282">
                  <c:v>44330</c:v>
                </c:pt>
                <c:pt idx="283">
                  <c:v>44323</c:v>
                </c:pt>
                <c:pt idx="284">
                  <c:v>44316</c:v>
                </c:pt>
                <c:pt idx="285">
                  <c:v>44309</c:v>
                </c:pt>
                <c:pt idx="286">
                  <c:v>44302</c:v>
                </c:pt>
                <c:pt idx="287">
                  <c:v>44295</c:v>
                </c:pt>
                <c:pt idx="288">
                  <c:v>44288</c:v>
                </c:pt>
                <c:pt idx="289">
                  <c:v>44281</c:v>
                </c:pt>
                <c:pt idx="290">
                  <c:v>44274</c:v>
                </c:pt>
                <c:pt idx="291">
                  <c:v>44267</c:v>
                </c:pt>
                <c:pt idx="292">
                  <c:v>44260</c:v>
                </c:pt>
                <c:pt idx="293">
                  <c:v>44253</c:v>
                </c:pt>
                <c:pt idx="294">
                  <c:v>44246</c:v>
                </c:pt>
                <c:pt idx="295">
                  <c:v>44237</c:v>
                </c:pt>
                <c:pt idx="296">
                  <c:v>44232</c:v>
                </c:pt>
                <c:pt idx="297">
                  <c:v>44225</c:v>
                </c:pt>
                <c:pt idx="298">
                  <c:v>44218</c:v>
                </c:pt>
                <c:pt idx="299">
                  <c:v>44211</c:v>
                </c:pt>
                <c:pt idx="300">
                  <c:v>44204</c:v>
                </c:pt>
                <c:pt idx="301">
                  <c:v>44195</c:v>
                </c:pt>
                <c:pt idx="302">
                  <c:v>44189</c:v>
                </c:pt>
                <c:pt idx="303">
                  <c:v>44183</c:v>
                </c:pt>
                <c:pt idx="304">
                  <c:v>44176</c:v>
                </c:pt>
                <c:pt idx="305">
                  <c:v>44169</c:v>
                </c:pt>
                <c:pt idx="306">
                  <c:v>44162</c:v>
                </c:pt>
                <c:pt idx="307">
                  <c:v>44155</c:v>
                </c:pt>
                <c:pt idx="308">
                  <c:v>44148</c:v>
                </c:pt>
                <c:pt idx="309">
                  <c:v>44141</c:v>
                </c:pt>
                <c:pt idx="310">
                  <c:v>44134</c:v>
                </c:pt>
                <c:pt idx="311">
                  <c:v>44127</c:v>
                </c:pt>
                <c:pt idx="312">
                  <c:v>44120</c:v>
                </c:pt>
                <c:pt idx="313">
                  <c:v>44112</c:v>
                </c:pt>
                <c:pt idx="314">
                  <c:v>44103</c:v>
                </c:pt>
                <c:pt idx="315">
                  <c:v>44099</c:v>
                </c:pt>
                <c:pt idx="316">
                  <c:v>44092</c:v>
                </c:pt>
                <c:pt idx="317">
                  <c:v>44085</c:v>
                </c:pt>
                <c:pt idx="318">
                  <c:v>44078</c:v>
                </c:pt>
                <c:pt idx="319">
                  <c:v>44071</c:v>
                </c:pt>
                <c:pt idx="320">
                  <c:v>44064</c:v>
                </c:pt>
                <c:pt idx="321">
                  <c:v>44057</c:v>
                </c:pt>
                <c:pt idx="322">
                  <c:v>44050</c:v>
                </c:pt>
                <c:pt idx="323">
                  <c:v>44043</c:v>
                </c:pt>
                <c:pt idx="324">
                  <c:v>44036</c:v>
                </c:pt>
                <c:pt idx="325">
                  <c:v>44029</c:v>
                </c:pt>
                <c:pt idx="326">
                  <c:v>44022</c:v>
                </c:pt>
                <c:pt idx="327">
                  <c:v>44015</c:v>
                </c:pt>
                <c:pt idx="328">
                  <c:v>44008</c:v>
                </c:pt>
                <c:pt idx="329">
                  <c:v>44001</c:v>
                </c:pt>
                <c:pt idx="330">
                  <c:v>43994</c:v>
                </c:pt>
                <c:pt idx="331">
                  <c:v>43987</c:v>
                </c:pt>
                <c:pt idx="332">
                  <c:v>43980</c:v>
                </c:pt>
                <c:pt idx="333">
                  <c:v>43973</c:v>
                </c:pt>
                <c:pt idx="334">
                  <c:v>43966</c:v>
                </c:pt>
                <c:pt idx="335">
                  <c:v>43959</c:v>
                </c:pt>
                <c:pt idx="336">
                  <c:v>43950</c:v>
                </c:pt>
                <c:pt idx="337">
                  <c:v>43945</c:v>
                </c:pt>
                <c:pt idx="338">
                  <c:v>43938</c:v>
                </c:pt>
                <c:pt idx="339">
                  <c:v>43931</c:v>
                </c:pt>
                <c:pt idx="340">
                  <c:v>43924</c:v>
                </c:pt>
                <c:pt idx="341">
                  <c:v>43917</c:v>
                </c:pt>
                <c:pt idx="342">
                  <c:v>43910</c:v>
                </c:pt>
                <c:pt idx="343">
                  <c:v>43903</c:v>
                </c:pt>
                <c:pt idx="344">
                  <c:v>43896</c:v>
                </c:pt>
                <c:pt idx="345">
                  <c:v>43889</c:v>
                </c:pt>
                <c:pt idx="346">
                  <c:v>43882</c:v>
                </c:pt>
                <c:pt idx="347">
                  <c:v>43875</c:v>
                </c:pt>
                <c:pt idx="348">
                  <c:v>43868</c:v>
                </c:pt>
                <c:pt idx="349">
                  <c:v>43861</c:v>
                </c:pt>
                <c:pt idx="350">
                  <c:v>43853</c:v>
                </c:pt>
                <c:pt idx="351">
                  <c:v>43847</c:v>
                </c:pt>
                <c:pt idx="352">
                  <c:v>43840</c:v>
                </c:pt>
                <c:pt idx="353">
                  <c:v>43833</c:v>
                </c:pt>
                <c:pt idx="354">
                  <c:v>43826</c:v>
                </c:pt>
                <c:pt idx="355">
                  <c:v>43819</c:v>
                </c:pt>
                <c:pt idx="356">
                  <c:v>43812</c:v>
                </c:pt>
                <c:pt idx="357">
                  <c:v>43805</c:v>
                </c:pt>
                <c:pt idx="358">
                  <c:v>43798</c:v>
                </c:pt>
                <c:pt idx="359">
                  <c:v>43791</c:v>
                </c:pt>
                <c:pt idx="360">
                  <c:v>43784</c:v>
                </c:pt>
                <c:pt idx="361">
                  <c:v>43777</c:v>
                </c:pt>
                <c:pt idx="362">
                  <c:v>43770</c:v>
                </c:pt>
                <c:pt idx="363">
                  <c:v>43763</c:v>
                </c:pt>
                <c:pt idx="364">
                  <c:v>43756</c:v>
                </c:pt>
                <c:pt idx="365">
                  <c:v>43749</c:v>
                </c:pt>
                <c:pt idx="366">
                  <c:v>43742</c:v>
                </c:pt>
                <c:pt idx="367">
                  <c:v>43735</c:v>
                </c:pt>
                <c:pt idx="368">
                  <c:v>43728</c:v>
                </c:pt>
                <c:pt idx="369">
                  <c:v>43719</c:v>
                </c:pt>
                <c:pt idx="370">
                  <c:v>43714</c:v>
                </c:pt>
                <c:pt idx="371">
                  <c:v>43707</c:v>
                </c:pt>
                <c:pt idx="372">
                  <c:v>43700</c:v>
                </c:pt>
                <c:pt idx="373">
                  <c:v>43693</c:v>
                </c:pt>
                <c:pt idx="374">
                  <c:v>43686</c:v>
                </c:pt>
                <c:pt idx="375">
                  <c:v>43679</c:v>
                </c:pt>
                <c:pt idx="376">
                  <c:v>43672</c:v>
                </c:pt>
                <c:pt idx="377">
                  <c:v>43665</c:v>
                </c:pt>
                <c:pt idx="378">
                  <c:v>43658</c:v>
                </c:pt>
                <c:pt idx="379">
                  <c:v>43651</c:v>
                </c:pt>
                <c:pt idx="380">
                  <c:v>43644</c:v>
                </c:pt>
                <c:pt idx="381">
                  <c:v>43637</c:v>
                </c:pt>
                <c:pt idx="382">
                  <c:v>43630</c:v>
                </c:pt>
                <c:pt idx="383">
                  <c:v>43623</c:v>
                </c:pt>
                <c:pt idx="384">
                  <c:v>43616</c:v>
                </c:pt>
                <c:pt idx="385">
                  <c:v>43609</c:v>
                </c:pt>
                <c:pt idx="386">
                  <c:v>43602</c:v>
                </c:pt>
                <c:pt idx="387">
                  <c:v>43595</c:v>
                </c:pt>
                <c:pt idx="388">
                  <c:v>43588</c:v>
                </c:pt>
                <c:pt idx="389">
                  <c:v>43581</c:v>
                </c:pt>
                <c:pt idx="390">
                  <c:v>43574</c:v>
                </c:pt>
                <c:pt idx="391">
                  <c:v>43567</c:v>
                </c:pt>
                <c:pt idx="392">
                  <c:v>43560</c:v>
                </c:pt>
                <c:pt idx="393">
                  <c:v>43553</c:v>
                </c:pt>
                <c:pt idx="394">
                  <c:v>43546</c:v>
                </c:pt>
                <c:pt idx="395">
                  <c:v>43539</c:v>
                </c:pt>
                <c:pt idx="396">
                  <c:v>43532</c:v>
                </c:pt>
                <c:pt idx="397">
                  <c:v>43524</c:v>
                </c:pt>
                <c:pt idx="398">
                  <c:v>43518</c:v>
                </c:pt>
                <c:pt idx="399">
                  <c:v>43511</c:v>
                </c:pt>
                <c:pt idx="400">
                  <c:v>43504</c:v>
                </c:pt>
                <c:pt idx="401">
                  <c:v>43497</c:v>
                </c:pt>
                <c:pt idx="402">
                  <c:v>43490</c:v>
                </c:pt>
                <c:pt idx="403">
                  <c:v>43483</c:v>
                </c:pt>
                <c:pt idx="404">
                  <c:v>43476</c:v>
                </c:pt>
                <c:pt idx="405">
                  <c:v>43469</c:v>
                </c:pt>
                <c:pt idx="406">
                  <c:v>43462</c:v>
                </c:pt>
                <c:pt idx="407">
                  <c:v>43455</c:v>
                </c:pt>
                <c:pt idx="408">
                  <c:v>43448</c:v>
                </c:pt>
                <c:pt idx="409">
                  <c:v>43441</c:v>
                </c:pt>
                <c:pt idx="410">
                  <c:v>43434</c:v>
                </c:pt>
                <c:pt idx="411">
                  <c:v>43427</c:v>
                </c:pt>
                <c:pt idx="412">
                  <c:v>43420</c:v>
                </c:pt>
                <c:pt idx="413">
                  <c:v>43413</c:v>
                </c:pt>
                <c:pt idx="414">
                  <c:v>43406</c:v>
                </c:pt>
                <c:pt idx="415">
                  <c:v>43399</c:v>
                </c:pt>
                <c:pt idx="416">
                  <c:v>43392</c:v>
                </c:pt>
                <c:pt idx="417">
                  <c:v>43385</c:v>
                </c:pt>
                <c:pt idx="418">
                  <c:v>43378</c:v>
                </c:pt>
                <c:pt idx="419">
                  <c:v>43371</c:v>
                </c:pt>
                <c:pt idx="420">
                  <c:v>43364</c:v>
                </c:pt>
                <c:pt idx="421">
                  <c:v>43357</c:v>
                </c:pt>
                <c:pt idx="422">
                  <c:v>43350</c:v>
                </c:pt>
                <c:pt idx="423">
                  <c:v>43343</c:v>
                </c:pt>
                <c:pt idx="424">
                  <c:v>43336</c:v>
                </c:pt>
                <c:pt idx="425">
                  <c:v>43329</c:v>
                </c:pt>
                <c:pt idx="426">
                  <c:v>43322</c:v>
                </c:pt>
                <c:pt idx="427">
                  <c:v>43315</c:v>
                </c:pt>
                <c:pt idx="428">
                  <c:v>43308</c:v>
                </c:pt>
                <c:pt idx="429">
                  <c:v>43301</c:v>
                </c:pt>
                <c:pt idx="430">
                  <c:v>43294</c:v>
                </c:pt>
                <c:pt idx="431">
                  <c:v>43287</c:v>
                </c:pt>
                <c:pt idx="432">
                  <c:v>43280</c:v>
                </c:pt>
                <c:pt idx="433">
                  <c:v>43273</c:v>
                </c:pt>
                <c:pt idx="434">
                  <c:v>43266</c:v>
                </c:pt>
                <c:pt idx="435">
                  <c:v>43259</c:v>
                </c:pt>
                <c:pt idx="436">
                  <c:v>43252</c:v>
                </c:pt>
                <c:pt idx="437">
                  <c:v>43245</c:v>
                </c:pt>
                <c:pt idx="438">
                  <c:v>43238</c:v>
                </c:pt>
                <c:pt idx="439">
                  <c:v>43231</c:v>
                </c:pt>
                <c:pt idx="440">
                  <c:v>43224</c:v>
                </c:pt>
                <c:pt idx="441">
                  <c:v>43217</c:v>
                </c:pt>
                <c:pt idx="442">
                  <c:v>43210</c:v>
                </c:pt>
                <c:pt idx="443">
                  <c:v>43203</c:v>
                </c:pt>
                <c:pt idx="444">
                  <c:v>43196</c:v>
                </c:pt>
                <c:pt idx="445">
                  <c:v>43189</c:v>
                </c:pt>
                <c:pt idx="446">
                  <c:v>43182</c:v>
                </c:pt>
                <c:pt idx="447">
                  <c:v>43175</c:v>
                </c:pt>
                <c:pt idx="448">
                  <c:v>43168</c:v>
                </c:pt>
                <c:pt idx="449">
                  <c:v>43161</c:v>
                </c:pt>
                <c:pt idx="450">
                  <c:v>43154</c:v>
                </c:pt>
                <c:pt idx="451">
                  <c:v>43145</c:v>
                </c:pt>
                <c:pt idx="452">
                  <c:v>43140</c:v>
                </c:pt>
                <c:pt idx="453">
                  <c:v>43133</c:v>
                </c:pt>
                <c:pt idx="454">
                  <c:v>43126</c:v>
                </c:pt>
                <c:pt idx="455">
                  <c:v>43119</c:v>
                </c:pt>
                <c:pt idx="456">
                  <c:v>43112</c:v>
                </c:pt>
                <c:pt idx="457">
                  <c:v>43105</c:v>
                </c:pt>
                <c:pt idx="458">
                  <c:v>43097</c:v>
                </c:pt>
                <c:pt idx="459">
                  <c:v>43091</c:v>
                </c:pt>
                <c:pt idx="460">
                  <c:v>43084</c:v>
                </c:pt>
                <c:pt idx="461">
                  <c:v>43077</c:v>
                </c:pt>
                <c:pt idx="462">
                  <c:v>43070</c:v>
                </c:pt>
                <c:pt idx="463">
                  <c:v>43063</c:v>
                </c:pt>
                <c:pt idx="464">
                  <c:v>43056</c:v>
                </c:pt>
                <c:pt idx="465">
                  <c:v>43049</c:v>
                </c:pt>
                <c:pt idx="466">
                  <c:v>43042</c:v>
                </c:pt>
                <c:pt idx="467">
                  <c:v>43035</c:v>
                </c:pt>
                <c:pt idx="468">
                  <c:v>43028</c:v>
                </c:pt>
                <c:pt idx="469">
                  <c:v>43021</c:v>
                </c:pt>
                <c:pt idx="470">
                  <c:v>43007</c:v>
                </c:pt>
                <c:pt idx="471">
                  <c:v>43000</c:v>
                </c:pt>
                <c:pt idx="472">
                  <c:v>42993</c:v>
                </c:pt>
                <c:pt idx="473">
                  <c:v>42986</c:v>
                </c:pt>
                <c:pt idx="474">
                  <c:v>42979</c:v>
                </c:pt>
                <c:pt idx="475">
                  <c:v>42972</c:v>
                </c:pt>
                <c:pt idx="476">
                  <c:v>42965</c:v>
                </c:pt>
                <c:pt idx="477">
                  <c:v>42958</c:v>
                </c:pt>
                <c:pt idx="478">
                  <c:v>42951</c:v>
                </c:pt>
                <c:pt idx="479">
                  <c:v>42944</c:v>
                </c:pt>
                <c:pt idx="480">
                  <c:v>42937</c:v>
                </c:pt>
                <c:pt idx="481">
                  <c:v>42930</c:v>
                </c:pt>
                <c:pt idx="482">
                  <c:v>42923</c:v>
                </c:pt>
                <c:pt idx="483">
                  <c:v>42916</c:v>
                </c:pt>
                <c:pt idx="484">
                  <c:v>42909</c:v>
                </c:pt>
                <c:pt idx="485">
                  <c:v>42902</c:v>
                </c:pt>
                <c:pt idx="486">
                  <c:v>42895</c:v>
                </c:pt>
                <c:pt idx="487">
                  <c:v>42888</c:v>
                </c:pt>
                <c:pt idx="488">
                  <c:v>42881</c:v>
                </c:pt>
                <c:pt idx="489">
                  <c:v>42874</c:v>
                </c:pt>
                <c:pt idx="490">
                  <c:v>42867</c:v>
                </c:pt>
                <c:pt idx="491">
                  <c:v>42859</c:v>
                </c:pt>
                <c:pt idx="492">
                  <c:v>42853</c:v>
                </c:pt>
                <c:pt idx="493">
                  <c:v>42846</c:v>
                </c:pt>
                <c:pt idx="494">
                  <c:v>42839</c:v>
                </c:pt>
                <c:pt idx="495">
                  <c:v>42832</c:v>
                </c:pt>
                <c:pt idx="496">
                  <c:v>42825</c:v>
                </c:pt>
                <c:pt idx="497">
                  <c:v>42818</c:v>
                </c:pt>
                <c:pt idx="498">
                  <c:v>42811</c:v>
                </c:pt>
                <c:pt idx="499">
                  <c:v>42804</c:v>
                </c:pt>
                <c:pt idx="500">
                  <c:v>42797</c:v>
                </c:pt>
                <c:pt idx="501">
                  <c:v>42790</c:v>
                </c:pt>
                <c:pt idx="502">
                  <c:v>42783</c:v>
                </c:pt>
                <c:pt idx="503">
                  <c:v>42776</c:v>
                </c:pt>
                <c:pt idx="504">
                  <c:v>42769</c:v>
                </c:pt>
                <c:pt idx="505">
                  <c:v>42761</c:v>
                </c:pt>
                <c:pt idx="506">
                  <c:v>42755</c:v>
                </c:pt>
                <c:pt idx="507">
                  <c:v>42748</c:v>
                </c:pt>
                <c:pt idx="508">
                  <c:v>42741</c:v>
                </c:pt>
                <c:pt idx="509">
                  <c:v>42733</c:v>
                </c:pt>
                <c:pt idx="510">
                  <c:v>42727</c:v>
                </c:pt>
                <c:pt idx="511">
                  <c:v>42720</c:v>
                </c:pt>
                <c:pt idx="512">
                  <c:v>42713</c:v>
                </c:pt>
                <c:pt idx="513">
                  <c:v>42706</c:v>
                </c:pt>
                <c:pt idx="514">
                  <c:v>42699</c:v>
                </c:pt>
                <c:pt idx="515">
                  <c:v>42692</c:v>
                </c:pt>
                <c:pt idx="516">
                  <c:v>42685</c:v>
                </c:pt>
                <c:pt idx="517">
                  <c:v>42678</c:v>
                </c:pt>
                <c:pt idx="518">
                  <c:v>42671</c:v>
                </c:pt>
                <c:pt idx="519">
                  <c:v>42664</c:v>
                </c:pt>
                <c:pt idx="520">
                  <c:v>42657</c:v>
                </c:pt>
                <c:pt idx="521">
                  <c:v>42650</c:v>
                </c:pt>
                <c:pt idx="522">
                  <c:v>42643</c:v>
                </c:pt>
                <c:pt idx="523">
                  <c:v>42636</c:v>
                </c:pt>
                <c:pt idx="524">
                  <c:v>42626</c:v>
                </c:pt>
                <c:pt idx="525">
                  <c:v>42622</c:v>
                </c:pt>
                <c:pt idx="526">
                  <c:v>42615</c:v>
                </c:pt>
                <c:pt idx="527">
                  <c:v>42608</c:v>
                </c:pt>
                <c:pt idx="528">
                  <c:v>42601</c:v>
                </c:pt>
                <c:pt idx="529">
                  <c:v>42594</c:v>
                </c:pt>
                <c:pt idx="530">
                  <c:v>42587</c:v>
                </c:pt>
                <c:pt idx="531">
                  <c:v>42580</c:v>
                </c:pt>
                <c:pt idx="532">
                  <c:v>42573</c:v>
                </c:pt>
                <c:pt idx="533">
                  <c:v>42566</c:v>
                </c:pt>
                <c:pt idx="534">
                  <c:v>42559</c:v>
                </c:pt>
                <c:pt idx="535">
                  <c:v>42552</c:v>
                </c:pt>
                <c:pt idx="536">
                  <c:v>42545</c:v>
                </c:pt>
                <c:pt idx="537">
                  <c:v>42538</c:v>
                </c:pt>
                <c:pt idx="538">
                  <c:v>42531</c:v>
                </c:pt>
                <c:pt idx="539">
                  <c:v>42524</c:v>
                </c:pt>
                <c:pt idx="540">
                  <c:v>42517</c:v>
                </c:pt>
                <c:pt idx="541">
                  <c:v>42510</c:v>
                </c:pt>
                <c:pt idx="542">
                  <c:v>42503</c:v>
                </c:pt>
                <c:pt idx="543">
                  <c:v>42494</c:v>
                </c:pt>
                <c:pt idx="544">
                  <c:v>42489</c:v>
                </c:pt>
                <c:pt idx="545">
                  <c:v>42482</c:v>
                </c:pt>
                <c:pt idx="546">
                  <c:v>42475</c:v>
                </c:pt>
                <c:pt idx="547">
                  <c:v>42468</c:v>
                </c:pt>
                <c:pt idx="548">
                  <c:v>42461</c:v>
                </c:pt>
                <c:pt idx="549">
                  <c:v>42454</c:v>
                </c:pt>
                <c:pt idx="550">
                  <c:v>42447</c:v>
                </c:pt>
                <c:pt idx="551">
                  <c:v>42440</c:v>
                </c:pt>
                <c:pt idx="552">
                  <c:v>42433</c:v>
                </c:pt>
                <c:pt idx="553">
                  <c:v>42426</c:v>
                </c:pt>
                <c:pt idx="554">
                  <c:v>42419</c:v>
                </c:pt>
                <c:pt idx="555">
                  <c:v>42412</c:v>
                </c:pt>
                <c:pt idx="556">
                  <c:v>42405</c:v>
                </c:pt>
                <c:pt idx="557">
                  <c:v>42398</c:v>
                </c:pt>
                <c:pt idx="558">
                  <c:v>42391</c:v>
                </c:pt>
                <c:pt idx="559">
                  <c:v>42384</c:v>
                </c:pt>
                <c:pt idx="560">
                  <c:v>42377</c:v>
                </c:pt>
                <c:pt idx="561">
                  <c:v>42368</c:v>
                </c:pt>
                <c:pt idx="562">
                  <c:v>42362</c:v>
                </c:pt>
                <c:pt idx="563">
                  <c:v>42356</c:v>
                </c:pt>
                <c:pt idx="564">
                  <c:v>42349</c:v>
                </c:pt>
                <c:pt idx="565">
                  <c:v>42342</c:v>
                </c:pt>
                <c:pt idx="566">
                  <c:v>42335</c:v>
                </c:pt>
                <c:pt idx="567">
                  <c:v>42328</c:v>
                </c:pt>
                <c:pt idx="568">
                  <c:v>42321</c:v>
                </c:pt>
                <c:pt idx="569">
                  <c:v>42314</c:v>
                </c:pt>
                <c:pt idx="570">
                  <c:v>42307</c:v>
                </c:pt>
                <c:pt idx="571">
                  <c:v>42300</c:v>
                </c:pt>
                <c:pt idx="572">
                  <c:v>42293</c:v>
                </c:pt>
                <c:pt idx="573">
                  <c:v>42285</c:v>
                </c:pt>
                <c:pt idx="574">
                  <c:v>42279</c:v>
                </c:pt>
                <c:pt idx="575">
                  <c:v>42272</c:v>
                </c:pt>
                <c:pt idx="576">
                  <c:v>42265</c:v>
                </c:pt>
                <c:pt idx="577">
                  <c:v>42258</c:v>
                </c:pt>
                <c:pt idx="578">
                  <c:v>42251</c:v>
                </c:pt>
                <c:pt idx="579">
                  <c:v>42244</c:v>
                </c:pt>
                <c:pt idx="580">
                  <c:v>42237</c:v>
                </c:pt>
                <c:pt idx="581">
                  <c:v>42229</c:v>
                </c:pt>
                <c:pt idx="582">
                  <c:v>42223</c:v>
                </c:pt>
                <c:pt idx="583">
                  <c:v>42216</c:v>
                </c:pt>
                <c:pt idx="584">
                  <c:v>42209</c:v>
                </c:pt>
                <c:pt idx="585">
                  <c:v>42202</c:v>
                </c:pt>
                <c:pt idx="586">
                  <c:v>42195</c:v>
                </c:pt>
                <c:pt idx="587">
                  <c:v>42188</c:v>
                </c:pt>
                <c:pt idx="588">
                  <c:v>42181</c:v>
                </c:pt>
                <c:pt idx="589">
                  <c:v>42174</c:v>
                </c:pt>
                <c:pt idx="590">
                  <c:v>42167</c:v>
                </c:pt>
                <c:pt idx="591">
                  <c:v>42160</c:v>
                </c:pt>
                <c:pt idx="592">
                  <c:v>42153</c:v>
                </c:pt>
                <c:pt idx="593">
                  <c:v>42146</c:v>
                </c:pt>
                <c:pt idx="594">
                  <c:v>42139</c:v>
                </c:pt>
                <c:pt idx="595">
                  <c:v>42132</c:v>
                </c:pt>
                <c:pt idx="596">
                  <c:v>42124</c:v>
                </c:pt>
                <c:pt idx="597">
                  <c:v>42118</c:v>
                </c:pt>
                <c:pt idx="598">
                  <c:v>42111</c:v>
                </c:pt>
                <c:pt idx="599">
                  <c:v>42104</c:v>
                </c:pt>
                <c:pt idx="600">
                  <c:v>42097</c:v>
                </c:pt>
                <c:pt idx="601">
                  <c:v>42090</c:v>
                </c:pt>
                <c:pt idx="602">
                  <c:v>42083</c:v>
                </c:pt>
                <c:pt idx="603">
                  <c:v>42076</c:v>
                </c:pt>
                <c:pt idx="604">
                  <c:v>42069</c:v>
                </c:pt>
                <c:pt idx="605">
                  <c:v>42062</c:v>
                </c:pt>
                <c:pt idx="606">
                  <c:v>42052</c:v>
                </c:pt>
                <c:pt idx="607">
                  <c:v>42048</c:v>
                </c:pt>
                <c:pt idx="608">
                  <c:v>42041</c:v>
                </c:pt>
                <c:pt idx="609">
                  <c:v>42034</c:v>
                </c:pt>
                <c:pt idx="610">
                  <c:v>42027</c:v>
                </c:pt>
                <c:pt idx="611">
                  <c:v>42020</c:v>
                </c:pt>
                <c:pt idx="612">
                  <c:v>42013</c:v>
                </c:pt>
                <c:pt idx="613">
                  <c:v>42006</c:v>
                </c:pt>
                <c:pt idx="614">
                  <c:v>41999</c:v>
                </c:pt>
                <c:pt idx="615">
                  <c:v>41992</c:v>
                </c:pt>
                <c:pt idx="616">
                  <c:v>41985</c:v>
                </c:pt>
                <c:pt idx="617">
                  <c:v>41978</c:v>
                </c:pt>
                <c:pt idx="618">
                  <c:v>41971</c:v>
                </c:pt>
                <c:pt idx="619">
                  <c:v>41964</c:v>
                </c:pt>
                <c:pt idx="620">
                  <c:v>41957</c:v>
                </c:pt>
                <c:pt idx="621">
                  <c:v>41950</c:v>
                </c:pt>
                <c:pt idx="622">
                  <c:v>41943</c:v>
                </c:pt>
                <c:pt idx="623">
                  <c:v>41936</c:v>
                </c:pt>
                <c:pt idx="624">
                  <c:v>41929</c:v>
                </c:pt>
                <c:pt idx="625">
                  <c:v>41922</c:v>
                </c:pt>
                <c:pt idx="626">
                  <c:v>41914</c:v>
                </c:pt>
                <c:pt idx="627">
                  <c:v>41908</c:v>
                </c:pt>
                <c:pt idx="628">
                  <c:v>41901</c:v>
                </c:pt>
                <c:pt idx="629">
                  <c:v>41894</c:v>
                </c:pt>
                <c:pt idx="630">
                  <c:v>41887</c:v>
                </c:pt>
                <c:pt idx="631">
                  <c:v>41880</c:v>
                </c:pt>
                <c:pt idx="632">
                  <c:v>41873</c:v>
                </c:pt>
                <c:pt idx="633">
                  <c:v>41865</c:v>
                </c:pt>
                <c:pt idx="634">
                  <c:v>41859</c:v>
                </c:pt>
                <c:pt idx="635">
                  <c:v>41852</c:v>
                </c:pt>
                <c:pt idx="636">
                  <c:v>41845</c:v>
                </c:pt>
                <c:pt idx="637">
                  <c:v>41838</c:v>
                </c:pt>
                <c:pt idx="638">
                  <c:v>41831</c:v>
                </c:pt>
                <c:pt idx="639">
                  <c:v>41824</c:v>
                </c:pt>
                <c:pt idx="640">
                  <c:v>41817</c:v>
                </c:pt>
                <c:pt idx="641">
                  <c:v>41810</c:v>
                </c:pt>
                <c:pt idx="642">
                  <c:v>41803</c:v>
                </c:pt>
                <c:pt idx="643">
                  <c:v>41795</c:v>
                </c:pt>
                <c:pt idx="644">
                  <c:v>41789</c:v>
                </c:pt>
                <c:pt idx="645">
                  <c:v>41782</c:v>
                </c:pt>
                <c:pt idx="646">
                  <c:v>41775</c:v>
                </c:pt>
                <c:pt idx="647">
                  <c:v>41768</c:v>
                </c:pt>
                <c:pt idx="648">
                  <c:v>41761</c:v>
                </c:pt>
                <c:pt idx="649">
                  <c:v>41754</c:v>
                </c:pt>
                <c:pt idx="650">
                  <c:v>41747</c:v>
                </c:pt>
                <c:pt idx="651">
                  <c:v>41740</c:v>
                </c:pt>
                <c:pt idx="652">
                  <c:v>41733</c:v>
                </c:pt>
                <c:pt idx="653">
                  <c:v>41726</c:v>
                </c:pt>
                <c:pt idx="654">
                  <c:v>41719</c:v>
                </c:pt>
                <c:pt idx="655">
                  <c:v>41712</c:v>
                </c:pt>
                <c:pt idx="656">
                  <c:v>41705</c:v>
                </c:pt>
                <c:pt idx="657">
                  <c:v>41698</c:v>
                </c:pt>
                <c:pt idx="658">
                  <c:v>41691</c:v>
                </c:pt>
                <c:pt idx="659">
                  <c:v>41684</c:v>
                </c:pt>
                <c:pt idx="660">
                  <c:v>41677</c:v>
                </c:pt>
                <c:pt idx="661">
                  <c:v>41668</c:v>
                </c:pt>
                <c:pt idx="662">
                  <c:v>41663</c:v>
                </c:pt>
                <c:pt idx="663">
                  <c:v>41656</c:v>
                </c:pt>
                <c:pt idx="664">
                  <c:v>41649</c:v>
                </c:pt>
                <c:pt idx="665">
                  <c:v>41642</c:v>
                </c:pt>
                <c:pt idx="666">
                  <c:v>41635</c:v>
                </c:pt>
                <c:pt idx="667">
                  <c:v>41628</c:v>
                </c:pt>
                <c:pt idx="668">
                  <c:v>41621</c:v>
                </c:pt>
                <c:pt idx="669">
                  <c:v>41614</c:v>
                </c:pt>
                <c:pt idx="670">
                  <c:v>41607</c:v>
                </c:pt>
                <c:pt idx="671">
                  <c:v>41600</c:v>
                </c:pt>
                <c:pt idx="672">
                  <c:v>41593</c:v>
                </c:pt>
                <c:pt idx="673">
                  <c:v>41586</c:v>
                </c:pt>
                <c:pt idx="674">
                  <c:v>41579</c:v>
                </c:pt>
                <c:pt idx="675">
                  <c:v>41572</c:v>
                </c:pt>
                <c:pt idx="676">
                  <c:v>41565</c:v>
                </c:pt>
                <c:pt idx="677">
                  <c:v>41558</c:v>
                </c:pt>
                <c:pt idx="678">
                  <c:v>41551</c:v>
                </c:pt>
                <c:pt idx="679">
                  <c:v>41544</c:v>
                </c:pt>
                <c:pt idx="680">
                  <c:v>41534</c:v>
                </c:pt>
                <c:pt idx="681">
                  <c:v>41530</c:v>
                </c:pt>
                <c:pt idx="682">
                  <c:v>41523</c:v>
                </c:pt>
                <c:pt idx="683">
                  <c:v>41516</c:v>
                </c:pt>
                <c:pt idx="684">
                  <c:v>41509</c:v>
                </c:pt>
                <c:pt idx="685">
                  <c:v>41502</c:v>
                </c:pt>
                <c:pt idx="686">
                  <c:v>41495</c:v>
                </c:pt>
                <c:pt idx="687">
                  <c:v>41488</c:v>
                </c:pt>
                <c:pt idx="688">
                  <c:v>41481</c:v>
                </c:pt>
                <c:pt idx="689">
                  <c:v>41474</c:v>
                </c:pt>
                <c:pt idx="690">
                  <c:v>41467</c:v>
                </c:pt>
                <c:pt idx="691">
                  <c:v>41460</c:v>
                </c:pt>
                <c:pt idx="692">
                  <c:v>41453</c:v>
                </c:pt>
                <c:pt idx="693">
                  <c:v>41446</c:v>
                </c:pt>
                <c:pt idx="694">
                  <c:v>41439</c:v>
                </c:pt>
                <c:pt idx="695">
                  <c:v>41432</c:v>
                </c:pt>
                <c:pt idx="696">
                  <c:v>41425</c:v>
                </c:pt>
                <c:pt idx="697">
                  <c:v>41418</c:v>
                </c:pt>
                <c:pt idx="698">
                  <c:v>41410</c:v>
                </c:pt>
                <c:pt idx="699">
                  <c:v>41404</c:v>
                </c:pt>
                <c:pt idx="700">
                  <c:v>41397</c:v>
                </c:pt>
                <c:pt idx="701">
                  <c:v>41390</c:v>
                </c:pt>
                <c:pt idx="702">
                  <c:v>41383</c:v>
                </c:pt>
                <c:pt idx="703">
                  <c:v>41376</c:v>
                </c:pt>
                <c:pt idx="704">
                  <c:v>41369</c:v>
                </c:pt>
                <c:pt idx="705">
                  <c:v>41362</c:v>
                </c:pt>
                <c:pt idx="706">
                  <c:v>41355</c:v>
                </c:pt>
                <c:pt idx="707">
                  <c:v>41348</c:v>
                </c:pt>
                <c:pt idx="708">
                  <c:v>41341</c:v>
                </c:pt>
                <c:pt idx="709">
                  <c:v>41333</c:v>
                </c:pt>
                <c:pt idx="710">
                  <c:v>41327</c:v>
                </c:pt>
                <c:pt idx="711">
                  <c:v>41320</c:v>
                </c:pt>
                <c:pt idx="712">
                  <c:v>41313</c:v>
                </c:pt>
                <c:pt idx="713">
                  <c:v>41306</c:v>
                </c:pt>
                <c:pt idx="714">
                  <c:v>41299</c:v>
                </c:pt>
                <c:pt idx="715">
                  <c:v>41292</c:v>
                </c:pt>
                <c:pt idx="716">
                  <c:v>41285</c:v>
                </c:pt>
                <c:pt idx="717">
                  <c:v>41278</c:v>
                </c:pt>
                <c:pt idx="718">
                  <c:v>41271</c:v>
                </c:pt>
                <c:pt idx="719">
                  <c:v>41264</c:v>
                </c:pt>
                <c:pt idx="720">
                  <c:v>41257</c:v>
                </c:pt>
                <c:pt idx="721">
                  <c:v>41250</c:v>
                </c:pt>
                <c:pt idx="722">
                  <c:v>41243</c:v>
                </c:pt>
                <c:pt idx="723">
                  <c:v>41236</c:v>
                </c:pt>
                <c:pt idx="724">
                  <c:v>41229</c:v>
                </c:pt>
                <c:pt idx="725">
                  <c:v>41222</c:v>
                </c:pt>
                <c:pt idx="726">
                  <c:v>41215</c:v>
                </c:pt>
                <c:pt idx="727">
                  <c:v>41208</c:v>
                </c:pt>
                <c:pt idx="728">
                  <c:v>41201</c:v>
                </c:pt>
                <c:pt idx="729">
                  <c:v>41194</c:v>
                </c:pt>
                <c:pt idx="730">
                  <c:v>41187</c:v>
                </c:pt>
                <c:pt idx="731">
                  <c:v>41180</c:v>
                </c:pt>
                <c:pt idx="732">
                  <c:v>41173</c:v>
                </c:pt>
                <c:pt idx="733">
                  <c:v>41166</c:v>
                </c:pt>
                <c:pt idx="734">
                  <c:v>41159</c:v>
                </c:pt>
                <c:pt idx="735">
                  <c:v>41152</c:v>
                </c:pt>
                <c:pt idx="736">
                  <c:v>41145</c:v>
                </c:pt>
                <c:pt idx="737">
                  <c:v>41138</c:v>
                </c:pt>
                <c:pt idx="738">
                  <c:v>41131</c:v>
                </c:pt>
                <c:pt idx="739">
                  <c:v>41124</c:v>
                </c:pt>
                <c:pt idx="740">
                  <c:v>41117</c:v>
                </c:pt>
                <c:pt idx="741">
                  <c:v>41110</c:v>
                </c:pt>
                <c:pt idx="742">
                  <c:v>41103</c:v>
                </c:pt>
                <c:pt idx="743">
                  <c:v>41096</c:v>
                </c:pt>
                <c:pt idx="744">
                  <c:v>41089</c:v>
                </c:pt>
                <c:pt idx="745">
                  <c:v>41082</c:v>
                </c:pt>
                <c:pt idx="746">
                  <c:v>41075</c:v>
                </c:pt>
                <c:pt idx="747">
                  <c:v>41068</c:v>
                </c:pt>
                <c:pt idx="748">
                  <c:v>41061</c:v>
                </c:pt>
                <c:pt idx="749">
                  <c:v>41054</c:v>
                </c:pt>
                <c:pt idx="750">
                  <c:v>41047</c:v>
                </c:pt>
                <c:pt idx="751">
                  <c:v>41040</c:v>
                </c:pt>
                <c:pt idx="752">
                  <c:v>41033</c:v>
                </c:pt>
                <c:pt idx="753">
                  <c:v>41026</c:v>
                </c:pt>
                <c:pt idx="754">
                  <c:v>41019</c:v>
                </c:pt>
                <c:pt idx="755">
                  <c:v>41012</c:v>
                </c:pt>
                <c:pt idx="756">
                  <c:v>41005</c:v>
                </c:pt>
                <c:pt idx="757">
                  <c:v>40998</c:v>
                </c:pt>
                <c:pt idx="758">
                  <c:v>40991</c:v>
                </c:pt>
                <c:pt idx="759">
                  <c:v>40984</c:v>
                </c:pt>
                <c:pt idx="760">
                  <c:v>40977</c:v>
                </c:pt>
                <c:pt idx="761">
                  <c:v>40970</c:v>
                </c:pt>
                <c:pt idx="762">
                  <c:v>40963</c:v>
                </c:pt>
                <c:pt idx="763">
                  <c:v>40956</c:v>
                </c:pt>
                <c:pt idx="764">
                  <c:v>40949</c:v>
                </c:pt>
                <c:pt idx="765">
                  <c:v>40942</c:v>
                </c:pt>
                <c:pt idx="766">
                  <c:v>40935</c:v>
                </c:pt>
                <c:pt idx="767">
                  <c:v>40928</c:v>
                </c:pt>
                <c:pt idx="768">
                  <c:v>40921</c:v>
                </c:pt>
                <c:pt idx="769">
                  <c:v>40914</c:v>
                </c:pt>
                <c:pt idx="770">
                  <c:v>40906</c:v>
                </c:pt>
                <c:pt idx="771">
                  <c:v>40900</c:v>
                </c:pt>
                <c:pt idx="772">
                  <c:v>40893</c:v>
                </c:pt>
                <c:pt idx="773">
                  <c:v>40886</c:v>
                </c:pt>
                <c:pt idx="774">
                  <c:v>40879</c:v>
                </c:pt>
                <c:pt idx="775">
                  <c:v>40872</c:v>
                </c:pt>
                <c:pt idx="776">
                  <c:v>40865</c:v>
                </c:pt>
                <c:pt idx="777">
                  <c:v>40858</c:v>
                </c:pt>
                <c:pt idx="778">
                  <c:v>40851</c:v>
                </c:pt>
                <c:pt idx="779">
                  <c:v>40844</c:v>
                </c:pt>
                <c:pt idx="780">
                  <c:v>40837</c:v>
                </c:pt>
                <c:pt idx="781">
                  <c:v>40830</c:v>
                </c:pt>
                <c:pt idx="782">
                  <c:v>40823</c:v>
                </c:pt>
                <c:pt idx="783">
                  <c:v>40816</c:v>
                </c:pt>
                <c:pt idx="784">
                  <c:v>40809</c:v>
                </c:pt>
                <c:pt idx="785">
                  <c:v>40802</c:v>
                </c:pt>
                <c:pt idx="786">
                  <c:v>40795</c:v>
                </c:pt>
                <c:pt idx="787">
                  <c:v>40788</c:v>
                </c:pt>
                <c:pt idx="788">
                  <c:v>40781</c:v>
                </c:pt>
                <c:pt idx="789">
                  <c:v>40774</c:v>
                </c:pt>
                <c:pt idx="790">
                  <c:v>40767</c:v>
                </c:pt>
                <c:pt idx="791">
                  <c:v>40760</c:v>
                </c:pt>
                <c:pt idx="792">
                  <c:v>40753</c:v>
                </c:pt>
                <c:pt idx="793">
                  <c:v>40746</c:v>
                </c:pt>
                <c:pt idx="794">
                  <c:v>40739</c:v>
                </c:pt>
                <c:pt idx="795">
                  <c:v>40732</c:v>
                </c:pt>
                <c:pt idx="796">
                  <c:v>40725</c:v>
                </c:pt>
                <c:pt idx="797">
                  <c:v>40718</c:v>
                </c:pt>
                <c:pt idx="798">
                  <c:v>40711</c:v>
                </c:pt>
                <c:pt idx="799">
                  <c:v>40704</c:v>
                </c:pt>
                <c:pt idx="800">
                  <c:v>40697</c:v>
                </c:pt>
                <c:pt idx="801">
                  <c:v>40690</c:v>
                </c:pt>
                <c:pt idx="802">
                  <c:v>40683</c:v>
                </c:pt>
                <c:pt idx="803">
                  <c:v>40676</c:v>
                </c:pt>
                <c:pt idx="804">
                  <c:v>40669</c:v>
                </c:pt>
                <c:pt idx="805">
                  <c:v>40662</c:v>
                </c:pt>
                <c:pt idx="806">
                  <c:v>40655</c:v>
                </c:pt>
                <c:pt idx="807">
                  <c:v>40648</c:v>
                </c:pt>
                <c:pt idx="808">
                  <c:v>40641</c:v>
                </c:pt>
                <c:pt idx="809">
                  <c:v>40634</c:v>
                </c:pt>
                <c:pt idx="810">
                  <c:v>40627</c:v>
                </c:pt>
                <c:pt idx="811">
                  <c:v>40620</c:v>
                </c:pt>
                <c:pt idx="812">
                  <c:v>40613</c:v>
                </c:pt>
                <c:pt idx="813">
                  <c:v>40606</c:v>
                </c:pt>
                <c:pt idx="814">
                  <c:v>40599</c:v>
                </c:pt>
                <c:pt idx="815">
                  <c:v>40592</c:v>
                </c:pt>
                <c:pt idx="816">
                  <c:v>40585</c:v>
                </c:pt>
                <c:pt idx="817">
                  <c:v>40575</c:v>
                </c:pt>
                <c:pt idx="818">
                  <c:v>40571</c:v>
                </c:pt>
                <c:pt idx="819">
                  <c:v>40564</c:v>
                </c:pt>
                <c:pt idx="820">
                  <c:v>40557</c:v>
                </c:pt>
                <c:pt idx="821">
                  <c:v>40550</c:v>
                </c:pt>
                <c:pt idx="822">
                  <c:v>40542</c:v>
                </c:pt>
                <c:pt idx="823">
                  <c:v>40536</c:v>
                </c:pt>
                <c:pt idx="824">
                  <c:v>40529</c:v>
                </c:pt>
                <c:pt idx="825">
                  <c:v>40522</c:v>
                </c:pt>
                <c:pt idx="826">
                  <c:v>40515</c:v>
                </c:pt>
                <c:pt idx="827">
                  <c:v>40508</c:v>
                </c:pt>
                <c:pt idx="828">
                  <c:v>40501</c:v>
                </c:pt>
                <c:pt idx="829">
                  <c:v>40494</c:v>
                </c:pt>
                <c:pt idx="830">
                  <c:v>40487</c:v>
                </c:pt>
                <c:pt idx="831">
                  <c:v>40480</c:v>
                </c:pt>
                <c:pt idx="832">
                  <c:v>40473</c:v>
                </c:pt>
                <c:pt idx="833">
                  <c:v>40466</c:v>
                </c:pt>
                <c:pt idx="834">
                  <c:v>40459</c:v>
                </c:pt>
                <c:pt idx="835">
                  <c:v>40452</c:v>
                </c:pt>
                <c:pt idx="836">
                  <c:v>40445</c:v>
                </c:pt>
                <c:pt idx="837">
                  <c:v>40438</c:v>
                </c:pt>
                <c:pt idx="838">
                  <c:v>40431</c:v>
                </c:pt>
                <c:pt idx="839">
                  <c:v>40424</c:v>
                </c:pt>
                <c:pt idx="840">
                  <c:v>40417</c:v>
                </c:pt>
                <c:pt idx="841">
                  <c:v>40410</c:v>
                </c:pt>
                <c:pt idx="842">
                  <c:v>40403</c:v>
                </c:pt>
                <c:pt idx="843">
                  <c:v>40396</c:v>
                </c:pt>
                <c:pt idx="844">
                  <c:v>40389</c:v>
                </c:pt>
                <c:pt idx="845">
                  <c:v>40382</c:v>
                </c:pt>
                <c:pt idx="846">
                  <c:v>40375</c:v>
                </c:pt>
                <c:pt idx="847">
                  <c:v>40368</c:v>
                </c:pt>
                <c:pt idx="848">
                  <c:v>40361</c:v>
                </c:pt>
                <c:pt idx="849">
                  <c:v>40354</c:v>
                </c:pt>
                <c:pt idx="850">
                  <c:v>40347</c:v>
                </c:pt>
                <c:pt idx="851">
                  <c:v>40340</c:v>
                </c:pt>
                <c:pt idx="852">
                  <c:v>40333</c:v>
                </c:pt>
                <c:pt idx="853">
                  <c:v>40326</c:v>
                </c:pt>
                <c:pt idx="854">
                  <c:v>40318</c:v>
                </c:pt>
                <c:pt idx="855">
                  <c:v>40312</c:v>
                </c:pt>
                <c:pt idx="856">
                  <c:v>40305</c:v>
                </c:pt>
                <c:pt idx="857">
                  <c:v>40298</c:v>
                </c:pt>
                <c:pt idx="858">
                  <c:v>40291</c:v>
                </c:pt>
                <c:pt idx="859">
                  <c:v>40284</c:v>
                </c:pt>
                <c:pt idx="860">
                  <c:v>40277</c:v>
                </c:pt>
                <c:pt idx="861">
                  <c:v>40270</c:v>
                </c:pt>
                <c:pt idx="862">
                  <c:v>40263</c:v>
                </c:pt>
                <c:pt idx="863">
                  <c:v>40256</c:v>
                </c:pt>
                <c:pt idx="864">
                  <c:v>40249</c:v>
                </c:pt>
                <c:pt idx="865">
                  <c:v>40242</c:v>
                </c:pt>
                <c:pt idx="866">
                  <c:v>40235</c:v>
                </c:pt>
                <c:pt idx="867">
                  <c:v>40228</c:v>
                </c:pt>
                <c:pt idx="868">
                  <c:v>40221</c:v>
                </c:pt>
                <c:pt idx="869">
                  <c:v>40214</c:v>
                </c:pt>
                <c:pt idx="870">
                  <c:v>40207</c:v>
                </c:pt>
                <c:pt idx="871">
                  <c:v>40200</c:v>
                </c:pt>
                <c:pt idx="872">
                  <c:v>40193</c:v>
                </c:pt>
                <c:pt idx="873">
                  <c:v>40186</c:v>
                </c:pt>
                <c:pt idx="874">
                  <c:v>40177</c:v>
                </c:pt>
                <c:pt idx="875">
                  <c:v>40171</c:v>
                </c:pt>
                <c:pt idx="876">
                  <c:v>40165</c:v>
                </c:pt>
                <c:pt idx="877">
                  <c:v>40158</c:v>
                </c:pt>
                <c:pt idx="878">
                  <c:v>40151</c:v>
                </c:pt>
                <c:pt idx="879">
                  <c:v>40144</c:v>
                </c:pt>
                <c:pt idx="880">
                  <c:v>40137</c:v>
                </c:pt>
                <c:pt idx="881">
                  <c:v>40130</c:v>
                </c:pt>
                <c:pt idx="882">
                  <c:v>40123</c:v>
                </c:pt>
                <c:pt idx="883">
                  <c:v>40116</c:v>
                </c:pt>
                <c:pt idx="884">
                  <c:v>40109</c:v>
                </c:pt>
                <c:pt idx="885">
                  <c:v>40102</c:v>
                </c:pt>
                <c:pt idx="886">
                  <c:v>40095</c:v>
                </c:pt>
                <c:pt idx="887">
                  <c:v>40087</c:v>
                </c:pt>
                <c:pt idx="888">
                  <c:v>40081</c:v>
                </c:pt>
                <c:pt idx="889">
                  <c:v>40074</c:v>
                </c:pt>
                <c:pt idx="890">
                  <c:v>40067</c:v>
                </c:pt>
                <c:pt idx="891">
                  <c:v>40060</c:v>
                </c:pt>
                <c:pt idx="892">
                  <c:v>40053</c:v>
                </c:pt>
                <c:pt idx="893">
                  <c:v>40046</c:v>
                </c:pt>
                <c:pt idx="894">
                  <c:v>40039</c:v>
                </c:pt>
                <c:pt idx="895">
                  <c:v>40032</c:v>
                </c:pt>
                <c:pt idx="896">
                  <c:v>40025</c:v>
                </c:pt>
                <c:pt idx="897">
                  <c:v>40018</c:v>
                </c:pt>
                <c:pt idx="898">
                  <c:v>40011</c:v>
                </c:pt>
                <c:pt idx="899">
                  <c:v>40004</c:v>
                </c:pt>
                <c:pt idx="900">
                  <c:v>39997</c:v>
                </c:pt>
                <c:pt idx="901">
                  <c:v>39990</c:v>
                </c:pt>
                <c:pt idx="902">
                  <c:v>39983</c:v>
                </c:pt>
                <c:pt idx="903">
                  <c:v>39976</c:v>
                </c:pt>
                <c:pt idx="904">
                  <c:v>39969</c:v>
                </c:pt>
                <c:pt idx="905">
                  <c:v>39962</c:v>
                </c:pt>
                <c:pt idx="906">
                  <c:v>39955</c:v>
                </c:pt>
                <c:pt idx="907">
                  <c:v>39948</c:v>
                </c:pt>
                <c:pt idx="908">
                  <c:v>39941</c:v>
                </c:pt>
                <c:pt idx="909">
                  <c:v>39933</c:v>
                </c:pt>
                <c:pt idx="910">
                  <c:v>39927</c:v>
                </c:pt>
                <c:pt idx="911">
                  <c:v>39920</c:v>
                </c:pt>
                <c:pt idx="912">
                  <c:v>39913</c:v>
                </c:pt>
                <c:pt idx="913">
                  <c:v>39906</c:v>
                </c:pt>
                <c:pt idx="914">
                  <c:v>39899</c:v>
                </c:pt>
                <c:pt idx="915">
                  <c:v>39892</c:v>
                </c:pt>
                <c:pt idx="916">
                  <c:v>39885</c:v>
                </c:pt>
                <c:pt idx="917">
                  <c:v>39878</c:v>
                </c:pt>
                <c:pt idx="918">
                  <c:v>39871</c:v>
                </c:pt>
                <c:pt idx="919">
                  <c:v>39864</c:v>
                </c:pt>
                <c:pt idx="920">
                  <c:v>39857</c:v>
                </c:pt>
                <c:pt idx="921">
                  <c:v>39850</c:v>
                </c:pt>
                <c:pt idx="922">
                  <c:v>39843</c:v>
                </c:pt>
                <c:pt idx="923">
                  <c:v>39836</c:v>
                </c:pt>
                <c:pt idx="924">
                  <c:v>39829</c:v>
                </c:pt>
                <c:pt idx="925">
                  <c:v>39822</c:v>
                </c:pt>
                <c:pt idx="926">
                  <c:v>39815</c:v>
                </c:pt>
                <c:pt idx="927">
                  <c:v>39808</c:v>
                </c:pt>
                <c:pt idx="928">
                  <c:v>39801</c:v>
                </c:pt>
                <c:pt idx="929">
                  <c:v>39794</c:v>
                </c:pt>
                <c:pt idx="930">
                  <c:v>39787</c:v>
                </c:pt>
                <c:pt idx="931">
                  <c:v>39780</c:v>
                </c:pt>
                <c:pt idx="932">
                  <c:v>39773</c:v>
                </c:pt>
                <c:pt idx="933">
                  <c:v>39766</c:v>
                </c:pt>
                <c:pt idx="934">
                  <c:v>39759</c:v>
                </c:pt>
                <c:pt idx="935">
                  <c:v>39752</c:v>
                </c:pt>
                <c:pt idx="936">
                  <c:v>39745</c:v>
                </c:pt>
                <c:pt idx="937">
                  <c:v>39738</c:v>
                </c:pt>
                <c:pt idx="938">
                  <c:v>39731</c:v>
                </c:pt>
                <c:pt idx="939">
                  <c:v>39723</c:v>
                </c:pt>
                <c:pt idx="940">
                  <c:v>39717</c:v>
                </c:pt>
                <c:pt idx="941">
                  <c:v>39710</c:v>
                </c:pt>
                <c:pt idx="942">
                  <c:v>39703</c:v>
                </c:pt>
                <c:pt idx="943">
                  <c:v>39696</c:v>
                </c:pt>
                <c:pt idx="944">
                  <c:v>39689</c:v>
                </c:pt>
                <c:pt idx="945">
                  <c:v>39682</c:v>
                </c:pt>
                <c:pt idx="946">
                  <c:v>39674</c:v>
                </c:pt>
                <c:pt idx="947">
                  <c:v>39668</c:v>
                </c:pt>
                <c:pt idx="948">
                  <c:v>39661</c:v>
                </c:pt>
                <c:pt idx="949">
                  <c:v>39654</c:v>
                </c:pt>
                <c:pt idx="950">
                  <c:v>39647</c:v>
                </c:pt>
                <c:pt idx="951">
                  <c:v>39640</c:v>
                </c:pt>
                <c:pt idx="952">
                  <c:v>39633</c:v>
                </c:pt>
                <c:pt idx="953">
                  <c:v>39626</c:v>
                </c:pt>
                <c:pt idx="954">
                  <c:v>39619</c:v>
                </c:pt>
                <c:pt idx="955">
                  <c:v>39612</c:v>
                </c:pt>
                <c:pt idx="956">
                  <c:v>39604</c:v>
                </c:pt>
                <c:pt idx="957">
                  <c:v>39598</c:v>
                </c:pt>
                <c:pt idx="958">
                  <c:v>39591</c:v>
                </c:pt>
                <c:pt idx="959">
                  <c:v>39584</c:v>
                </c:pt>
                <c:pt idx="960">
                  <c:v>39577</c:v>
                </c:pt>
                <c:pt idx="961">
                  <c:v>39570</c:v>
                </c:pt>
                <c:pt idx="962">
                  <c:v>39563</c:v>
                </c:pt>
                <c:pt idx="963">
                  <c:v>39556</c:v>
                </c:pt>
                <c:pt idx="964">
                  <c:v>39549</c:v>
                </c:pt>
                <c:pt idx="965">
                  <c:v>39542</c:v>
                </c:pt>
                <c:pt idx="966">
                  <c:v>39535</c:v>
                </c:pt>
                <c:pt idx="967">
                  <c:v>39528</c:v>
                </c:pt>
                <c:pt idx="968">
                  <c:v>39521</c:v>
                </c:pt>
                <c:pt idx="969">
                  <c:v>39514</c:v>
                </c:pt>
                <c:pt idx="970">
                  <c:v>39507</c:v>
                </c:pt>
                <c:pt idx="971">
                  <c:v>39500</c:v>
                </c:pt>
                <c:pt idx="972">
                  <c:v>39493</c:v>
                </c:pt>
                <c:pt idx="973">
                  <c:v>39483</c:v>
                </c:pt>
                <c:pt idx="974">
                  <c:v>39479</c:v>
                </c:pt>
                <c:pt idx="975">
                  <c:v>39472</c:v>
                </c:pt>
                <c:pt idx="976">
                  <c:v>39465</c:v>
                </c:pt>
                <c:pt idx="977">
                  <c:v>39458</c:v>
                </c:pt>
                <c:pt idx="978">
                  <c:v>39451</c:v>
                </c:pt>
                <c:pt idx="979">
                  <c:v>39444</c:v>
                </c:pt>
                <c:pt idx="980">
                  <c:v>39437</c:v>
                </c:pt>
                <c:pt idx="981">
                  <c:v>39430</c:v>
                </c:pt>
                <c:pt idx="982">
                  <c:v>39423</c:v>
                </c:pt>
                <c:pt idx="983">
                  <c:v>39416</c:v>
                </c:pt>
                <c:pt idx="984">
                  <c:v>39409</c:v>
                </c:pt>
                <c:pt idx="985">
                  <c:v>39402</c:v>
                </c:pt>
              </c:numCache>
            </c:numRef>
          </c:cat>
          <c:val>
            <c:numRef>
              <c:f>data!$Y$15:$Y$1000</c:f>
              <c:numCache>
                <c:formatCode>_-* #,##0.0_-;\-* #,##0.0_-;_-* "-"_-;_-@_-</c:formatCode>
                <c:ptCount val="986"/>
                <c:pt idx="0">
                  <c:v>4015.7151515151518</c:v>
                </c:pt>
                <c:pt idx="1">
                  <c:v>#N/A</c:v>
                </c:pt>
                <c:pt idx="2">
                  <c:v>4023.25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3534.1218487394954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3125.7873563218391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3128.5454545454545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2970.2192982456145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2966.9320388349515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2842.2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2862.8214285714284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2849.2258064516132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2797.82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2746.63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2795.0315789473689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2769.7415730337079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2727.9574468085111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2663.2903225806454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2662.3809523809527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2596.9759036144578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2544.7311827956987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2481.7999999999997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2635.0884955752217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2540.8455284552842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2540.646153846154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2472.3658536585367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2498.6695652173912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2450.4105263157894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2425.7386363636365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2453.9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2476.6404494382023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2440.3928571428569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2367.3555555555554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2326.8152173913045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2346.022988505747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2274.8252427184466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2215.361904761905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2183.7946428571427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2222.9639639639636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2176.7909090909088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2098.0614035087719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2037.9528301886792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2046.9292929292931</c:v>
                </c:pt>
                <c:pt idx="510">
                  <c:v>#N/A</c:v>
                </c:pt>
                <c:pt idx="511">
                  <c:v>#N/A</c:v>
                </c:pt>
                <c:pt idx="512">
                  <c:v>#N/A</c:v>
                </c:pt>
                <c:pt idx="513">
                  <c:v>#N/A</c:v>
                </c:pt>
                <c:pt idx="514">
                  <c:v>#N/A</c:v>
                </c:pt>
                <c:pt idx="515">
                  <c:v>#N/A</c:v>
                </c:pt>
                <c:pt idx="516">
                  <c:v>#N/A</c:v>
                </c:pt>
                <c:pt idx="517">
                  <c:v>#N/A</c:v>
                </c:pt>
                <c:pt idx="518">
                  <c:v>#N/A</c:v>
                </c:pt>
                <c:pt idx="519">
                  <c:v>#N/A</c:v>
                </c:pt>
                <c:pt idx="520">
                  <c:v>#N/A</c:v>
                </c:pt>
                <c:pt idx="521">
                  <c:v>#N/A</c:v>
                </c:pt>
                <c:pt idx="522">
                  <c:v>2023.3960396039604</c:v>
                </c:pt>
                <c:pt idx="523">
                  <c:v>#N/A</c:v>
                </c:pt>
                <c:pt idx="524">
                  <c:v>#N/A</c:v>
                </c:pt>
                <c:pt idx="525">
                  <c:v>#N/A</c:v>
                </c:pt>
                <c:pt idx="526">
                  <c:v>#N/A</c:v>
                </c:pt>
                <c:pt idx="527">
                  <c:v>#N/A</c:v>
                </c:pt>
                <c:pt idx="528">
                  <c:v>#N/A</c:v>
                </c:pt>
                <c:pt idx="529">
                  <c:v>#N/A</c:v>
                </c:pt>
                <c:pt idx="530">
                  <c:v>#N/A</c:v>
                </c:pt>
                <c:pt idx="531">
                  <c:v>#N/A</c:v>
                </c:pt>
                <c:pt idx="532">
                  <c:v>#N/A</c:v>
                </c:pt>
                <c:pt idx="533">
                  <c:v>#N/A</c:v>
                </c:pt>
                <c:pt idx="534">
                  <c:v>#N/A</c:v>
                </c:pt>
                <c:pt idx="535">
                  <c:v>#N/A</c:v>
                </c:pt>
                <c:pt idx="536">
                  <c:v>1984.7835051546392</c:v>
                </c:pt>
                <c:pt idx="537">
                  <c:v>#N/A</c:v>
                </c:pt>
                <c:pt idx="538">
                  <c:v>#N/A</c:v>
                </c:pt>
                <c:pt idx="539">
                  <c:v>#N/A</c:v>
                </c:pt>
                <c:pt idx="540">
                  <c:v>#N/A</c:v>
                </c:pt>
                <c:pt idx="541">
                  <c:v>#N/A</c:v>
                </c:pt>
                <c:pt idx="542">
                  <c:v>#N/A</c:v>
                </c:pt>
                <c:pt idx="543">
                  <c:v>#N/A</c:v>
                </c:pt>
                <c:pt idx="544">
                  <c:v>#N/A</c:v>
                </c:pt>
                <c:pt idx="545">
                  <c:v>#N/A</c:v>
                </c:pt>
                <c:pt idx="546">
                  <c:v>#N/A</c:v>
                </c:pt>
                <c:pt idx="547">
                  <c:v>#N/A</c:v>
                </c:pt>
                <c:pt idx="548">
                  <c:v>#N/A</c:v>
                </c:pt>
                <c:pt idx="549">
                  <c:v>1983.81</c:v>
                </c:pt>
                <c:pt idx="550">
                  <c:v>#N/A</c:v>
                </c:pt>
                <c:pt idx="551">
                  <c:v>#N/A</c:v>
                </c:pt>
                <c:pt idx="552">
                  <c:v>#N/A</c:v>
                </c:pt>
                <c:pt idx="553">
                  <c:v>#N/A</c:v>
                </c:pt>
                <c:pt idx="554">
                  <c:v>#N/A</c:v>
                </c:pt>
                <c:pt idx="555">
                  <c:v>#N/A</c:v>
                </c:pt>
                <c:pt idx="556">
                  <c:v>#N/A</c:v>
                </c:pt>
                <c:pt idx="557">
                  <c:v>#N/A</c:v>
                </c:pt>
                <c:pt idx="558">
                  <c:v>#N/A</c:v>
                </c:pt>
                <c:pt idx="559">
                  <c:v>#N/A</c:v>
                </c:pt>
                <c:pt idx="560">
                  <c:v>#N/A</c:v>
                </c:pt>
                <c:pt idx="561">
                  <c:v>1981.121212121212</c:v>
                </c:pt>
                <c:pt idx="562">
                  <c:v>#N/A</c:v>
                </c:pt>
                <c:pt idx="563">
                  <c:v>#N/A</c:v>
                </c:pt>
                <c:pt idx="564">
                  <c:v>#N/A</c:v>
                </c:pt>
                <c:pt idx="565">
                  <c:v>#N/A</c:v>
                </c:pt>
                <c:pt idx="566">
                  <c:v>#N/A</c:v>
                </c:pt>
                <c:pt idx="567">
                  <c:v>#N/A</c:v>
                </c:pt>
                <c:pt idx="568">
                  <c:v>#N/A</c:v>
                </c:pt>
                <c:pt idx="569">
                  <c:v>#N/A</c:v>
                </c:pt>
                <c:pt idx="570">
                  <c:v>#N/A</c:v>
                </c:pt>
                <c:pt idx="571">
                  <c:v>#N/A</c:v>
                </c:pt>
                <c:pt idx="572">
                  <c:v>#N/A</c:v>
                </c:pt>
                <c:pt idx="573">
                  <c:v>#N/A</c:v>
                </c:pt>
                <c:pt idx="574">
                  <c:v>#N/A</c:v>
                </c:pt>
                <c:pt idx="575">
                  <c:v>1904.7549019607841</c:v>
                </c:pt>
                <c:pt idx="576">
                  <c:v>#N/A</c:v>
                </c:pt>
                <c:pt idx="577">
                  <c:v>#N/A</c:v>
                </c:pt>
                <c:pt idx="578">
                  <c:v>#N/A</c:v>
                </c:pt>
                <c:pt idx="579">
                  <c:v>#N/A</c:v>
                </c:pt>
                <c:pt idx="580">
                  <c:v>#N/A</c:v>
                </c:pt>
                <c:pt idx="581">
                  <c:v>#N/A</c:v>
                </c:pt>
                <c:pt idx="582">
                  <c:v>#N/A</c:v>
                </c:pt>
                <c:pt idx="583">
                  <c:v>#N/A</c:v>
                </c:pt>
                <c:pt idx="584">
                  <c:v>#N/A</c:v>
                </c:pt>
                <c:pt idx="585">
                  <c:v>#N/A</c:v>
                </c:pt>
                <c:pt idx="586">
                  <c:v>#N/A</c:v>
                </c:pt>
                <c:pt idx="587">
                  <c:v>#N/A</c:v>
                </c:pt>
                <c:pt idx="588">
                  <c:v>1917.6697247706422</c:v>
                </c:pt>
                <c:pt idx="589">
                  <c:v>#N/A</c:v>
                </c:pt>
                <c:pt idx="590">
                  <c:v>#N/A</c:v>
                </c:pt>
                <c:pt idx="591">
                  <c:v>#N/A</c:v>
                </c:pt>
                <c:pt idx="592">
                  <c:v>#N/A</c:v>
                </c:pt>
                <c:pt idx="593">
                  <c:v>#N/A</c:v>
                </c:pt>
                <c:pt idx="594">
                  <c:v>#N/A</c:v>
                </c:pt>
                <c:pt idx="595">
                  <c:v>#N/A</c:v>
                </c:pt>
                <c:pt idx="596">
                  <c:v>#N/A</c:v>
                </c:pt>
                <c:pt idx="597">
                  <c:v>#N/A</c:v>
                </c:pt>
                <c:pt idx="598">
                  <c:v>#N/A</c:v>
                </c:pt>
                <c:pt idx="599">
                  <c:v>#N/A</c:v>
                </c:pt>
                <c:pt idx="600">
                  <c:v>#N/A</c:v>
                </c:pt>
                <c:pt idx="601">
                  <c:v>1853.0275229357796</c:v>
                </c:pt>
                <c:pt idx="602">
                  <c:v>#N/A</c:v>
                </c:pt>
                <c:pt idx="603">
                  <c:v>#N/A</c:v>
                </c:pt>
                <c:pt idx="604">
                  <c:v>#N/A</c:v>
                </c:pt>
                <c:pt idx="605">
                  <c:v>#N/A</c:v>
                </c:pt>
                <c:pt idx="606">
                  <c:v>#N/A</c:v>
                </c:pt>
                <c:pt idx="607">
                  <c:v>#N/A</c:v>
                </c:pt>
                <c:pt idx="608">
                  <c:v>#N/A</c:v>
                </c:pt>
                <c:pt idx="609">
                  <c:v>#N/A</c:v>
                </c:pt>
                <c:pt idx="610">
                  <c:v>#N/A</c:v>
                </c:pt>
                <c:pt idx="611">
                  <c:v>#N/A</c:v>
                </c:pt>
                <c:pt idx="612">
                  <c:v>#N/A</c:v>
                </c:pt>
                <c:pt idx="613">
                  <c:v>#N/A</c:v>
                </c:pt>
                <c:pt idx="614">
                  <c:v>1855.3904761904762</c:v>
                </c:pt>
                <c:pt idx="615">
                  <c:v>#N/A</c:v>
                </c:pt>
                <c:pt idx="616">
                  <c:v>#N/A</c:v>
                </c:pt>
                <c:pt idx="617">
                  <c:v>#N/A</c:v>
                </c:pt>
                <c:pt idx="618">
                  <c:v>#N/A</c:v>
                </c:pt>
                <c:pt idx="619">
                  <c:v>#N/A</c:v>
                </c:pt>
                <c:pt idx="620">
                  <c:v>#N/A</c:v>
                </c:pt>
                <c:pt idx="621">
                  <c:v>#N/A</c:v>
                </c:pt>
                <c:pt idx="622">
                  <c:v>#N/A</c:v>
                </c:pt>
                <c:pt idx="623">
                  <c:v>#N/A</c:v>
                </c:pt>
                <c:pt idx="624">
                  <c:v>#N/A</c:v>
                </c:pt>
                <c:pt idx="625">
                  <c:v>#N/A</c:v>
                </c:pt>
                <c:pt idx="626">
                  <c:v>#N/A</c:v>
                </c:pt>
                <c:pt idx="627">
                  <c:v>1881.148148148148</c:v>
                </c:pt>
                <c:pt idx="628">
                  <c:v>#N/A</c:v>
                </c:pt>
                <c:pt idx="629">
                  <c:v>190.64985994397756</c:v>
                </c:pt>
                <c:pt idx="630">
                  <c:v>191.53364485981308</c:v>
                </c:pt>
                <c:pt idx="631">
                  <c:v>191.177449168207</c:v>
                </c:pt>
                <c:pt idx="632">
                  <c:v>192.75538894095592</c:v>
                </c:pt>
                <c:pt idx="633">
                  <c:v>193.00467726847521</c:v>
                </c:pt>
                <c:pt idx="634">
                  <c:v>193.07034220532319</c:v>
                </c:pt>
                <c:pt idx="635">
                  <c:v>192.66728624535315</c:v>
                </c:pt>
                <c:pt idx="636">
                  <c:v>193.51569933396763</c:v>
                </c:pt>
                <c:pt idx="637">
                  <c:v>194.17500000000001</c:v>
                </c:pt>
                <c:pt idx="638">
                  <c:v>195.74212598425197</c:v>
                </c:pt>
                <c:pt idx="639">
                  <c:v>199.17343904856295</c:v>
                </c:pt>
                <c:pt idx="640">
                  <c:v>197.66500994035783</c:v>
                </c:pt>
                <c:pt idx="641">
                  <c:v>199.60141987829616</c:v>
                </c:pt>
                <c:pt idx="642">
                  <c:v>201.09595959595958</c:v>
                </c:pt>
                <c:pt idx="643">
                  <c:v>201.36024217961653</c:v>
                </c:pt>
                <c:pt idx="644">
                  <c:v>199.2967032967033</c:v>
                </c:pt>
                <c:pt idx="645">
                  <c:v>199.32509881422928</c:v>
                </c:pt>
                <c:pt idx="646">
                  <c:v>199.94438927507449</c:v>
                </c:pt>
                <c:pt idx="647">
                  <c:v>201.49845520082388</c:v>
                </c:pt>
                <c:pt idx="648">
                  <c:v>201.79608650875386</c:v>
                </c:pt>
                <c:pt idx="649">
                  <c:v>200.16852791878173</c:v>
                </c:pt>
                <c:pt idx="650">
                  <c:v>201.84088620342396</c:v>
                </c:pt>
                <c:pt idx="651">
                  <c:v>203.19837232960327</c:v>
                </c:pt>
                <c:pt idx="652">
                  <c:v>204.32579650565259</c:v>
                </c:pt>
                <c:pt idx="653">
                  <c:v>204.01647785787847</c:v>
                </c:pt>
                <c:pt idx="654">
                  <c:v>205.18981972428421</c:v>
                </c:pt>
                <c:pt idx="655">
                  <c:v>205.77706323687033</c:v>
                </c:pt>
                <c:pt idx="656">
                  <c:v>205.69583333333335</c:v>
                </c:pt>
                <c:pt idx="657">
                  <c:v>204.33333333333334</c:v>
                </c:pt>
                <c:pt idx="658">
                  <c:v>205.22327044025158</c:v>
                </c:pt>
                <c:pt idx="659">
                  <c:v>205.97452229299364</c:v>
                </c:pt>
                <c:pt idx="660">
                  <c:v>206.94294940796559</c:v>
                </c:pt>
                <c:pt idx="661">
                  <c:v>206.72523961661341</c:v>
                </c:pt>
                <c:pt idx="662">
                  <c:v>210.9304347826087</c:v>
                </c:pt>
                <c:pt idx="663">
                  <c:v>212.97699890470975</c:v>
                </c:pt>
                <c:pt idx="664">
                  <c:v>214.20331491712705</c:v>
                </c:pt>
                <c:pt idx="665">
                  <c:v>217.93281075027997</c:v>
                </c:pt>
                <c:pt idx="666">
                  <c:v>215.99568500539374</c:v>
                </c:pt>
                <c:pt idx="667">
                  <c:v>216.52292576419214</c:v>
                </c:pt>
                <c:pt idx="668">
                  <c:v>217.85904550499447</c:v>
                </c:pt>
                <c:pt idx="669">
                  <c:v>217.86688668866887</c:v>
                </c:pt>
                <c:pt idx="670">
                  <c:v>214.1225130890052</c:v>
                </c:pt>
                <c:pt idx="671">
                  <c:v>214.34081196581198</c:v>
                </c:pt>
                <c:pt idx="672">
                  <c:v>213.59318423855166</c:v>
                </c:pt>
                <c:pt idx="673">
                  <c:v>214.58054054054054</c:v>
                </c:pt>
                <c:pt idx="674">
                  <c:v>215.12869198312237</c:v>
                </c:pt>
                <c:pt idx="675">
                  <c:v>214.1463157894737</c:v>
                </c:pt>
                <c:pt idx="676">
                  <c:v>215.81493165089381</c:v>
                </c:pt>
                <c:pt idx="677">
                  <c:v>216.79871520342613</c:v>
                </c:pt>
                <c:pt idx="678">
                  <c:v>217.773173391494</c:v>
                </c:pt>
                <c:pt idx="679">
                  <c:v>215.62700964630224</c:v>
                </c:pt>
                <c:pt idx="680">
                  <c:v>216.35167206040992</c:v>
                </c:pt>
                <c:pt idx="681">
                  <c:v>216.77391304347827</c:v>
                </c:pt>
                <c:pt idx="682">
                  <c:v>217.25666666666666</c:v>
                </c:pt>
                <c:pt idx="683">
                  <c:v>214.27808676307006</c:v>
                </c:pt>
                <c:pt idx="684">
                  <c:v>216.9559164733179</c:v>
                </c:pt>
                <c:pt idx="685">
                  <c:v>217.69954648526075</c:v>
                </c:pt>
                <c:pt idx="686">
                  <c:v>218.43321718931477</c:v>
                </c:pt>
                <c:pt idx="687">
                  <c:v>218.31782065834278</c:v>
                </c:pt>
                <c:pt idx="688">
                  <c:v>214.45679012345678</c:v>
                </c:pt>
                <c:pt idx="689">
                  <c:v>214.85763490241101</c:v>
                </c:pt>
                <c:pt idx="690">
                  <c:v>216.68366164542292</c:v>
                </c:pt>
                <c:pt idx="691">
                  <c:v>220.08523409363744</c:v>
                </c:pt>
                <c:pt idx="692">
                  <c:v>218.95652173913044</c:v>
                </c:pt>
                <c:pt idx="693">
                  <c:v>221.21723300970874</c:v>
                </c:pt>
                <c:pt idx="694">
                  <c:v>222.00235017626323</c:v>
                </c:pt>
                <c:pt idx="695">
                  <c:v>222.66782407407405</c:v>
                </c:pt>
                <c:pt idx="696">
                  <c:v>220.13751375137514</c:v>
                </c:pt>
                <c:pt idx="697">
                  <c:v>220.74384787472039</c:v>
                </c:pt>
                <c:pt idx="698">
                  <c:v>220.75666666666666</c:v>
                </c:pt>
                <c:pt idx="699">
                  <c:v>222.00342465753425</c:v>
                </c:pt>
                <c:pt idx="700">
                  <c:v>222.86961451247166</c:v>
                </c:pt>
                <c:pt idx="701">
                  <c:v>219.47629796839729</c:v>
                </c:pt>
                <c:pt idx="702">
                  <c:v>220.9443800695249</c:v>
                </c:pt>
                <c:pt idx="703">
                  <c:v>221.68548387096774</c:v>
                </c:pt>
                <c:pt idx="704">
                  <c:v>221.01261467889907</c:v>
                </c:pt>
                <c:pt idx="705">
                  <c:v>218.87445414847161</c:v>
                </c:pt>
                <c:pt idx="706">
                  <c:v>219.20247469066365</c:v>
                </c:pt>
                <c:pt idx="707">
                  <c:v>218.77753303964758</c:v>
                </c:pt>
                <c:pt idx="708">
                  <c:v>218.28182807399349</c:v>
                </c:pt>
                <c:pt idx="709">
                  <c:v>215.35494155154092</c:v>
                </c:pt>
                <c:pt idx="710">
                  <c:v>216.15524625267668</c:v>
                </c:pt>
                <c:pt idx="711">
                  <c:v>216.05016357688115</c:v>
                </c:pt>
                <c:pt idx="712">
                  <c:v>217.00778642936598</c:v>
                </c:pt>
                <c:pt idx="713">
                  <c:v>219.48318385650225</c:v>
                </c:pt>
                <c:pt idx="714">
                  <c:v>219.71670428893907</c:v>
                </c:pt>
                <c:pt idx="715">
                  <c:v>220.87222222222221</c:v>
                </c:pt>
                <c:pt idx="716">
                  <c:v>222.84263392857142</c:v>
                </c:pt>
                <c:pt idx="717">
                  <c:v>222.55973451327435</c:v>
                </c:pt>
                <c:pt idx="718">
                  <c:v>221.15725359911409</c:v>
                </c:pt>
                <c:pt idx="719">
                  <c:v>221.27597765363132</c:v>
                </c:pt>
                <c:pt idx="720">
                  <c:v>221.42508324084352</c:v>
                </c:pt>
                <c:pt idx="721">
                  <c:v>221.68176670441676</c:v>
                </c:pt>
                <c:pt idx="722">
                  <c:v>218.1602708803612</c:v>
                </c:pt>
                <c:pt idx="723">
                  <c:v>218.43771428571426</c:v>
                </c:pt>
                <c:pt idx="724">
                  <c:v>218.66392479435959</c:v>
                </c:pt>
                <c:pt idx="725">
                  <c:v>219.65513264129183</c:v>
                </c:pt>
                <c:pt idx="726">
                  <c:v>220.79631760644421</c:v>
                </c:pt>
                <c:pt idx="727">
                  <c:v>217.40574712643681</c:v>
                </c:pt>
                <c:pt idx="728">
                  <c:v>218.40898876404492</c:v>
                </c:pt>
                <c:pt idx="729">
                  <c:v>220.44013683010263</c:v>
                </c:pt>
                <c:pt idx="730">
                  <c:v>220.70464601769913</c:v>
                </c:pt>
                <c:pt idx="731">
                  <c:v>216.50867678958784</c:v>
                </c:pt>
                <c:pt idx="732">
                  <c:v>218.36095965103598</c:v>
                </c:pt>
                <c:pt idx="733">
                  <c:v>218.4526659412405</c:v>
                </c:pt>
                <c:pt idx="734">
                  <c:v>219.27045454545453</c:v>
                </c:pt>
                <c:pt idx="735">
                  <c:v>216.73720136518773</c:v>
                </c:pt>
                <c:pt idx="736">
                  <c:v>217.66553287981858</c:v>
                </c:pt>
                <c:pt idx="737">
                  <c:v>218.46689113355779</c:v>
                </c:pt>
                <c:pt idx="738">
                  <c:v>219.68397291196391</c:v>
                </c:pt>
                <c:pt idx="739">
                  <c:v>221.13397129186606</c:v>
                </c:pt>
                <c:pt idx="740">
                  <c:v>220.38072289156625</c:v>
                </c:pt>
                <c:pt idx="741">
                  <c:v>223.6723926380368</c:v>
                </c:pt>
                <c:pt idx="742">
                  <c:v>224.09023485784923</c:v>
                </c:pt>
                <c:pt idx="743">
                  <c:v>224.69165659008465</c:v>
                </c:pt>
                <c:pt idx="744">
                  <c:v>222.83774038461539</c:v>
                </c:pt>
                <c:pt idx="745">
                  <c:v>224.47023086269746</c:v>
                </c:pt>
                <c:pt idx="746">
                  <c:v>224.14475271411342</c:v>
                </c:pt>
                <c:pt idx="747">
                  <c:v>224.68053855569156</c:v>
                </c:pt>
                <c:pt idx="748">
                  <c:v>224.81740196078431</c:v>
                </c:pt>
                <c:pt idx="749">
                  <c:v>221.64884568651274</c:v>
                </c:pt>
                <c:pt idx="750">
                  <c:v>221.69900497512441</c:v>
                </c:pt>
                <c:pt idx="751">
                  <c:v>222.14716106604865</c:v>
                </c:pt>
                <c:pt idx="752">
                  <c:v>222.74916013437851</c:v>
                </c:pt>
                <c:pt idx="753">
                  <c:v>215.64956331877727</c:v>
                </c:pt>
                <c:pt idx="754">
                  <c:v>216.51864035087723</c:v>
                </c:pt>
                <c:pt idx="755">
                  <c:v>217.41450216450218</c:v>
                </c:pt>
                <c:pt idx="756">
                  <c:v>217.00855614973261</c:v>
                </c:pt>
                <c:pt idx="757">
                  <c:v>214.71641791044775</c:v>
                </c:pt>
                <c:pt idx="758">
                  <c:v>214.70656779661016</c:v>
                </c:pt>
                <c:pt idx="759">
                  <c:v>215.05708245243127</c:v>
                </c:pt>
                <c:pt idx="760">
                  <c:v>214.4845908607864</c:v>
                </c:pt>
                <c:pt idx="761">
                  <c:v>213.49737670514168</c:v>
                </c:pt>
                <c:pt idx="762">
                  <c:v>211.28556485355648</c:v>
                </c:pt>
                <c:pt idx="763">
                  <c:v>212.1037735849057</c:v>
                </c:pt>
                <c:pt idx="764">
                  <c:v>213.68810289389069</c:v>
                </c:pt>
                <c:pt idx="765">
                  <c:v>213.91973969631235</c:v>
                </c:pt>
                <c:pt idx="766">
                  <c:v>214.03376906318081</c:v>
                </c:pt>
                <c:pt idx="767">
                  <c:v>214.2736263736264</c:v>
                </c:pt>
                <c:pt idx="768">
                  <c:v>216.59122401847574</c:v>
                </c:pt>
                <c:pt idx="769">
                  <c:v>218.12307692307695</c:v>
                </c:pt>
                <c:pt idx="770">
                  <c:v>217.09155766944113</c:v>
                </c:pt>
                <c:pt idx="771">
                  <c:v>217.37136204889407</c:v>
                </c:pt>
                <c:pt idx="772">
                  <c:v>218.00473933649292</c:v>
                </c:pt>
                <c:pt idx="773">
                  <c:v>218.502331002331</c:v>
                </c:pt>
                <c:pt idx="774">
                  <c:v>218.22779043280184</c:v>
                </c:pt>
                <c:pt idx="775">
                  <c:v>216.3702801461632</c:v>
                </c:pt>
                <c:pt idx="776">
                  <c:v>217.13931523022433</c:v>
                </c:pt>
                <c:pt idx="777">
                  <c:v>218.2025761124122</c:v>
                </c:pt>
                <c:pt idx="778">
                  <c:v>218.39297848244621</c:v>
                </c:pt>
                <c:pt idx="779">
                  <c:v>215.10367892976586</c:v>
                </c:pt>
                <c:pt idx="780">
                  <c:v>217.55976331360949</c:v>
                </c:pt>
                <c:pt idx="781">
                  <c:v>219.02147971360381</c:v>
                </c:pt>
                <c:pt idx="782">
                  <c:v>218.87686567164181</c:v>
                </c:pt>
                <c:pt idx="783">
                  <c:v>219.28748451053283</c:v>
                </c:pt>
                <c:pt idx="784">
                  <c:v>223.64163372859025</c:v>
                </c:pt>
                <c:pt idx="785">
                  <c:v>225.22643818849448</c:v>
                </c:pt>
                <c:pt idx="786">
                  <c:v>226.89987484355444</c:v>
                </c:pt>
                <c:pt idx="787">
                  <c:v>227.22019464720194</c:v>
                </c:pt>
                <c:pt idx="788">
                  <c:v>225.755076142132</c:v>
                </c:pt>
                <c:pt idx="789">
                  <c:v>228.98687664041995</c:v>
                </c:pt>
                <c:pt idx="790">
                  <c:v>230.79922779922779</c:v>
                </c:pt>
                <c:pt idx="791">
                  <c:v>231.39880952380952</c:v>
                </c:pt>
                <c:pt idx="792">
                  <c:v>228.88519313304721</c:v>
                </c:pt>
                <c:pt idx="793">
                  <c:v>229.75978835978839</c:v>
                </c:pt>
                <c:pt idx="794">
                  <c:v>227.72823779193203</c:v>
                </c:pt>
                <c:pt idx="795">
                  <c:v>228.78803777544596</c:v>
                </c:pt>
                <c:pt idx="796">
                  <c:v>230.30769230769226</c:v>
                </c:pt>
                <c:pt idx="797">
                  <c:v>226.52329360780064</c:v>
                </c:pt>
                <c:pt idx="798">
                  <c:v>227.28523489932888</c:v>
                </c:pt>
                <c:pt idx="799">
                  <c:v>228.16833890746935</c:v>
                </c:pt>
                <c:pt idx="800">
                  <c:v>227.49946178686761</c:v>
                </c:pt>
                <c:pt idx="801">
                  <c:v>225.10610932475882</c:v>
                </c:pt>
                <c:pt idx="802">
                  <c:v>225.10660980810232</c:v>
                </c:pt>
                <c:pt idx="803">
                  <c:v>225.06157112526537</c:v>
                </c:pt>
                <c:pt idx="804">
                  <c:v>224.15970772442586</c:v>
                </c:pt>
                <c:pt idx="805">
                  <c:v>219.89568706118354</c:v>
                </c:pt>
                <c:pt idx="806">
                  <c:v>219.12462612163512</c:v>
                </c:pt>
                <c:pt idx="807">
                  <c:v>218.86503067484665</c:v>
                </c:pt>
                <c:pt idx="808">
                  <c:v>218.47741273100613</c:v>
                </c:pt>
                <c:pt idx="809">
                  <c:v>218.66082474226809</c:v>
                </c:pt>
                <c:pt idx="810">
                  <c:v>217.12896405919659</c:v>
                </c:pt>
                <c:pt idx="811">
                  <c:v>216.75382932166301</c:v>
                </c:pt>
                <c:pt idx="812">
                  <c:v>217.52391546162403</c:v>
                </c:pt>
                <c:pt idx="813">
                  <c:v>218.37472766884534</c:v>
                </c:pt>
                <c:pt idx="814">
                  <c:v>216.71412803532007</c:v>
                </c:pt>
                <c:pt idx="815">
                  <c:v>218.34490238611713</c:v>
                </c:pt>
                <c:pt idx="816">
                  <c:v>218.71570796460179</c:v>
                </c:pt>
                <c:pt idx="817">
                  <c:v>217.8790746582545</c:v>
                </c:pt>
                <c:pt idx="818">
                  <c:v>213.9969543147208</c:v>
                </c:pt>
                <c:pt idx="819">
                  <c:v>213.61403508771932</c:v>
                </c:pt>
                <c:pt idx="820">
                  <c:v>213.37753036437246</c:v>
                </c:pt>
                <c:pt idx="821">
                  <c:v>213.09499489274771</c:v>
                </c:pt>
                <c:pt idx="822">
                  <c:v>210.35897435897436</c:v>
                </c:pt>
                <c:pt idx="823">
                  <c:v>210.32124352331604</c:v>
                </c:pt>
                <c:pt idx="824">
                  <c:v>209.54498448810756</c:v>
                </c:pt>
                <c:pt idx="825">
                  <c:v>209.2876712328767</c:v>
                </c:pt>
                <c:pt idx="826">
                  <c:v>208.2191489361702</c:v>
                </c:pt>
                <c:pt idx="827">
                  <c:v>205.82251082251082</c:v>
                </c:pt>
                <c:pt idx="828">
                  <c:v>205.39259259259262</c:v>
                </c:pt>
                <c:pt idx="829">
                  <c:v>205.71182795698923</c:v>
                </c:pt>
                <c:pt idx="830">
                  <c:v>204.74762407602955</c:v>
                </c:pt>
                <c:pt idx="831">
                  <c:v>203.34233261339094</c:v>
                </c:pt>
                <c:pt idx="832">
                  <c:v>203.35584137191853</c:v>
                </c:pt>
                <c:pt idx="833">
                  <c:v>202.37127659574466</c:v>
                </c:pt>
                <c:pt idx="834">
                  <c:v>202.0308839190628</c:v>
                </c:pt>
                <c:pt idx="835">
                  <c:v>203.54989154013015</c:v>
                </c:pt>
                <c:pt idx="836">
                  <c:v>203.14631463146313</c:v>
                </c:pt>
                <c:pt idx="837">
                  <c:v>203.49109131403117</c:v>
                </c:pt>
                <c:pt idx="838">
                  <c:v>204.37414965986392</c:v>
                </c:pt>
                <c:pt idx="839">
                  <c:v>204.36509758897816</c:v>
                </c:pt>
                <c:pt idx="840">
                  <c:v>203.23854289071681</c:v>
                </c:pt>
                <c:pt idx="841">
                  <c:v>203.15102974828375</c:v>
                </c:pt>
                <c:pt idx="842">
                  <c:v>203.28754365541329</c:v>
                </c:pt>
                <c:pt idx="843">
                  <c:v>203.16970387243737</c:v>
                </c:pt>
                <c:pt idx="844">
                  <c:v>201.29633867276885</c:v>
                </c:pt>
                <c:pt idx="845">
                  <c:v>200.23462414578589</c:v>
                </c:pt>
                <c:pt idx="846">
                  <c:v>201.20949074074073</c:v>
                </c:pt>
                <c:pt idx="847">
                  <c:v>201.75761124121783</c:v>
                </c:pt>
                <c:pt idx="848">
                  <c:v>200.93990384615384</c:v>
                </c:pt>
                <c:pt idx="849">
                  <c:v>195.46214689265537</c:v>
                </c:pt>
                <c:pt idx="850">
                  <c:v>195.20524515393387</c:v>
                </c:pt>
                <c:pt idx="851">
                  <c:v>194.58072009291521</c:v>
                </c:pt>
                <c:pt idx="852">
                  <c:v>193.95454545454547</c:v>
                </c:pt>
                <c:pt idx="853">
                  <c:v>192.27251184834125</c:v>
                </c:pt>
                <c:pt idx="854">
                  <c:v>192.0984393757503</c:v>
                </c:pt>
                <c:pt idx="855">
                  <c:v>191.59661016949156</c:v>
                </c:pt>
                <c:pt idx="856">
                  <c:v>193.36854460093898</c:v>
                </c:pt>
                <c:pt idx="857">
                  <c:v>189.91930207197382</c:v>
                </c:pt>
                <c:pt idx="858">
                  <c:v>187.99025974025975</c:v>
                </c:pt>
                <c:pt idx="859">
                  <c:v>183.93319194061507</c:v>
                </c:pt>
                <c:pt idx="860">
                  <c:v>183.45425531914893</c:v>
                </c:pt>
                <c:pt idx="861">
                  <c:v>182.76670201484623</c:v>
                </c:pt>
                <c:pt idx="862">
                  <c:v>179.65291005291007</c:v>
                </c:pt>
                <c:pt idx="863">
                  <c:v>178.99256900212313</c:v>
                </c:pt>
                <c:pt idx="864">
                  <c:v>179.56155507559396</c:v>
                </c:pt>
                <c:pt idx="865">
                  <c:v>180.21719955898564</c:v>
                </c:pt>
                <c:pt idx="866">
                  <c:v>178.76457399103137</c:v>
                </c:pt>
                <c:pt idx="867">
                  <c:v>177.890625</c:v>
                </c:pt>
                <c:pt idx="868">
                  <c:v>178.06256983240226</c:v>
                </c:pt>
                <c:pt idx="869">
                  <c:v>177.67800453514738</c:v>
                </c:pt>
                <c:pt idx="870">
                  <c:v>174.74700109051255</c:v>
                </c:pt>
                <c:pt idx="871">
                  <c:v>175.27055150884496</c:v>
                </c:pt>
                <c:pt idx="872">
                  <c:v>174.90236382322712</c:v>
                </c:pt>
                <c:pt idx="873">
                  <c:v>174.94943240454077</c:v>
                </c:pt>
                <c:pt idx="874">
                  <c:v>172.94655704008221</c:v>
                </c:pt>
                <c:pt idx="875">
                  <c:v>172.5476923076923</c:v>
                </c:pt>
                <c:pt idx="876">
                  <c:v>172.64570230607967</c:v>
                </c:pt>
                <c:pt idx="877">
                  <c:v>172.41415192507807</c:v>
                </c:pt>
                <c:pt idx="878">
                  <c:v>172.47983014861995</c:v>
                </c:pt>
                <c:pt idx="879">
                  <c:v>169.20088790233075</c:v>
                </c:pt>
                <c:pt idx="880">
                  <c:v>168.63683662851196</c:v>
                </c:pt>
                <c:pt idx="881">
                  <c:v>168.66845493562232</c:v>
                </c:pt>
                <c:pt idx="882">
                  <c:v>168.90010741138559</c:v>
                </c:pt>
                <c:pt idx="883">
                  <c:v>164.31288981288984</c:v>
                </c:pt>
                <c:pt idx="884">
                  <c:v>162.5540138751239</c:v>
                </c:pt>
                <c:pt idx="885">
                  <c:v>161.93089832181636</c:v>
                </c:pt>
                <c:pt idx="886">
                  <c:v>160.97653958944281</c:v>
                </c:pt>
                <c:pt idx="887">
                  <c:v>160.6083984375</c:v>
                </c:pt>
                <c:pt idx="888">
                  <c:v>155.75322283609577</c:v>
                </c:pt>
                <c:pt idx="889">
                  <c:v>154.80054644808743</c:v>
                </c:pt>
                <c:pt idx="890">
                  <c:v>154.22035480859009</c:v>
                </c:pt>
                <c:pt idx="891">
                  <c:v>153.37464251668257</c:v>
                </c:pt>
                <c:pt idx="892">
                  <c:v>149.85461323392357</c:v>
                </c:pt>
                <c:pt idx="893">
                  <c:v>149.1490566037736</c:v>
                </c:pt>
                <c:pt idx="894">
                  <c:v>148.72990654205609</c:v>
                </c:pt>
                <c:pt idx="895">
                  <c:v>146.87791239515377</c:v>
                </c:pt>
                <c:pt idx="896">
                  <c:v>142.60897435897436</c:v>
                </c:pt>
                <c:pt idx="897">
                  <c:v>136.5990909090909</c:v>
                </c:pt>
                <c:pt idx="898">
                  <c:v>133.71402042711236</c:v>
                </c:pt>
                <c:pt idx="899">
                  <c:v>132.40222428174235</c:v>
                </c:pt>
                <c:pt idx="900">
                  <c:v>130.39853076216713</c:v>
                </c:pt>
                <c:pt idx="901">
                  <c:v>125.63333333333334</c:v>
                </c:pt>
                <c:pt idx="902">
                  <c:v>125.98724954462658</c:v>
                </c:pt>
                <c:pt idx="903">
                  <c:v>125.20508326029798</c:v>
                </c:pt>
                <c:pt idx="904">
                  <c:v>123.6445035460993</c:v>
                </c:pt>
                <c:pt idx="905">
                  <c:v>119.61353898886034</c:v>
                </c:pt>
                <c:pt idx="906">
                  <c:v>119.26508071367886</c:v>
                </c:pt>
                <c:pt idx="907">
                  <c:v>118.64705882352941</c:v>
                </c:pt>
                <c:pt idx="908">
                  <c:v>118.76619007569387</c:v>
                </c:pt>
                <c:pt idx="909">
                  <c:v>115.55780590717299</c:v>
                </c:pt>
                <c:pt idx="910">
                  <c:v>112.93577981651376</c:v>
                </c:pt>
                <c:pt idx="911">
                  <c:v>112.24662162162163</c:v>
                </c:pt>
                <c:pt idx="912">
                  <c:v>111.80251046025106</c:v>
                </c:pt>
                <c:pt idx="913">
                  <c:v>110.28780068728521</c:v>
                </c:pt>
                <c:pt idx="914">
                  <c:v>107.14372294372293</c:v>
                </c:pt>
                <c:pt idx="915">
                  <c:v>107.22893772893774</c:v>
                </c:pt>
                <c:pt idx="916">
                  <c:v>108.37632338787294</c:v>
                </c:pt>
                <c:pt idx="917">
                  <c:v>108.99070247933885</c:v>
                </c:pt>
                <c:pt idx="918">
                  <c:v>106.72991967871485</c:v>
                </c:pt>
                <c:pt idx="919">
                  <c:v>108.5488798370672</c:v>
                </c:pt>
                <c:pt idx="920">
                  <c:v>109.29789184234647</c:v>
                </c:pt>
                <c:pt idx="921">
                  <c:v>112.89738805970148</c:v>
                </c:pt>
                <c:pt idx="922">
                  <c:v>112.28115942028985</c:v>
                </c:pt>
                <c:pt idx="923">
                  <c:v>116.07218683651806</c:v>
                </c:pt>
                <c:pt idx="924">
                  <c:v>120.2542372881356</c:v>
                </c:pt>
                <c:pt idx="925">
                  <c:v>123.14494264859229</c:v>
                </c:pt>
                <c:pt idx="926">
                  <c:v>124.45161290322581</c:v>
                </c:pt>
                <c:pt idx="927">
                  <c:v>122.17049180327868</c:v>
                </c:pt>
                <c:pt idx="928">
                  <c:v>124.0514705882353</c:v>
                </c:pt>
                <c:pt idx="929">
                  <c:v>128.95093457943923</c:v>
                </c:pt>
                <c:pt idx="930">
                  <c:v>132.15038560411313</c:v>
                </c:pt>
                <c:pt idx="931">
                  <c:v>131.70991432068541</c:v>
                </c:pt>
                <c:pt idx="932">
                  <c:v>135.27358490566039</c:v>
                </c:pt>
                <c:pt idx="933">
                  <c:v>138.10406091370558</c:v>
                </c:pt>
                <c:pt idx="934">
                  <c:v>140.58116480793061</c:v>
                </c:pt>
                <c:pt idx="935">
                  <c:v>141.61068702290075</c:v>
                </c:pt>
                <c:pt idx="936">
                  <c:v>149.72089314194579</c:v>
                </c:pt>
                <c:pt idx="937">
                  <c:v>152.93652849740934</c:v>
                </c:pt>
                <c:pt idx="938">
                  <c:v>153.83767038413879</c:v>
                </c:pt>
                <c:pt idx="939">
                  <c:v>156.34911894273128</c:v>
                </c:pt>
                <c:pt idx="940">
                  <c:v>157.22364217252394</c:v>
                </c:pt>
                <c:pt idx="941">
                  <c:v>158.92794759825327</c:v>
                </c:pt>
                <c:pt idx="942">
                  <c:v>159.6025917926566</c:v>
                </c:pt>
                <c:pt idx="943">
                  <c:v>161.42298850574716</c:v>
                </c:pt>
                <c:pt idx="944">
                  <c:v>160.24347826086958</c:v>
                </c:pt>
                <c:pt idx="945">
                  <c:v>163.23991275899675</c:v>
                </c:pt>
                <c:pt idx="946">
                  <c:v>165.8428270042194</c:v>
                </c:pt>
                <c:pt idx="947">
                  <c:v>166.5307855626327</c:v>
                </c:pt>
                <c:pt idx="948">
                  <c:v>167.60063897763578</c:v>
                </c:pt>
                <c:pt idx="949">
                  <c:v>168.91437632135305</c:v>
                </c:pt>
                <c:pt idx="950">
                  <c:v>171.20068027210883</c:v>
                </c:pt>
                <c:pt idx="951">
                  <c:v>171.6878422782037</c:v>
                </c:pt>
                <c:pt idx="952">
                  <c:v>172.8302300109529</c:v>
                </c:pt>
                <c:pt idx="953">
                  <c:v>170.83671399594323</c:v>
                </c:pt>
                <c:pt idx="954">
                  <c:v>170.20648967551622</c:v>
                </c:pt>
                <c:pt idx="955">
                  <c:v>170.47317073170731</c:v>
                </c:pt>
                <c:pt idx="956">
                  <c:v>169.97309833024119</c:v>
                </c:pt>
                <c:pt idx="957">
                  <c:v>167.45207956600362</c:v>
                </c:pt>
                <c:pt idx="958">
                  <c:v>167.08775137111519</c:v>
                </c:pt>
                <c:pt idx="959">
                  <c:v>166.27464788732397</c:v>
                </c:pt>
                <c:pt idx="960">
                  <c:v>166.7001828153565</c:v>
                </c:pt>
                <c:pt idx="961">
                  <c:v>165.9129263913824</c:v>
                </c:pt>
                <c:pt idx="962">
                  <c:v>164.08992805755398</c:v>
                </c:pt>
                <c:pt idx="963">
                  <c:v>164.5218198700093</c:v>
                </c:pt>
                <c:pt idx="964">
                  <c:v>164.4833641404806</c:v>
                </c:pt>
                <c:pt idx="965">
                  <c:v>164.63094128611368</c:v>
                </c:pt>
                <c:pt idx="966">
                  <c:v>162.23355576739752</c:v>
                </c:pt>
                <c:pt idx="967">
                  <c:v>163.10109018830525</c:v>
                </c:pt>
                <c:pt idx="968">
                  <c:v>163.9610655737705</c:v>
                </c:pt>
                <c:pt idx="969">
                  <c:v>164.91278493557979</c:v>
                </c:pt>
                <c:pt idx="970">
                  <c:v>163.32251908396944</c:v>
                </c:pt>
                <c:pt idx="971">
                  <c:v>163.89212827988339</c:v>
                </c:pt>
                <c:pt idx="972">
                  <c:v>164.3811833171678</c:v>
                </c:pt>
                <c:pt idx="973">
                  <c:v>165.35769980506822</c:v>
                </c:pt>
                <c:pt idx="974">
                  <c:v>166.11077235772359</c:v>
                </c:pt>
                <c:pt idx="975">
                  <c:v>165.76003917727718</c:v>
                </c:pt>
                <c:pt idx="976">
                  <c:v>166.96053897978825</c:v>
                </c:pt>
                <c:pt idx="977">
                  <c:v>167.03561387066543</c:v>
                </c:pt>
                <c:pt idx="978">
                  <c:v>167.61690647482015</c:v>
                </c:pt>
                <c:pt idx="979">
                  <c:v>165.68820960698693</c:v>
                </c:pt>
                <c:pt idx="980">
                  <c:v>166.22300884955752</c:v>
                </c:pt>
                <c:pt idx="981">
                  <c:v>166.81778169014086</c:v>
                </c:pt>
                <c:pt idx="982">
                  <c:v>166.6080964685616</c:v>
                </c:pt>
                <c:pt idx="983">
                  <c:v>165.02164502164501</c:v>
                </c:pt>
                <c:pt idx="984">
                  <c:v>165.38059701492537</c:v>
                </c:pt>
                <c:pt idx="985">
                  <c:v>165.48109965635737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6ED-49A1-A3A5-1EC8A1DF0279}"/>
            </c:ext>
          </c:extLst>
        </c:ser>
        <c:ser>
          <c:idx val="6"/>
          <c:order val="5"/>
          <c:tx>
            <c:strRef>
              <c:f>data!$Z$13</c:f>
              <c:strCache>
                <c:ptCount val="1"/>
                <c:pt idx="0">
                  <c:v>0.8x</c:v>
                </c:pt>
              </c:strCache>
            </c:strRef>
          </c:tx>
          <c:spPr>
            <a:ln w="12700">
              <a:solidFill>
                <a:srgbClr val="333333"/>
              </a:solidFill>
              <a:prstDash val="solid"/>
            </a:ln>
          </c:spPr>
          <c:marker>
            <c:symbol val="none"/>
          </c:marker>
          <c:cat>
            <c:numRef>
              <c:f>data!$A$15:$A$1000</c:f>
              <c:numCache>
                <c:formatCode>m/d/yyyy</c:formatCode>
                <c:ptCount val="986"/>
                <c:pt idx="0">
                  <c:v>46303</c:v>
                </c:pt>
                <c:pt idx="1">
                  <c:v>46297</c:v>
                </c:pt>
                <c:pt idx="2">
                  <c:v>46288</c:v>
                </c:pt>
                <c:pt idx="3">
                  <c:v>46283</c:v>
                </c:pt>
                <c:pt idx="4">
                  <c:v>46276</c:v>
                </c:pt>
                <c:pt idx="5">
                  <c:v>46269</c:v>
                </c:pt>
                <c:pt idx="6">
                  <c:v>46262</c:v>
                </c:pt>
                <c:pt idx="7">
                  <c:v>46255</c:v>
                </c:pt>
                <c:pt idx="8">
                  <c:v>46248</c:v>
                </c:pt>
                <c:pt idx="9">
                  <c:v>46241</c:v>
                </c:pt>
                <c:pt idx="10">
                  <c:v>46234</c:v>
                </c:pt>
                <c:pt idx="11">
                  <c:v>46227</c:v>
                </c:pt>
                <c:pt idx="12">
                  <c:v>46219</c:v>
                </c:pt>
                <c:pt idx="13">
                  <c:v>46213</c:v>
                </c:pt>
                <c:pt idx="14">
                  <c:v>46206</c:v>
                </c:pt>
                <c:pt idx="15">
                  <c:v>46199</c:v>
                </c:pt>
                <c:pt idx="16">
                  <c:v>46192</c:v>
                </c:pt>
                <c:pt idx="17">
                  <c:v>46185</c:v>
                </c:pt>
                <c:pt idx="18">
                  <c:v>46178</c:v>
                </c:pt>
                <c:pt idx="19">
                  <c:v>46171</c:v>
                </c:pt>
                <c:pt idx="20">
                  <c:v>46164</c:v>
                </c:pt>
                <c:pt idx="21">
                  <c:v>46157</c:v>
                </c:pt>
                <c:pt idx="22">
                  <c:v>46150</c:v>
                </c:pt>
                <c:pt idx="23">
                  <c:v>46142</c:v>
                </c:pt>
                <c:pt idx="24">
                  <c:v>46136</c:v>
                </c:pt>
                <c:pt idx="25">
                  <c:v>46129</c:v>
                </c:pt>
                <c:pt idx="26">
                  <c:v>46122</c:v>
                </c:pt>
                <c:pt idx="27">
                  <c:v>46115</c:v>
                </c:pt>
                <c:pt idx="28">
                  <c:v>46108</c:v>
                </c:pt>
                <c:pt idx="29">
                  <c:v>46101</c:v>
                </c:pt>
                <c:pt idx="30">
                  <c:v>46094</c:v>
                </c:pt>
                <c:pt idx="31">
                  <c:v>46087</c:v>
                </c:pt>
                <c:pt idx="32">
                  <c:v>46080</c:v>
                </c:pt>
                <c:pt idx="33">
                  <c:v>46073</c:v>
                </c:pt>
                <c:pt idx="34">
                  <c:v>46066</c:v>
                </c:pt>
                <c:pt idx="35">
                  <c:v>46059</c:v>
                </c:pt>
                <c:pt idx="36">
                  <c:v>46052</c:v>
                </c:pt>
                <c:pt idx="37">
                  <c:v>46045</c:v>
                </c:pt>
                <c:pt idx="38">
                  <c:v>46038</c:v>
                </c:pt>
                <c:pt idx="39">
                  <c:v>46031</c:v>
                </c:pt>
                <c:pt idx="40">
                  <c:v>46024</c:v>
                </c:pt>
                <c:pt idx="41">
                  <c:v>46017</c:v>
                </c:pt>
                <c:pt idx="42">
                  <c:v>46010</c:v>
                </c:pt>
                <c:pt idx="43">
                  <c:v>46003</c:v>
                </c:pt>
                <c:pt idx="44">
                  <c:v>45996</c:v>
                </c:pt>
                <c:pt idx="45">
                  <c:v>45989</c:v>
                </c:pt>
                <c:pt idx="46">
                  <c:v>45982</c:v>
                </c:pt>
                <c:pt idx="47">
                  <c:v>45975</c:v>
                </c:pt>
                <c:pt idx="48">
                  <c:v>45968</c:v>
                </c:pt>
                <c:pt idx="49">
                  <c:v>45961</c:v>
                </c:pt>
                <c:pt idx="50">
                  <c:v>45954</c:v>
                </c:pt>
                <c:pt idx="51">
                  <c:v>45947</c:v>
                </c:pt>
                <c:pt idx="52">
                  <c:v>45940</c:v>
                </c:pt>
                <c:pt idx="53">
                  <c:v>45932</c:v>
                </c:pt>
                <c:pt idx="54">
                  <c:v>45926</c:v>
                </c:pt>
                <c:pt idx="55">
                  <c:v>45919</c:v>
                </c:pt>
                <c:pt idx="56">
                  <c:v>45912</c:v>
                </c:pt>
                <c:pt idx="57">
                  <c:v>45905</c:v>
                </c:pt>
                <c:pt idx="58">
                  <c:v>45898</c:v>
                </c:pt>
                <c:pt idx="59">
                  <c:v>45891</c:v>
                </c:pt>
                <c:pt idx="60">
                  <c:v>45883</c:v>
                </c:pt>
                <c:pt idx="61">
                  <c:v>45877</c:v>
                </c:pt>
                <c:pt idx="62">
                  <c:v>45870</c:v>
                </c:pt>
                <c:pt idx="63">
                  <c:v>45863</c:v>
                </c:pt>
                <c:pt idx="64">
                  <c:v>45856</c:v>
                </c:pt>
                <c:pt idx="65">
                  <c:v>45849</c:v>
                </c:pt>
                <c:pt idx="66">
                  <c:v>45842</c:v>
                </c:pt>
                <c:pt idx="67">
                  <c:v>45835</c:v>
                </c:pt>
                <c:pt idx="68">
                  <c:v>45828</c:v>
                </c:pt>
                <c:pt idx="69">
                  <c:v>45821</c:v>
                </c:pt>
                <c:pt idx="70">
                  <c:v>45813</c:v>
                </c:pt>
                <c:pt idx="71">
                  <c:v>45807</c:v>
                </c:pt>
                <c:pt idx="72">
                  <c:v>45800</c:v>
                </c:pt>
                <c:pt idx="73">
                  <c:v>45793</c:v>
                </c:pt>
                <c:pt idx="74">
                  <c:v>45786</c:v>
                </c:pt>
                <c:pt idx="75">
                  <c:v>45779</c:v>
                </c:pt>
                <c:pt idx="76">
                  <c:v>45772</c:v>
                </c:pt>
                <c:pt idx="77">
                  <c:v>45765</c:v>
                </c:pt>
                <c:pt idx="78">
                  <c:v>45758</c:v>
                </c:pt>
                <c:pt idx="79">
                  <c:v>45751</c:v>
                </c:pt>
                <c:pt idx="80">
                  <c:v>45744</c:v>
                </c:pt>
                <c:pt idx="81">
                  <c:v>45737</c:v>
                </c:pt>
                <c:pt idx="82">
                  <c:v>45730</c:v>
                </c:pt>
                <c:pt idx="83">
                  <c:v>45723</c:v>
                </c:pt>
                <c:pt idx="84">
                  <c:v>45716</c:v>
                </c:pt>
                <c:pt idx="85">
                  <c:v>45709</c:v>
                </c:pt>
                <c:pt idx="86">
                  <c:v>45702</c:v>
                </c:pt>
                <c:pt idx="87">
                  <c:v>45695</c:v>
                </c:pt>
                <c:pt idx="88">
                  <c:v>45688</c:v>
                </c:pt>
                <c:pt idx="89">
                  <c:v>45681</c:v>
                </c:pt>
                <c:pt idx="90">
                  <c:v>45674</c:v>
                </c:pt>
                <c:pt idx="91">
                  <c:v>45667</c:v>
                </c:pt>
                <c:pt idx="92">
                  <c:v>45660</c:v>
                </c:pt>
                <c:pt idx="93">
                  <c:v>45653</c:v>
                </c:pt>
                <c:pt idx="94">
                  <c:v>45646</c:v>
                </c:pt>
                <c:pt idx="95">
                  <c:v>45639</c:v>
                </c:pt>
                <c:pt idx="96">
                  <c:v>45632</c:v>
                </c:pt>
                <c:pt idx="97">
                  <c:v>45625</c:v>
                </c:pt>
                <c:pt idx="98">
                  <c:v>45618</c:v>
                </c:pt>
                <c:pt idx="99">
                  <c:v>45611</c:v>
                </c:pt>
                <c:pt idx="100">
                  <c:v>45604</c:v>
                </c:pt>
                <c:pt idx="101">
                  <c:v>45597</c:v>
                </c:pt>
                <c:pt idx="102">
                  <c:v>45590</c:v>
                </c:pt>
                <c:pt idx="103">
                  <c:v>45583</c:v>
                </c:pt>
                <c:pt idx="104">
                  <c:v>45576</c:v>
                </c:pt>
                <c:pt idx="105">
                  <c:v>45569</c:v>
                </c:pt>
                <c:pt idx="106">
                  <c:v>45562</c:v>
                </c:pt>
                <c:pt idx="107">
                  <c:v>45555</c:v>
                </c:pt>
                <c:pt idx="108">
                  <c:v>45548</c:v>
                </c:pt>
                <c:pt idx="109">
                  <c:v>45541</c:v>
                </c:pt>
                <c:pt idx="110">
                  <c:v>45534</c:v>
                </c:pt>
                <c:pt idx="111">
                  <c:v>45527</c:v>
                </c:pt>
                <c:pt idx="112">
                  <c:v>45520</c:v>
                </c:pt>
                <c:pt idx="113">
                  <c:v>45513</c:v>
                </c:pt>
                <c:pt idx="114">
                  <c:v>45506</c:v>
                </c:pt>
                <c:pt idx="115">
                  <c:v>45499</c:v>
                </c:pt>
                <c:pt idx="116">
                  <c:v>45492</c:v>
                </c:pt>
                <c:pt idx="117">
                  <c:v>45485</c:v>
                </c:pt>
                <c:pt idx="118">
                  <c:v>45478</c:v>
                </c:pt>
                <c:pt idx="119">
                  <c:v>45471</c:v>
                </c:pt>
                <c:pt idx="120">
                  <c:v>45464</c:v>
                </c:pt>
                <c:pt idx="121">
                  <c:v>45457</c:v>
                </c:pt>
                <c:pt idx="122">
                  <c:v>45450</c:v>
                </c:pt>
                <c:pt idx="123">
                  <c:v>45443</c:v>
                </c:pt>
                <c:pt idx="124">
                  <c:v>45436</c:v>
                </c:pt>
                <c:pt idx="125">
                  <c:v>45429</c:v>
                </c:pt>
                <c:pt idx="126">
                  <c:v>45422</c:v>
                </c:pt>
                <c:pt idx="127">
                  <c:v>45415</c:v>
                </c:pt>
                <c:pt idx="128">
                  <c:v>45408</c:v>
                </c:pt>
                <c:pt idx="129">
                  <c:v>45401</c:v>
                </c:pt>
                <c:pt idx="130">
                  <c:v>45394</c:v>
                </c:pt>
                <c:pt idx="131">
                  <c:v>45387</c:v>
                </c:pt>
                <c:pt idx="132">
                  <c:v>45380</c:v>
                </c:pt>
                <c:pt idx="133">
                  <c:v>45373</c:v>
                </c:pt>
                <c:pt idx="134">
                  <c:v>45366</c:v>
                </c:pt>
                <c:pt idx="135">
                  <c:v>45359</c:v>
                </c:pt>
                <c:pt idx="136">
                  <c:v>45351</c:v>
                </c:pt>
                <c:pt idx="137">
                  <c:v>45345</c:v>
                </c:pt>
                <c:pt idx="138">
                  <c:v>45338</c:v>
                </c:pt>
                <c:pt idx="139">
                  <c:v>45330</c:v>
                </c:pt>
                <c:pt idx="140">
                  <c:v>45324</c:v>
                </c:pt>
                <c:pt idx="141">
                  <c:v>45317</c:v>
                </c:pt>
                <c:pt idx="142">
                  <c:v>45310</c:v>
                </c:pt>
                <c:pt idx="143">
                  <c:v>45303</c:v>
                </c:pt>
                <c:pt idx="144">
                  <c:v>45296</c:v>
                </c:pt>
                <c:pt idx="145">
                  <c:v>45288</c:v>
                </c:pt>
                <c:pt idx="146">
                  <c:v>45282</c:v>
                </c:pt>
                <c:pt idx="147">
                  <c:v>45275</c:v>
                </c:pt>
                <c:pt idx="148">
                  <c:v>45268</c:v>
                </c:pt>
                <c:pt idx="149">
                  <c:v>45261</c:v>
                </c:pt>
                <c:pt idx="150">
                  <c:v>45254</c:v>
                </c:pt>
                <c:pt idx="151">
                  <c:v>45247</c:v>
                </c:pt>
                <c:pt idx="152">
                  <c:v>45240</c:v>
                </c:pt>
                <c:pt idx="153">
                  <c:v>45233</c:v>
                </c:pt>
                <c:pt idx="154">
                  <c:v>45226</c:v>
                </c:pt>
                <c:pt idx="155">
                  <c:v>45219</c:v>
                </c:pt>
                <c:pt idx="156">
                  <c:v>45212</c:v>
                </c:pt>
                <c:pt idx="157">
                  <c:v>45205</c:v>
                </c:pt>
                <c:pt idx="158">
                  <c:v>45196</c:v>
                </c:pt>
                <c:pt idx="159">
                  <c:v>45191</c:v>
                </c:pt>
                <c:pt idx="160">
                  <c:v>45184</c:v>
                </c:pt>
                <c:pt idx="161">
                  <c:v>45177</c:v>
                </c:pt>
                <c:pt idx="162">
                  <c:v>45170</c:v>
                </c:pt>
                <c:pt idx="163">
                  <c:v>45163</c:v>
                </c:pt>
                <c:pt idx="164">
                  <c:v>45156</c:v>
                </c:pt>
                <c:pt idx="165">
                  <c:v>45149</c:v>
                </c:pt>
                <c:pt idx="166">
                  <c:v>45142</c:v>
                </c:pt>
                <c:pt idx="167">
                  <c:v>45135</c:v>
                </c:pt>
                <c:pt idx="168">
                  <c:v>45128</c:v>
                </c:pt>
                <c:pt idx="169">
                  <c:v>45121</c:v>
                </c:pt>
                <c:pt idx="170">
                  <c:v>45114</c:v>
                </c:pt>
                <c:pt idx="171">
                  <c:v>45107</c:v>
                </c:pt>
                <c:pt idx="172">
                  <c:v>45100</c:v>
                </c:pt>
                <c:pt idx="173">
                  <c:v>45093</c:v>
                </c:pt>
                <c:pt idx="174">
                  <c:v>45086</c:v>
                </c:pt>
                <c:pt idx="175">
                  <c:v>45079</c:v>
                </c:pt>
                <c:pt idx="176">
                  <c:v>45072</c:v>
                </c:pt>
                <c:pt idx="177">
                  <c:v>45065</c:v>
                </c:pt>
                <c:pt idx="178">
                  <c:v>45058</c:v>
                </c:pt>
                <c:pt idx="179">
                  <c:v>45050</c:v>
                </c:pt>
                <c:pt idx="180">
                  <c:v>45044</c:v>
                </c:pt>
                <c:pt idx="181">
                  <c:v>45037</c:v>
                </c:pt>
                <c:pt idx="182">
                  <c:v>45030</c:v>
                </c:pt>
                <c:pt idx="183">
                  <c:v>45023</c:v>
                </c:pt>
                <c:pt idx="184">
                  <c:v>45016</c:v>
                </c:pt>
                <c:pt idx="185">
                  <c:v>45009</c:v>
                </c:pt>
                <c:pt idx="186">
                  <c:v>45002</c:v>
                </c:pt>
                <c:pt idx="187">
                  <c:v>44995</c:v>
                </c:pt>
                <c:pt idx="188">
                  <c:v>44988</c:v>
                </c:pt>
                <c:pt idx="189">
                  <c:v>44981</c:v>
                </c:pt>
                <c:pt idx="190">
                  <c:v>44974</c:v>
                </c:pt>
                <c:pt idx="191">
                  <c:v>44967</c:v>
                </c:pt>
                <c:pt idx="192">
                  <c:v>44960</c:v>
                </c:pt>
                <c:pt idx="193">
                  <c:v>44953</c:v>
                </c:pt>
                <c:pt idx="194">
                  <c:v>44946</c:v>
                </c:pt>
                <c:pt idx="195">
                  <c:v>44939</c:v>
                </c:pt>
                <c:pt idx="196">
                  <c:v>44932</c:v>
                </c:pt>
                <c:pt idx="197">
                  <c:v>44924</c:v>
                </c:pt>
                <c:pt idx="198">
                  <c:v>44918</c:v>
                </c:pt>
                <c:pt idx="199">
                  <c:v>44911</c:v>
                </c:pt>
                <c:pt idx="200">
                  <c:v>44904</c:v>
                </c:pt>
                <c:pt idx="201">
                  <c:v>44897</c:v>
                </c:pt>
                <c:pt idx="202">
                  <c:v>44890</c:v>
                </c:pt>
                <c:pt idx="203">
                  <c:v>44883</c:v>
                </c:pt>
                <c:pt idx="204">
                  <c:v>44876</c:v>
                </c:pt>
                <c:pt idx="205">
                  <c:v>44869</c:v>
                </c:pt>
                <c:pt idx="206">
                  <c:v>44862</c:v>
                </c:pt>
                <c:pt idx="207">
                  <c:v>44855</c:v>
                </c:pt>
                <c:pt idx="208">
                  <c:v>44848</c:v>
                </c:pt>
                <c:pt idx="209">
                  <c:v>44841</c:v>
                </c:pt>
                <c:pt idx="210">
                  <c:v>44834</c:v>
                </c:pt>
                <c:pt idx="211">
                  <c:v>44827</c:v>
                </c:pt>
                <c:pt idx="212">
                  <c:v>44820</c:v>
                </c:pt>
                <c:pt idx="213">
                  <c:v>44812</c:v>
                </c:pt>
                <c:pt idx="214">
                  <c:v>44806</c:v>
                </c:pt>
                <c:pt idx="215">
                  <c:v>44799</c:v>
                </c:pt>
                <c:pt idx="216">
                  <c:v>44792</c:v>
                </c:pt>
                <c:pt idx="217">
                  <c:v>44785</c:v>
                </c:pt>
                <c:pt idx="218">
                  <c:v>44778</c:v>
                </c:pt>
                <c:pt idx="219">
                  <c:v>44771</c:v>
                </c:pt>
                <c:pt idx="220">
                  <c:v>44764</c:v>
                </c:pt>
                <c:pt idx="221">
                  <c:v>44757</c:v>
                </c:pt>
                <c:pt idx="222">
                  <c:v>44750</c:v>
                </c:pt>
                <c:pt idx="223">
                  <c:v>44743</c:v>
                </c:pt>
                <c:pt idx="224">
                  <c:v>44736</c:v>
                </c:pt>
                <c:pt idx="225">
                  <c:v>44729</c:v>
                </c:pt>
                <c:pt idx="226">
                  <c:v>44722</c:v>
                </c:pt>
                <c:pt idx="227">
                  <c:v>44715</c:v>
                </c:pt>
                <c:pt idx="228">
                  <c:v>44708</c:v>
                </c:pt>
                <c:pt idx="229">
                  <c:v>44701</c:v>
                </c:pt>
                <c:pt idx="230">
                  <c:v>44694</c:v>
                </c:pt>
                <c:pt idx="231">
                  <c:v>44687</c:v>
                </c:pt>
                <c:pt idx="232">
                  <c:v>44680</c:v>
                </c:pt>
                <c:pt idx="233">
                  <c:v>44673</c:v>
                </c:pt>
                <c:pt idx="234">
                  <c:v>44666</c:v>
                </c:pt>
                <c:pt idx="235">
                  <c:v>44659</c:v>
                </c:pt>
                <c:pt idx="236">
                  <c:v>44652</c:v>
                </c:pt>
                <c:pt idx="237">
                  <c:v>44645</c:v>
                </c:pt>
                <c:pt idx="238">
                  <c:v>44638</c:v>
                </c:pt>
                <c:pt idx="239">
                  <c:v>44631</c:v>
                </c:pt>
                <c:pt idx="240">
                  <c:v>44624</c:v>
                </c:pt>
                <c:pt idx="241">
                  <c:v>44617</c:v>
                </c:pt>
                <c:pt idx="242">
                  <c:v>44610</c:v>
                </c:pt>
                <c:pt idx="243">
                  <c:v>44603</c:v>
                </c:pt>
                <c:pt idx="244">
                  <c:v>44596</c:v>
                </c:pt>
                <c:pt idx="245">
                  <c:v>44589</c:v>
                </c:pt>
                <c:pt idx="246">
                  <c:v>44582</c:v>
                </c:pt>
                <c:pt idx="247">
                  <c:v>44575</c:v>
                </c:pt>
                <c:pt idx="248">
                  <c:v>44568</c:v>
                </c:pt>
                <c:pt idx="249">
                  <c:v>44560</c:v>
                </c:pt>
                <c:pt idx="250">
                  <c:v>44554</c:v>
                </c:pt>
                <c:pt idx="251">
                  <c:v>44547</c:v>
                </c:pt>
                <c:pt idx="252">
                  <c:v>44540</c:v>
                </c:pt>
                <c:pt idx="253">
                  <c:v>44533</c:v>
                </c:pt>
                <c:pt idx="254">
                  <c:v>44526</c:v>
                </c:pt>
                <c:pt idx="255">
                  <c:v>44519</c:v>
                </c:pt>
                <c:pt idx="256">
                  <c:v>44512</c:v>
                </c:pt>
                <c:pt idx="257">
                  <c:v>44505</c:v>
                </c:pt>
                <c:pt idx="258">
                  <c:v>44498</c:v>
                </c:pt>
                <c:pt idx="259">
                  <c:v>44491</c:v>
                </c:pt>
                <c:pt idx="260">
                  <c:v>44484</c:v>
                </c:pt>
                <c:pt idx="261">
                  <c:v>44477</c:v>
                </c:pt>
                <c:pt idx="262">
                  <c:v>44470</c:v>
                </c:pt>
                <c:pt idx="263">
                  <c:v>44463</c:v>
                </c:pt>
                <c:pt idx="264">
                  <c:v>44456</c:v>
                </c:pt>
                <c:pt idx="265">
                  <c:v>44449</c:v>
                </c:pt>
                <c:pt idx="266">
                  <c:v>44442</c:v>
                </c:pt>
                <c:pt idx="267">
                  <c:v>44435</c:v>
                </c:pt>
                <c:pt idx="268">
                  <c:v>44428</c:v>
                </c:pt>
                <c:pt idx="269">
                  <c:v>44421</c:v>
                </c:pt>
                <c:pt idx="270">
                  <c:v>44414</c:v>
                </c:pt>
                <c:pt idx="271">
                  <c:v>44407</c:v>
                </c:pt>
                <c:pt idx="272">
                  <c:v>44400</c:v>
                </c:pt>
                <c:pt idx="273">
                  <c:v>44393</c:v>
                </c:pt>
                <c:pt idx="274">
                  <c:v>44386</c:v>
                </c:pt>
                <c:pt idx="275">
                  <c:v>44379</c:v>
                </c:pt>
                <c:pt idx="276">
                  <c:v>44372</c:v>
                </c:pt>
                <c:pt idx="277">
                  <c:v>44365</c:v>
                </c:pt>
                <c:pt idx="278">
                  <c:v>44358</c:v>
                </c:pt>
                <c:pt idx="279">
                  <c:v>44351</c:v>
                </c:pt>
                <c:pt idx="280">
                  <c:v>44344</c:v>
                </c:pt>
                <c:pt idx="281">
                  <c:v>44337</c:v>
                </c:pt>
                <c:pt idx="282">
                  <c:v>44330</c:v>
                </c:pt>
                <c:pt idx="283">
                  <c:v>44323</c:v>
                </c:pt>
                <c:pt idx="284">
                  <c:v>44316</c:v>
                </c:pt>
                <c:pt idx="285">
                  <c:v>44309</c:v>
                </c:pt>
                <c:pt idx="286">
                  <c:v>44302</c:v>
                </c:pt>
                <c:pt idx="287">
                  <c:v>44295</c:v>
                </c:pt>
                <c:pt idx="288">
                  <c:v>44288</c:v>
                </c:pt>
                <c:pt idx="289">
                  <c:v>44281</c:v>
                </c:pt>
                <c:pt idx="290">
                  <c:v>44274</c:v>
                </c:pt>
                <c:pt idx="291">
                  <c:v>44267</c:v>
                </c:pt>
                <c:pt idx="292">
                  <c:v>44260</c:v>
                </c:pt>
                <c:pt idx="293">
                  <c:v>44253</c:v>
                </c:pt>
                <c:pt idx="294">
                  <c:v>44246</c:v>
                </c:pt>
                <c:pt idx="295">
                  <c:v>44237</c:v>
                </c:pt>
                <c:pt idx="296">
                  <c:v>44232</c:v>
                </c:pt>
                <c:pt idx="297">
                  <c:v>44225</c:v>
                </c:pt>
                <c:pt idx="298">
                  <c:v>44218</c:v>
                </c:pt>
                <c:pt idx="299">
                  <c:v>44211</c:v>
                </c:pt>
                <c:pt idx="300">
                  <c:v>44204</c:v>
                </c:pt>
                <c:pt idx="301">
                  <c:v>44195</c:v>
                </c:pt>
                <c:pt idx="302">
                  <c:v>44189</c:v>
                </c:pt>
                <c:pt idx="303">
                  <c:v>44183</c:v>
                </c:pt>
                <c:pt idx="304">
                  <c:v>44176</c:v>
                </c:pt>
                <c:pt idx="305">
                  <c:v>44169</c:v>
                </c:pt>
                <c:pt idx="306">
                  <c:v>44162</c:v>
                </c:pt>
                <c:pt idx="307">
                  <c:v>44155</c:v>
                </c:pt>
                <c:pt idx="308">
                  <c:v>44148</c:v>
                </c:pt>
                <c:pt idx="309">
                  <c:v>44141</c:v>
                </c:pt>
                <c:pt idx="310">
                  <c:v>44134</c:v>
                </c:pt>
                <c:pt idx="311">
                  <c:v>44127</c:v>
                </c:pt>
                <c:pt idx="312">
                  <c:v>44120</c:v>
                </c:pt>
                <c:pt idx="313">
                  <c:v>44112</c:v>
                </c:pt>
                <c:pt idx="314">
                  <c:v>44103</c:v>
                </c:pt>
                <c:pt idx="315">
                  <c:v>44099</c:v>
                </c:pt>
                <c:pt idx="316">
                  <c:v>44092</c:v>
                </c:pt>
                <c:pt idx="317">
                  <c:v>44085</c:v>
                </c:pt>
                <c:pt idx="318">
                  <c:v>44078</c:v>
                </c:pt>
                <c:pt idx="319">
                  <c:v>44071</c:v>
                </c:pt>
                <c:pt idx="320">
                  <c:v>44064</c:v>
                </c:pt>
                <c:pt idx="321">
                  <c:v>44057</c:v>
                </c:pt>
                <c:pt idx="322">
                  <c:v>44050</c:v>
                </c:pt>
                <c:pt idx="323">
                  <c:v>44043</c:v>
                </c:pt>
                <c:pt idx="324">
                  <c:v>44036</c:v>
                </c:pt>
                <c:pt idx="325">
                  <c:v>44029</c:v>
                </c:pt>
                <c:pt idx="326">
                  <c:v>44022</c:v>
                </c:pt>
                <c:pt idx="327">
                  <c:v>44015</c:v>
                </c:pt>
                <c:pt idx="328">
                  <c:v>44008</c:v>
                </c:pt>
                <c:pt idx="329">
                  <c:v>44001</c:v>
                </c:pt>
                <c:pt idx="330">
                  <c:v>43994</c:v>
                </c:pt>
                <c:pt idx="331">
                  <c:v>43987</c:v>
                </c:pt>
                <c:pt idx="332">
                  <c:v>43980</c:v>
                </c:pt>
                <c:pt idx="333">
                  <c:v>43973</c:v>
                </c:pt>
                <c:pt idx="334">
                  <c:v>43966</c:v>
                </c:pt>
                <c:pt idx="335">
                  <c:v>43959</c:v>
                </c:pt>
                <c:pt idx="336">
                  <c:v>43950</c:v>
                </c:pt>
                <c:pt idx="337">
                  <c:v>43945</c:v>
                </c:pt>
                <c:pt idx="338">
                  <c:v>43938</c:v>
                </c:pt>
                <c:pt idx="339">
                  <c:v>43931</c:v>
                </c:pt>
                <c:pt idx="340">
                  <c:v>43924</c:v>
                </c:pt>
                <c:pt idx="341">
                  <c:v>43917</c:v>
                </c:pt>
                <c:pt idx="342">
                  <c:v>43910</c:v>
                </c:pt>
                <c:pt idx="343">
                  <c:v>43903</c:v>
                </c:pt>
                <c:pt idx="344">
                  <c:v>43896</c:v>
                </c:pt>
                <c:pt idx="345">
                  <c:v>43889</c:v>
                </c:pt>
                <c:pt idx="346">
                  <c:v>43882</c:v>
                </c:pt>
                <c:pt idx="347">
                  <c:v>43875</c:v>
                </c:pt>
                <c:pt idx="348">
                  <c:v>43868</c:v>
                </c:pt>
                <c:pt idx="349">
                  <c:v>43861</c:v>
                </c:pt>
                <c:pt idx="350">
                  <c:v>43853</c:v>
                </c:pt>
                <c:pt idx="351">
                  <c:v>43847</c:v>
                </c:pt>
                <c:pt idx="352">
                  <c:v>43840</c:v>
                </c:pt>
                <c:pt idx="353">
                  <c:v>43833</c:v>
                </c:pt>
                <c:pt idx="354">
                  <c:v>43826</c:v>
                </c:pt>
                <c:pt idx="355">
                  <c:v>43819</c:v>
                </c:pt>
                <c:pt idx="356">
                  <c:v>43812</c:v>
                </c:pt>
                <c:pt idx="357">
                  <c:v>43805</c:v>
                </c:pt>
                <c:pt idx="358">
                  <c:v>43798</c:v>
                </c:pt>
                <c:pt idx="359">
                  <c:v>43791</c:v>
                </c:pt>
                <c:pt idx="360">
                  <c:v>43784</c:v>
                </c:pt>
                <c:pt idx="361">
                  <c:v>43777</c:v>
                </c:pt>
                <c:pt idx="362">
                  <c:v>43770</c:v>
                </c:pt>
                <c:pt idx="363">
                  <c:v>43763</c:v>
                </c:pt>
                <c:pt idx="364">
                  <c:v>43756</c:v>
                </c:pt>
                <c:pt idx="365">
                  <c:v>43749</c:v>
                </c:pt>
                <c:pt idx="366">
                  <c:v>43742</c:v>
                </c:pt>
                <c:pt idx="367">
                  <c:v>43735</c:v>
                </c:pt>
                <c:pt idx="368">
                  <c:v>43728</c:v>
                </c:pt>
                <c:pt idx="369">
                  <c:v>43719</c:v>
                </c:pt>
                <c:pt idx="370">
                  <c:v>43714</c:v>
                </c:pt>
                <c:pt idx="371">
                  <c:v>43707</c:v>
                </c:pt>
                <c:pt idx="372">
                  <c:v>43700</c:v>
                </c:pt>
                <c:pt idx="373">
                  <c:v>43693</c:v>
                </c:pt>
                <c:pt idx="374">
                  <c:v>43686</c:v>
                </c:pt>
                <c:pt idx="375">
                  <c:v>43679</c:v>
                </c:pt>
                <c:pt idx="376">
                  <c:v>43672</c:v>
                </c:pt>
                <c:pt idx="377">
                  <c:v>43665</c:v>
                </c:pt>
                <c:pt idx="378">
                  <c:v>43658</c:v>
                </c:pt>
                <c:pt idx="379">
                  <c:v>43651</c:v>
                </c:pt>
                <c:pt idx="380">
                  <c:v>43644</c:v>
                </c:pt>
                <c:pt idx="381">
                  <c:v>43637</c:v>
                </c:pt>
                <c:pt idx="382">
                  <c:v>43630</c:v>
                </c:pt>
                <c:pt idx="383">
                  <c:v>43623</c:v>
                </c:pt>
                <c:pt idx="384">
                  <c:v>43616</c:v>
                </c:pt>
                <c:pt idx="385">
                  <c:v>43609</c:v>
                </c:pt>
                <c:pt idx="386">
                  <c:v>43602</c:v>
                </c:pt>
                <c:pt idx="387">
                  <c:v>43595</c:v>
                </c:pt>
                <c:pt idx="388">
                  <c:v>43588</c:v>
                </c:pt>
                <c:pt idx="389">
                  <c:v>43581</c:v>
                </c:pt>
                <c:pt idx="390">
                  <c:v>43574</c:v>
                </c:pt>
                <c:pt idx="391">
                  <c:v>43567</c:v>
                </c:pt>
                <c:pt idx="392">
                  <c:v>43560</c:v>
                </c:pt>
                <c:pt idx="393">
                  <c:v>43553</c:v>
                </c:pt>
                <c:pt idx="394">
                  <c:v>43546</c:v>
                </c:pt>
                <c:pt idx="395">
                  <c:v>43539</c:v>
                </c:pt>
                <c:pt idx="396">
                  <c:v>43532</c:v>
                </c:pt>
                <c:pt idx="397">
                  <c:v>43524</c:v>
                </c:pt>
                <c:pt idx="398">
                  <c:v>43518</c:v>
                </c:pt>
                <c:pt idx="399">
                  <c:v>43511</c:v>
                </c:pt>
                <c:pt idx="400">
                  <c:v>43504</c:v>
                </c:pt>
                <c:pt idx="401">
                  <c:v>43497</c:v>
                </c:pt>
                <c:pt idx="402">
                  <c:v>43490</c:v>
                </c:pt>
                <c:pt idx="403">
                  <c:v>43483</c:v>
                </c:pt>
                <c:pt idx="404">
                  <c:v>43476</c:v>
                </c:pt>
                <c:pt idx="405">
                  <c:v>43469</c:v>
                </c:pt>
                <c:pt idx="406">
                  <c:v>43462</c:v>
                </c:pt>
                <c:pt idx="407">
                  <c:v>43455</c:v>
                </c:pt>
                <c:pt idx="408">
                  <c:v>43448</c:v>
                </c:pt>
                <c:pt idx="409">
                  <c:v>43441</c:v>
                </c:pt>
                <c:pt idx="410">
                  <c:v>43434</c:v>
                </c:pt>
                <c:pt idx="411">
                  <c:v>43427</c:v>
                </c:pt>
                <c:pt idx="412">
                  <c:v>43420</c:v>
                </c:pt>
                <c:pt idx="413">
                  <c:v>43413</c:v>
                </c:pt>
                <c:pt idx="414">
                  <c:v>43406</c:v>
                </c:pt>
                <c:pt idx="415">
                  <c:v>43399</c:v>
                </c:pt>
                <c:pt idx="416">
                  <c:v>43392</c:v>
                </c:pt>
                <c:pt idx="417">
                  <c:v>43385</c:v>
                </c:pt>
                <c:pt idx="418">
                  <c:v>43378</c:v>
                </c:pt>
                <c:pt idx="419">
                  <c:v>43371</c:v>
                </c:pt>
                <c:pt idx="420">
                  <c:v>43364</c:v>
                </c:pt>
                <c:pt idx="421">
                  <c:v>43357</c:v>
                </c:pt>
                <c:pt idx="422">
                  <c:v>43350</c:v>
                </c:pt>
                <c:pt idx="423">
                  <c:v>43343</c:v>
                </c:pt>
                <c:pt idx="424">
                  <c:v>43336</c:v>
                </c:pt>
                <c:pt idx="425">
                  <c:v>43329</c:v>
                </c:pt>
                <c:pt idx="426">
                  <c:v>43322</c:v>
                </c:pt>
                <c:pt idx="427">
                  <c:v>43315</c:v>
                </c:pt>
                <c:pt idx="428">
                  <c:v>43308</c:v>
                </c:pt>
                <c:pt idx="429">
                  <c:v>43301</c:v>
                </c:pt>
                <c:pt idx="430">
                  <c:v>43294</c:v>
                </c:pt>
                <c:pt idx="431">
                  <c:v>43287</c:v>
                </c:pt>
                <c:pt idx="432">
                  <c:v>43280</c:v>
                </c:pt>
                <c:pt idx="433">
                  <c:v>43273</c:v>
                </c:pt>
                <c:pt idx="434">
                  <c:v>43266</c:v>
                </c:pt>
                <c:pt idx="435">
                  <c:v>43259</c:v>
                </c:pt>
                <c:pt idx="436">
                  <c:v>43252</c:v>
                </c:pt>
                <c:pt idx="437">
                  <c:v>43245</c:v>
                </c:pt>
                <c:pt idx="438">
                  <c:v>43238</c:v>
                </c:pt>
                <c:pt idx="439">
                  <c:v>43231</c:v>
                </c:pt>
                <c:pt idx="440">
                  <c:v>43224</c:v>
                </c:pt>
                <c:pt idx="441">
                  <c:v>43217</c:v>
                </c:pt>
                <c:pt idx="442">
                  <c:v>43210</c:v>
                </c:pt>
                <c:pt idx="443">
                  <c:v>43203</c:v>
                </c:pt>
                <c:pt idx="444">
                  <c:v>43196</c:v>
                </c:pt>
                <c:pt idx="445">
                  <c:v>43189</c:v>
                </c:pt>
                <c:pt idx="446">
                  <c:v>43182</c:v>
                </c:pt>
                <c:pt idx="447">
                  <c:v>43175</c:v>
                </c:pt>
                <c:pt idx="448">
                  <c:v>43168</c:v>
                </c:pt>
                <c:pt idx="449">
                  <c:v>43161</c:v>
                </c:pt>
                <c:pt idx="450">
                  <c:v>43154</c:v>
                </c:pt>
                <c:pt idx="451">
                  <c:v>43145</c:v>
                </c:pt>
                <c:pt idx="452">
                  <c:v>43140</c:v>
                </c:pt>
                <c:pt idx="453">
                  <c:v>43133</c:v>
                </c:pt>
                <c:pt idx="454">
                  <c:v>43126</c:v>
                </c:pt>
                <c:pt idx="455">
                  <c:v>43119</c:v>
                </c:pt>
                <c:pt idx="456">
                  <c:v>43112</c:v>
                </c:pt>
                <c:pt idx="457">
                  <c:v>43105</c:v>
                </c:pt>
                <c:pt idx="458">
                  <c:v>43097</c:v>
                </c:pt>
                <c:pt idx="459">
                  <c:v>43091</c:v>
                </c:pt>
                <c:pt idx="460">
                  <c:v>43084</c:v>
                </c:pt>
                <c:pt idx="461">
                  <c:v>43077</c:v>
                </c:pt>
                <c:pt idx="462">
                  <c:v>43070</c:v>
                </c:pt>
                <c:pt idx="463">
                  <c:v>43063</c:v>
                </c:pt>
                <c:pt idx="464">
                  <c:v>43056</c:v>
                </c:pt>
                <c:pt idx="465">
                  <c:v>43049</c:v>
                </c:pt>
                <c:pt idx="466">
                  <c:v>43042</c:v>
                </c:pt>
                <c:pt idx="467">
                  <c:v>43035</c:v>
                </c:pt>
                <c:pt idx="468">
                  <c:v>43028</c:v>
                </c:pt>
                <c:pt idx="469">
                  <c:v>43021</c:v>
                </c:pt>
                <c:pt idx="470">
                  <c:v>43007</c:v>
                </c:pt>
                <c:pt idx="471">
                  <c:v>43000</c:v>
                </c:pt>
                <c:pt idx="472">
                  <c:v>42993</c:v>
                </c:pt>
                <c:pt idx="473">
                  <c:v>42986</c:v>
                </c:pt>
                <c:pt idx="474">
                  <c:v>42979</c:v>
                </c:pt>
                <c:pt idx="475">
                  <c:v>42972</c:v>
                </c:pt>
                <c:pt idx="476">
                  <c:v>42965</c:v>
                </c:pt>
                <c:pt idx="477">
                  <c:v>42958</c:v>
                </c:pt>
                <c:pt idx="478">
                  <c:v>42951</c:v>
                </c:pt>
                <c:pt idx="479">
                  <c:v>42944</c:v>
                </c:pt>
                <c:pt idx="480">
                  <c:v>42937</c:v>
                </c:pt>
                <c:pt idx="481">
                  <c:v>42930</c:v>
                </c:pt>
                <c:pt idx="482">
                  <c:v>42923</c:v>
                </c:pt>
                <c:pt idx="483">
                  <c:v>42916</c:v>
                </c:pt>
                <c:pt idx="484">
                  <c:v>42909</c:v>
                </c:pt>
                <c:pt idx="485">
                  <c:v>42902</c:v>
                </c:pt>
                <c:pt idx="486">
                  <c:v>42895</c:v>
                </c:pt>
                <c:pt idx="487">
                  <c:v>42888</c:v>
                </c:pt>
                <c:pt idx="488">
                  <c:v>42881</c:v>
                </c:pt>
                <c:pt idx="489">
                  <c:v>42874</c:v>
                </c:pt>
                <c:pt idx="490">
                  <c:v>42867</c:v>
                </c:pt>
                <c:pt idx="491">
                  <c:v>42859</c:v>
                </c:pt>
                <c:pt idx="492">
                  <c:v>42853</c:v>
                </c:pt>
                <c:pt idx="493">
                  <c:v>42846</c:v>
                </c:pt>
                <c:pt idx="494">
                  <c:v>42839</c:v>
                </c:pt>
                <c:pt idx="495">
                  <c:v>42832</c:v>
                </c:pt>
                <c:pt idx="496">
                  <c:v>42825</c:v>
                </c:pt>
                <c:pt idx="497">
                  <c:v>42818</c:v>
                </c:pt>
                <c:pt idx="498">
                  <c:v>42811</c:v>
                </c:pt>
                <c:pt idx="499">
                  <c:v>42804</c:v>
                </c:pt>
                <c:pt idx="500">
                  <c:v>42797</c:v>
                </c:pt>
                <c:pt idx="501">
                  <c:v>42790</c:v>
                </c:pt>
                <c:pt idx="502">
                  <c:v>42783</c:v>
                </c:pt>
                <c:pt idx="503">
                  <c:v>42776</c:v>
                </c:pt>
                <c:pt idx="504">
                  <c:v>42769</c:v>
                </c:pt>
                <c:pt idx="505">
                  <c:v>42761</c:v>
                </c:pt>
                <c:pt idx="506">
                  <c:v>42755</c:v>
                </c:pt>
                <c:pt idx="507">
                  <c:v>42748</c:v>
                </c:pt>
                <c:pt idx="508">
                  <c:v>42741</c:v>
                </c:pt>
                <c:pt idx="509">
                  <c:v>42733</c:v>
                </c:pt>
                <c:pt idx="510">
                  <c:v>42727</c:v>
                </c:pt>
                <c:pt idx="511">
                  <c:v>42720</c:v>
                </c:pt>
                <c:pt idx="512">
                  <c:v>42713</c:v>
                </c:pt>
                <c:pt idx="513">
                  <c:v>42706</c:v>
                </c:pt>
                <c:pt idx="514">
                  <c:v>42699</c:v>
                </c:pt>
                <c:pt idx="515">
                  <c:v>42692</c:v>
                </c:pt>
                <c:pt idx="516">
                  <c:v>42685</c:v>
                </c:pt>
                <c:pt idx="517">
                  <c:v>42678</c:v>
                </c:pt>
                <c:pt idx="518">
                  <c:v>42671</c:v>
                </c:pt>
                <c:pt idx="519">
                  <c:v>42664</c:v>
                </c:pt>
                <c:pt idx="520">
                  <c:v>42657</c:v>
                </c:pt>
                <c:pt idx="521">
                  <c:v>42650</c:v>
                </c:pt>
                <c:pt idx="522">
                  <c:v>42643</c:v>
                </c:pt>
                <c:pt idx="523">
                  <c:v>42636</c:v>
                </c:pt>
                <c:pt idx="524">
                  <c:v>42626</c:v>
                </c:pt>
                <c:pt idx="525">
                  <c:v>42622</c:v>
                </c:pt>
                <c:pt idx="526">
                  <c:v>42615</c:v>
                </c:pt>
                <c:pt idx="527">
                  <c:v>42608</c:v>
                </c:pt>
                <c:pt idx="528">
                  <c:v>42601</c:v>
                </c:pt>
                <c:pt idx="529">
                  <c:v>42594</c:v>
                </c:pt>
                <c:pt idx="530">
                  <c:v>42587</c:v>
                </c:pt>
                <c:pt idx="531">
                  <c:v>42580</c:v>
                </c:pt>
                <c:pt idx="532">
                  <c:v>42573</c:v>
                </c:pt>
                <c:pt idx="533">
                  <c:v>42566</c:v>
                </c:pt>
                <c:pt idx="534">
                  <c:v>42559</c:v>
                </c:pt>
                <c:pt idx="535">
                  <c:v>42552</c:v>
                </c:pt>
                <c:pt idx="536">
                  <c:v>42545</c:v>
                </c:pt>
                <c:pt idx="537">
                  <c:v>42538</c:v>
                </c:pt>
                <c:pt idx="538">
                  <c:v>42531</c:v>
                </c:pt>
                <c:pt idx="539">
                  <c:v>42524</c:v>
                </c:pt>
                <c:pt idx="540">
                  <c:v>42517</c:v>
                </c:pt>
                <c:pt idx="541">
                  <c:v>42510</c:v>
                </c:pt>
                <c:pt idx="542">
                  <c:v>42503</c:v>
                </c:pt>
                <c:pt idx="543">
                  <c:v>42494</c:v>
                </c:pt>
                <c:pt idx="544">
                  <c:v>42489</c:v>
                </c:pt>
                <c:pt idx="545">
                  <c:v>42482</c:v>
                </c:pt>
                <c:pt idx="546">
                  <c:v>42475</c:v>
                </c:pt>
                <c:pt idx="547">
                  <c:v>42468</c:v>
                </c:pt>
                <c:pt idx="548">
                  <c:v>42461</c:v>
                </c:pt>
                <c:pt idx="549">
                  <c:v>42454</c:v>
                </c:pt>
                <c:pt idx="550">
                  <c:v>42447</c:v>
                </c:pt>
                <c:pt idx="551">
                  <c:v>42440</c:v>
                </c:pt>
                <c:pt idx="552">
                  <c:v>42433</c:v>
                </c:pt>
                <c:pt idx="553">
                  <c:v>42426</c:v>
                </c:pt>
                <c:pt idx="554">
                  <c:v>42419</c:v>
                </c:pt>
                <c:pt idx="555">
                  <c:v>42412</c:v>
                </c:pt>
                <c:pt idx="556">
                  <c:v>42405</c:v>
                </c:pt>
                <c:pt idx="557">
                  <c:v>42398</c:v>
                </c:pt>
                <c:pt idx="558">
                  <c:v>42391</c:v>
                </c:pt>
                <c:pt idx="559">
                  <c:v>42384</c:v>
                </c:pt>
                <c:pt idx="560">
                  <c:v>42377</c:v>
                </c:pt>
                <c:pt idx="561">
                  <c:v>42368</c:v>
                </c:pt>
                <c:pt idx="562">
                  <c:v>42362</c:v>
                </c:pt>
                <c:pt idx="563">
                  <c:v>42356</c:v>
                </c:pt>
                <c:pt idx="564">
                  <c:v>42349</c:v>
                </c:pt>
                <c:pt idx="565">
                  <c:v>42342</c:v>
                </c:pt>
                <c:pt idx="566">
                  <c:v>42335</c:v>
                </c:pt>
                <c:pt idx="567">
                  <c:v>42328</c:v>
                </c:pt>
                <c:pt idx="568">
                  <c:v>42321</c:v>
                </c:pt>
                <c:pt idx="569">
                  <c:v>42314</c:v>
                </c:pt>
                <c:pt idx="570">
                  <c:v>42307</c:v>
                </c:pt>
                <c:pt idx="571">
                  <c:v>42300</c:v>
                </c:pt>
                <c:pt idx="572">
                  <c:v>42293</c:v>
                </c:pt>
                <c:pt idx="573">
                  <c:v>42285</c:v>
                </c:pt>
                <c:pt idx="574">
                  <c:v>42279</c:v>
                </c:pt>
                <c:pt idx="575">
                  <c:v>42272</c:v>
                </c:pt>
                <c:pt idx="576">
                  <c:v>42265</c:v>
                </c:pt>
                <c:pt idx="577">
                  <c:v>42258</c:v>
                </c:pt>
                <c:pt idx="578">
                  <c:v>42251</c:v>
                </c:pt>
                <c:pt idx="579">
                  <c:v>42244</c:v>
                </c:pt>
                <c:pt idx="580">
                  <c:v>42237</c:v>
                </c:pt>
                <c:pt idx="581">
                  <c:v>42229</c:v>
                </c:pt>
                <c:pt idx="582">
                  <c:v>42223</c:v>
                </c:pt>
                <c:pt idx="583">
                  <c:v>42216</c:v>
                </c:pt>
                <c:pt idx="584">
                  <c:v>42209</c:v>
                </c:pt>
                <c:pt idx="585">
                  <c:v>42202</c:v>
                </c:pt>
                <c:pt idx="586">
                  <c:v>42195</c:v>
                </c:pt>
                <c:pt idx="587">
                  <c:v>42188</c:v>
                </c:pt>
                <c:pt idx="588">
                  <c:v>42181</c:v>
                </c:pt>
                <c:pt idx="589">
                  <c:v>42174</c:v>
                </c:pt>
                <c:pt idx="590">
                  <c:v>42167</c:v>
                </c:pt>
                <c:pt idx="591">
                  <c:v>42160</c:v>
                </c:pt>
                <c:pt idx="592">
                  <c:v>42153</c:v>
                </c:pt>
                <c:pt idx="593">
                  <c:v>42146</c:v>
                </c:pt>
                <c:pt idx="594">
                  <c:v>42139</c:v>
                </c:pt>
                <c:pt idx="595">
                  <c:v>42132</c:v>
                </c:pt>
                <c:pt idx="596">
                  <c:v>42124</c:v>
                </c:pt>
                <c:pt idx="597">
                  <c:v>42118</c:v>
                </c:pt>
                <c:pt idx="598">
                  <c:v>42111</c:v>
                </c:pt>
                <c:pt idx="599">
                  <c:v>42104</c:v>
                </c:pt>
                <c:pt idx="600">
                  <c:v>42097</c:v>
                </c:pt>
                <c:pt idx="601">
                  <c:v>42090</c:v>
                </c:pt>
                <c:pt idx="602">
                  <c:v>42083</c:v>
                </c:pt>
                <c:pt idx="603">
                  <c:v>42076</c:v>
                </c:pt>
                <c:pt idx="604">
                  <c:v>42069</c:v>
                </c:pt>
                <c:pt idx="605">
                  <c:v>42062</c:v>
                </c:pt>
                <c:pt idx="606">
                  <c:v>42052</c:v>
                </c:pt>
                <c:pt idx="607">
                  <c:v>42048</c:v>
                </c:pt>
                <c:pt idx="608">
                  <c:v>42041</c:v>
                </c:pt>
                <c:pt idx="609">
                  <c:v>42034</c:v>
                </c:pt>
                <c:pt idx="610">
                  <c:v>42027</c:v>
                </c:pt>
                <c:pt idx="611">
                  <c:v>42020</c:v>
                </c:pt>
                <c:pt idx="612">
                  <c:v>42013</c:v>
                </c:pt>
                <c:pt idx="613">
                  <c:v>42006</c:v>
                </c:pt>
                <c:pt idx="614">
                  <c:v>41999</c:v>
                </c:pt>
                <c:pt idx="615">
                  <c:v>41992</c:v>
                </c:pt>
                <c:pt idx="616">
                  <c:v>41985</c:v>
                </c:pt>
                <c:pt idx="617">
                  <c:v>41978</c:v>
                </c:pt>
                <c:pt idx="618">
                  <c:v>41971</c:v>
                </c:pt>
                <c:pt idx="619">
                  <c:v>41964</c:v>
                </c:pt>
                <c:pt idx="620">
                  <c:v>41957</c:v>
                </c:pt>
                <c:pt idx="621">
                  <c:v>41950</c:v>
                </c:pt>
                <c:pt idx="622">
                  <c:v>41943</c:v>
                </c:pt>
                <c:pt idx="623">
                  <c:v>41936</c:v>
                </c:pt>
                <c:pt idx="624">
                  <c:v>41929</c:v>
                </c:pt>
                <c:pt idx="625">
                  <c:v>41922</c:v>
                </c:pt>
                <c:pt idx="626">
                  <c:v>41914</c:v>
                </c:pt>
                <c:pt idx="627">
                  <c:v>41908</c:v>
                </c:pt>
                <c:pt idx="628">
                  <c:v>41901</c:v>
                </c:pt>
                <c:pt idx="629">
                  <c:v>41894</c:v>
                </c:pt>
                <c:pt idx="630">
                  <c:v>41887</c:v>
                </c:pt>
                <c:pt idx="631">
                  <c:v>41880</c:v>
                </c:pt>
                <c:pt idx="632">
                  <c:v>41873</c:v>
                </c:pt>
                <c:pt idx="633">
                  <c:v>41865</c:v>
                </c:pt>
                <c:pt idx="634">
                  <c:v>41859</c:v>
                </c:pt>
                <c:pt idx="635">
                  <c:v>41852</c:v>
                </c:pt>
                <c:pt idx="636">
                  <c:v>41845</c:v>
                </c:pt>
                <c:pt idx="637">
                  <c:v>41838</c:v>
                </c:pt>
                <c:pt idx="638">
                  <c:v>41831</c:v>
                </c:pt>
                <c:pt idx="639">
                  <c:v>41824</c:v>
                </c:pt>
                <c:pt idx="640">
                  <c:v>41817</c:v>
                </c:pt>
                <c:pt idx="641">
                  <c:v>41810</c:v>
                </c:pt>
                <c:pt idx="642">
                  <c:v>41803</c:v>
                </c:pt>
                <c:pt idx="643">
                  <c:v>41795</c:v>
                </c:pt>
                <c:pt idx="644">
                  <c:v>41789</c:v>
                </c:pt>
                <c:pt idx="645">
                  <c:v>41782</c:v>
                </c:pt>
                <c:pt idx="646">
                  <c:v>41775</c:v>
                </c:pt>
                <c:pt idx="647">
                  <c:v>41768</c:v>
                </c:pt>
                <c:pt idx="648">
                  <c:v>41761</c:v>
                </c:pt>
                <c:pt idx="649">
                  <c:v>41754</c:v>
                </c:pt>
                <c:pt idx="650">
                  <c:v>41747</c:v>
                </c:pt>
                <c:pt idx="651">
                  <c:v>41740</c:v>
                </c:pt>
                <c:pt idx="652">
                  <c:v>41733</c:v>
                </c:pt>
                <c:pt idx="653">
                  <c:v>41726</c:v>
                </c:pt>
                <c:pt idx="654">
                  <c:v>41719</c:v>
                </c:pt>
                <c:pt idx="655">
                  <c:v>41712</c:v>
                </c:pt>
                <c:pt idx="656">
                  <c:v>41705</c:v>
                </c:pt>
                <c:pt idx="657">
                  <c:v>41698</c:v>
                </c:pt>
                <c:pt idx="658">
                  <c:v>41691</c:v>
                </c:pt>
                <c:pt idx="659">
                  <c:v>41684</c:v>
                </c:pt>
                <c:pt idx="660">
                  <c:v>41677</c:v>
                </c:pt>
                <c:pt idx="661">
                  <c:v>41668</c:v>
                </c:pt>
                <c:pt idx="662">
                  <c:v>41663</c:v>
                </c:pt>
                <c:pt idx="663">
                  <c:v>41656</c:v>
                </c:pt>
                <c:pt idx="664">
                  <c:v>41649</c:v>
                </c:pt>
                <c:pt idx="665">
                  <c:v>41642</c:v>
                </c:pt>
                <c:pt idx="666">
                  <c:v>41635</c:v>
                </c:pt>
                <c:pt idx="667">
                  <c:v>41628</c:v>
                </c:pt>
                <c:pt idx="668">
                  <c:v>41621</c:v>
                </c:pt>
                <c:pt idx="669">
                  <c:v>41614</c:v>
                </c:pt>
                <c:pt idx="670">
                  <c:v>41607</c:v>
                </c:pt>
                <c:pt idx="671">
                  <c:v>41600</c:v>
                </c:pt>
                <c:pt idx="672">
                  <c:v>41593</c:v>
                </c:pt>
                <c:pt idx="673">
                  <c:v>41586</c:v>
                </c:pt>
                <c:pt idx="674">
                  <c:v>41579</c:v>
                </c:pt>
                <c:pt idx="675">
                  <c:v>41572</c:v>
                </c:pt>
                <c:pt idx="676">
                  <c:v>41565</c:v>
                </c:pt>
                <c:pt idx="677">
                  <c:v>41558</c:v>
                </c:pt>
                <c:pt idx="678">
                  <c:v>41551</c:v>
                </c:pt>
                <c:pt idx="679">
                  <c:v>41544</c:v>
                </c:pt>
                <c:pt idx="680">
                  <c:v>41534</c:v>
                </c:pt>
                <c:pt idx="681">
                  <c:v>41530</c:v>
                </c:pt>
                <c:pt idx="682">
                  <c:v>41523</c:v>
                </c:pt>
                <c:pt idx="683">
                  <c:v>41516</c:v>
                </c:pt>
                <c:pt idx="684">
                  <c:v>41509</c:v>
                </c:pt>
                <c:pt idx="685">
                  <c:v>41502</c:v>
                </c:pt>
                <c:pt idx="686">
                  <c:v>41495</c:v>
                </c:pt>
                <c:pt idx="687">
                  <c:v>41488</c:v>
                </c:pt>
                <c:pt idx="688">
                  <c:v>41481</c:v>
                </c:pt>
                <c:pt idx="689">
                  <c:v>41474</c:v>
                </c:pt>
                <c:pt idx="690">
                  <c:v>41467</c:v>
                </c:pt>
                <c:pt idx="691">
                  <c:v>41460</c:v>
                </c:pt>
                <c:pt idx="692">
                  <c:v>41453</c:v>
                </c:pt>
                <c:pt idx="693">
                  <c:v>41446</c:v>
                </c:pt>
                <c:pt idx="694">
                  <c:v>41439</c:v>
                </c:pt>
                <c:pt idx="695">
                  <c:v>41432</c:v>
                </c:pt>
                <c:pt idx="696">
                  <c:v>41425</c:v>
                </c:pt>
                <c:pt idx="697">
                  <c:v>41418</c:v>
                </c:pt>
                <c:pt idx="698">
                  <c:v>41410</c:v>
                </c:pt>
                <c:pt idx="699">
                  <c:v>41404</c:v>
                </c:pt>
                <c:pt idx="700">
                  <c:v>41397</c:v>
                </c:pt>
                <c:pt idx="701">
                  <c:v>41390</c:v>
                </c:pt>
                <c:pt idx="702">
                  <c:v>41383</c:v>
                </c:pt>
                <c:pt idx="703">
                  <c:v>41376</c:v>
                </c:pt>
                <c:pt idx="704">
                  <c:v>41369</c:v>
                </c:pt>
                <c:pt idx="705">
                  <c:v>41362</c:v>
                </c:pt>
                <c:pt idx="706">
                  <c:v>41355</c:v>
                </c:pt>
                <c:pt idx="707">
                  <c:v>41348</c:v>
                </c:pt>
                <c:pt idx="708">
                  <c:v>41341</c:v>
                </c:pt>
                <c:pt idx="709">
                  <c:v>41333</c:v>
                </c:pt>
                <c:pt idx="710">
                  <c:v>41327</c:v>
                </c:pt>
                <c:pt idx="711">
                  <c:v>41320</c:v>
                </c:pt>
                <c:pt idx="712">
                  <c:v>41313</c:v>
                </c:pt>
                <c:pt idx="713">
                  <c:v>41306</c:v>
                </c:pt>
                <c:pt idx="714">
                  <c:v>41299</c:v>
                </c:pt>
                <c:pt idx="715">
                  <c:v>41292</c:v>
                </c:pt>
                <c:pt idx="716">
                  <c:v>41285</c:v>
                </c:pt>
                <c:pt idx="717">
                  <c:v>41278</c:v>
                </c:pt>
                <c:pt idx="718">
                  <c:v>41271</c:v>
                </c:pt>
                <c:pt idx="719">
                  <c:v>41264</c:v>
                </c:pt>
                <c:pt idx="720">
                  <c:v>41257</c:v>
                </c:pt>
                <c:pt idx="721">
                  <c:v>41250</c:v>
                </c:pt>
                <c:pt idx="722">
                  <c:v>41243</c:v>
                </c:pt>
                <c:pt idx="723">
                  <c:v>41236</c:v>
                </c:pt>
                <c:pt idx="724">
                  <c:v>41229</c:v>
                </c:pt>
                <c:pt idx="725">
                  <c:v>41222</c:v>
                </c:pt>
                <c:pt idx="726">
                  <c:v>41215</c:v>
                </c:pt>
                <c:pt idx="727">
                  <c:v>41208</c:v>
                </c:pt>
                <c:pt idx="728">
                  <c:v>41201</c:v>
                </c:pt>
                <c:pt idx="729">
                  <c:v>41194</c:v>
                </c:pt>
                <c:pt idx="730">
                  <c:v>41187</c:v>
                </c:pt>
                <c:pt idx="731">
                  <c:v>41180</c:v>
                </c:pt>
                <c:pt idx="732">
                  <c:v>41173</c:v>
                </c:pt>
                <c:pt idx="733">
                  <c:v>41166</c:v>
                </c:pt>
                <c:pt idx="734">
                  <c:v>41159</c:v>
                </c:pt>
                <c:pt idx="735">
                  <c:v>41152</c:v>
                </c:pt>
                <c:pt idx="736">
                  <c:v>41145</c:v>
                </c:pt>
                <c:pt idx="737">
                  <c:v>41138</c:v>
                </c:pt>
                <c:pt idx="738">
                  <c:v>41131</c:v>
                </c:pt>
                <c:pt idx="739">
                  <c:v>41124</c:v>
                </c:pt>
                <c:pt idx="740">
                  <c:v>41117</c:v>
                </c:pt>
                <c:pt idx="741">
                  <c:v>41110</c:v>
                </c:pt>
                <c:pt idx="742">
                  <c:v>41103</c:v>
                </c:pt>
                <c:pt idx="743">
                  <c:v>41096</c:v>
                </c:pt>
                <c:pt idx="744">
                  <c:v>41089</c:v>
                </c:pt>
                <c:pt idx="745">
                  <c:v>41082</c:v>
                </c:pt>
                <c:pt idx="746">
                  <c:v>41075</c:v>
                </c:pt>
                <c:pt idx="747">
                  <c:v>41068</c:v>
                </c:pt>
                <c:pt idx="748">
                  <c:v>41061</c:v>
                </c:pt>
                <c:pt idx="749">
                  <c:v>41054</c:v>
                </c:pt>
                <c:pt idx="750">
                  <c:v>41047</c:v>
                </c:pt>
                <c:pt idx="751">
                  <c:v>41040</c:v>
                </c:pt>
                <c:pt idx="752">
                  <c:v>41033</c:v>
                </c:pt>
                <c:pt idx="753">
                  <c:v>41026</c:v>
                </c:pt>
                <c:pt idx="754">
                  <c:v>41019</c:v>
                </c:pt>
                <c:pt idx="755">
                  <c:v>41012</c:v>
                </c:pt>
                <c:pt idx="756">
                  <c:v>41005</c:v>
                </c:pt>
                <c:pt idx="757">
                  <c:v>40998</c:v>
                </c:pt>
                <c:pt idx="758">
                  <c:v>40991</c:v>
                </c:pt>
                <c:pt idx="759">
                  <c:v>40984</c:v>
                </c:pt>
                <c:pt idx="760">
                  <c:v>40977</c:v>
                </c:pt>
                <c:pt idx="761">
                  <c:v>40970</c:v>
                </c:pt>
                <c:pt idx="762">
                  <c:v>40963</c:v>
                </c:pt>
                <c:pt idx="763">
                  <c:v>40956</c:v>
                </c:pt>
                <c:pt idx="764">
                  <c:v>40949</c:v>
                </c:pt>
                <c:pt idx="765">
                  <c:v>40942</c:v>
                </c:pt>
                <c:pt idx="766">
                  <c:v>40935</c:v>
                </c:pt>
                <c:pt idx="767">
                  <c:v>40928</c:v>
                </c:pt>
                <c:pt idx="768">
                  <c:v>40921</c:v>
                </c:pt>
                <c:pt idx="769">
                  <c:v>40914</c:v>
                </c:pt>
                <c:pt idx="770">
                  <c:v>40906</c:v>
                </c:pt>
                <c:pt idx="771">
                  <c:v>40900</c:v>
                </c:pt>
                <c:pt idx="772">
                  <c:v>40893</c:v>
                </c:pt>
                <c:pt idx="773">
                  <c:v>40886</c:v>
                </c:pt>
                <c:pt idx="774">
                  <c:v>40879</c:v>
                </c:pt>
                <c:pt idx="775">
                  <c:v>40872</c:v>
                </c:pt>
                <c:pt idx="776">
                  <c:v>40865</c:v>
                </c:pt>
                <c:pt idx="777">
                  <c:v>40858</c:v>
                </c:pt>
                <c:pt idx="778">
                  <c:v>40851</c:v>
                </c:pt>
                <c:pt idx="779">
                  <c:v>40844</c:v>
                </c:pt>
                <c:pt idx="780">
                  <c:v>40837</c:v>
                </c:pt>
                <c:pt idx="781">
                  <c:v>40830</c:v>
                </c:pt>
                <c:pt idx="782">
                  <c:v>40823</c:v>
                </c:pt>
                <c:pt idx="783">
                  <c:v>40816</c:v>
                </c:pt>
                <c:pt idx="784">
                  <c:v>40809</c:v>
                </c:pt>
                <c:pt idx="785">
                  <c:v>40802</c:v>
                </c:pt>
                <c:pt idx="786">
                  <c:v>40795</c:v>
                </c:pt>
                <c:pt idx="787">
                  <c:v>40788</c:v>
                </c:pt>
                <c:pt idx="788">
                  <c:v>40781</c:v>
                </c:pt>
                <c:pt idx="789">
                  <c:v>40774</c:v>
                </c:pt>
                <c:pt idx="790">
                  <c:v>40767</c:v>
                </c:pt>
                <c:pt idx="791">
                  <c:v>40760</c:v>
                </c:pt>
                <c:pt idx="792">
                  <c:v>40753</c:v>
                </c:pt>
                <c:pt idx="793">
                  <c:v>40746</c:v>
                </c:pt>
                <c:pt idx="794">
                  <c:v>40739</c:v>
                </c:pt>
                <c:pt idx="795">
                  <c:v>40732</c:v>
                </c:pt>
                <c:pt idx="796">
                  <c:v>40725</c:v>
                </c:pt>
                <c:pt idx="797">
                  <c:v>40718</c:v>
                </c:pt>
                <c:pt idx="798">
                  <c:v>40711</c:v>
                </c:pt>
                <c:pt idx="799">
                  <c:v>40704</c:v>
                </c:pt>
                <c:pt idx="800">
                  <c:v>40697</c:v>
                </c:pt>
                <c:pt idx="801">
                  <c:v>40690</c:v>
                </c:pt>
                <c:pt idx="802">
                  <c:v>40683</c:v>
                </c:pt>
                <c:pt idx="803">
                  <c:v>40676</c:v>
                </c:pt>
                <c:pt idx="804">
                  <c:v>40669</c:v>
                </c:pt>
                <c:pt idx="805">
                  <c:v>40662</c:v>
                </c:pt>
                <c:pt idx="806">
                  <c:v>40655</c:v>
                </c:pt>
                <c:pt idx="807">
                  <c:v>40648</c:v>
                </c:pt>
                <c:pt idx="808">
                  <c:v>40641</c:v>
                </c:pt>
                <c:pt idx="809">
                  <c:v>40634</c:v>
                </c:pt>
                <c:pt idx="810">
                  <c:v>40627</c:v>
                </c:pt>
                <c:pt idx="811">
                  <c:v>40620</c:v>
                </c:pt>
                <c:pt idx="812">
                  <c:v>40613</c:v>
                </c:pt>
                <c:pt idx="813">
                  <c:v>40606</c:v>
                </c:pt>
                <c:pt idx="814">
                  <c:v>40599</c:v>
                </c:pt>
                <c:pt idx="815">
                  <c:v>40592</c:v>
                </c:pt>
                <c:pt idx="816">
                  <c:v>40585</c:v>
                </c:pt>
                <c:pt idx="817">
                  <c:v>40575</c:v>
                </c:pt>
                <c:pt idx="818">
                  <c:v>40571</c:v>
                </c:pt>
                <c:pt idx="819">
                  <c:v>40564</c:v>
                </c:pt>
                <c:pt idx="820">
                  <c:v>40557</c:v>
                </c:pt>
                <c:pt idx="821">
                  <c:v>40550</c:v>
                </c:pt>
                <c:pt idx="822">
                  <c:v>40542</c:v>
                </c:pt>
                <c:pt idx="823">
                  <c:v>40536</c:v>
                </c:pt>
                <c:pt idx="824">
                  <c:v>40529</c:v>
                </c:pt>
                <c:pt idx="825">
                  <c:v>40522</c:v>
                </c:pt>
                <c:pt idx="826">
                  <c:v>40515</c:v>
                </c:pt>
                <c:pt idx="827">
                  <c:v>40508</c:v>
                </c:pt>
                <c:pt idx="828">
                  <c:v>40501</c:v>
                </c:pt>
                <c:pt idx="829">
                  <c:v>40494</c:v>
                </c:pt>
                <c:pt idx="830">
                  <c:v>40487</c:v>
                </c:pt>
                <c:pt idx="831">
                  <c:v>40480</c:v>
                </c:pt>
                <c:pt idx="832">
                  <c:v>40473</c:v>
                </c:pt>
                <c:pt idx="833">
                  <c:v>40466</c:v>
                </c:pt>
                <c:pt idx="834">
                  <c:v>40459</c:v>
                </c:pt>
                <c:pt idx="835">
                  <c:v>40452</c:v>
                </c:pt>
                <c:pt idx="836">
                  <c:v>40445</c:v>
                </c:pt>
                <c:pt idx="837">
                  <c:v>40438</c:v>
                </c:pt>
                <c:pt idx="838">
                  <c:v>40431</c:v>
                </c:pt>
                <c:pt idx="839">
                  <c:v>40424</c:v>
                </c:pt>
                <c:pt idx="840">
                  <c:v>40417</c:v>
                </c:pt>
                <c:pt idx="841">
                  <c:v>40410</c:v>
                </c:pt>
                <c:pt idx="842">
                  <c:v>40403</c:v>
                </c:pt>
                <c:pt idx="843">
                  <c:v>40396</c:v>
                </c:pt>
                <c:pt idx="844">
                  <c:v>40389</c:v>
                </c:pt>
                <c:pt idx="845">
                  <c:v>40382</c:v>
                </c:pt>
                <c:pt idx="846">
                  <c:v>40375</c:v>
                </c:pt>
                <c:pt idx="847">
                  <c:v>40368</c:v>
                </c:pt>
                <c:pt idx="848">
                  <c:v>40361</c:v>
                </c:pt>
                <c:pt idx="849">
                  <c:v>40354</c:v>
                </c:pt>
                <c:pt idx="850">
                  <c:v>40347</c:v>
                </c:pt>
                <c:pt idx="851">
                  <c:v>40340</c:v>
                </c:pt>
                <c:pt idx="852">
                  <c:v>40333</c:v>
                </c:pt>
                <c:pt idx="853">
                  <c:v>40326</c:v>
                </c:pt>
                <c:pt idx="854">
                  <c:v>40318</c:v>
                </c:pt>
                <c:pt idx="855">
                  <c:v>40312</c:v>
                </c:pt>
                <c:pt idx="856">
                  <c:v>40305</c:v>
                </c:pt>
                <c:pt idx="857">
                  <c:v>40298</c:v>
                </c:pt>
                <c:pt idx="858">
                  <c:v>40291</c:v>
                </c:pt>
                <c:pt idx="859">
                  <c:v>40284</c:v>
                </c:pt>
                <c:pt idx="860">
                  <c:v>40277</c:v>
                </c:pt>
                <c:pt idx="861">
                  <c:v>40270</c:v>
                </c:pt>
                <c:pt idx="862">
                  <c:v>40263</c:v>
                </c:pt>
                <c:pt idx="863">
                  <c:v>40256</c:v>
                </c:pt>
                <c:pt idx="864">
                  <c:v>40249</c:v>
                </c:pt>
                <c:pt idx="865">
                  <c:v>40242</c:v>
                </c:pt>
                <c:pt idx="866">
                  <c:v>40235</c:v>
                </c:pt>
                <c:pt idx="867">
                  <c:v>40228</c:v>
                </c:pt>
                <c:pt idx="868">
                  <c:v>40221</c:v>
                </c:pt>
                <c:pt idx="869">
                  <c:v>40214</c:v>
                </c:pt>
                <c:pt idx="870">
                  <c:v>40207</c:v>
                </c:pt>
                <c:pt idx="871">
                  <c:v>40200</c:v>
                </c:pt>
                <c:pt idx="872">
                  <c:v>40193</c:v>
                </c:pt>
                <c:pt idx="873">
                  <c:v>40186</c:v>
                </c:pt>
                <c:pt idx="874">
                  <c:v>40177</c:v>
                </c:pt>
                <c:pt idx="875">
                  <c:v>40171</c:v>
                </c:pt>
                <c:pt idx="876">
                  <c:v>40165</c:v>
                </c:pt>
                <c:pt idx="877">
                  <c:v>40158</c:v>
                </c:pt>
                <c:pt idx="878">
                  <c:v>40151</c:v>
                </c:pt>
                <c:pt idx="879">
                  <c:v>40144</c:v>
                </c:pt>
                <c:pt idx="880">
                  <c:v>40137</c:v>
                </c:pt>
                <c:pt idx="881">
                  <c:v>40130</c:v>
                </c:pt>
                <c:pt idx="882">
                  <c:v>40123</c:v>
                </c:pt>
                <c:pt idx="883">
                  <c:v>40116</c:v>
                </c:pt>
                <c:pt idx="884">
                  <c:v>40109</c:v>
                </c:pt>
                <c:pt idx="885">
                  <c:v>40102</c:v>
                </c:pt>
                <c:pt idx="886">
                  <c:v>40095</c:v>
                </c:pt>
                <c:pt idx="887">
                  <c:v>40087</c:v>
                </c:pt>
                <c:pt idx="888">
                  <c:v>40081</c:v>
                </c:pt>
                <c:pt idx="889">
                  <c:v>40074</c:v>
                </c:pt>
                <c:pt idx="890">
                  <c:v>40067</c:v>
                </c:pt>
                <c:pt idx="891">
                  <c:v>40060</c:v>
                </c:pt>
                <c:pt idx="892">
                  <c:v>40053</c:v>
                </c:pt>
                <c:pt idx="893">
                  <c:v>40046</c:v>
                </c:pt>
                <c:pt idx="894">
                  <c:v>40039</c:v>
                </c:pt>
                <c:pt idx="895">
                  <c:v>40032</c:v>
                </c:pt>
                <c:pt idx="896">
                  <c:v>40025</c:v>
                </c:pt>
                <c:pt idx="897">
                  <c:v>40018</c:v>
                </c:pt>
                <c:pt idx="898">
                  <c:v>40011</c:v>
                </c:pt>
                <c:pt idx="899">
                  <c:v>40004</c:v>
                </c:pt>
                <c:pt idx="900">
                  <c:v>39997</c:v>
                </c:pt>
                <c:pt idx="901">
                  <c:v>39990</c:v>
                </c:pt>
                <c:pt idx="902">
                  <c:v>39983</c:v>
                </c:pt>
                <c:pt idx="903">
                  <c:v>39976</c:v>
                </c:pt>
                <c:pt idx="904">
                  <c:v>39969</c:v>
                </c:pt>
                <c:pt idx="905">
                  <c:v>39962</c:v>
                </c:pt>
                <c:pt idx="906">
                  <c:v>39955</c:v>
                </c:pt>
                <c:pt idx="907">
                  <c:v>39948</c:v>
                </c:pt>
                <c:pt idx="908">
                  <c:v>39941</c:v>
                </c:pt>
                <c:pt idx="909">
                  <c:v>39933</c:v>
                </c:pt>
                <c:pt idx="910">
                  <c:v>39927</c:v>
                </c:pt>
                <c:pt idx="911">
                  <c:v>39920</c:v>
                </c:pt>
                <c:pt idx="912">
                  <c:v>39913</c:v>
                </c:pt>
                <c:pt idx="913">
                  <c:v>39906</c:v>
                </c:pt>
                <c:pt idx="914">
                  <c:v>39899</c:v>
                </c:pt>
                <c:pt idx="915">
                  <c:v>39892</c:v>
                </c:pt>
                <c:pt idx="916">
                  <c:v>39885</c:v>
                </c:pt>
                <c:pt idx="917">
                  <c:v>39878</c:v>
                </c:pt>
                <c:pt idx="918">
                  <c:v>39871</c:v>
                </c:pt>
                <c:pt idx="919">
                  <c:v>39864</c:v>
                </c:pt>
                <c:pt idx="920">
                  <c:v>39857</c:v>
                </c:pt>
                <c:pt idx="921">
                  <c:v>39850</c:v>
                </c:pt>
                <c:pt idx="922">
                  <c:v>39843</c:v>
                </c:pt>
                <c:pt idx="923">
                  <c:v>39836</c:v>
                </c:pt>
                <c:pt idx="924">
                  <c:v>39829</c:v>
                </c:pt>
                <c:pt idx="925">
                  <c:v>39822</c:v>
                </c:pt>
                <c:pt idx="926">
                  <c:v>39815</c:v>
                </c:pt>
                <c:pt idx="927">
                  <c:v>39808</c:v>
                </c:pt>
                <c:pt idx="928">
                  <c:v>39801</c:v>
                </c:pt>
                <c:pt idx="929">
                  <c:v>39794</c:v>
                </c:pt>
                <c:pt idx="930">
                  <c:v>39787</c:v>
                </c:pt>
                <c:pt idx="931">
                  <c:v>39780</c:v>
                </c:pt>
                <c:pt idx="932">
                  <c:v>39773</c:v>
                </c:pt>
                <c:pt idx="933">
                  <c:v>39766</c:v>
                </c:pt>
                <c:pt idx="934">
                  <c:v>39759</c:v>
                </c:pt>
                <c:pt idx="935">
                  <c:v>39752</c:v>
                </c:pt>
                <c:pt idx="936">
                  <c:v>39745</c:v>
                </c:pt>
                <c:pt idx="937">
                  <c:v>39738</c:v>
                </c:pt>
                <c:pt idx="938">
                  <c:v>39731</c:v>
                </c:pt>
                <c:pt idx="939">
                  <c:v>39723</c:v>
                </c:pt>
                <c:pt idx="940">
                  <c:v>39717</c:v>
                </c:pt>
                <c:pt idx="941">
                  <c:v>39710</c:v>
                </c:pt>
                <c:pt idx="942">
                  <c:v>39703</c:v>
                </c:pt>
                <c:pt idx="943">
                  <c:v>39696</c:v>
                </c:pt>
                <c:pt idx="944">
                  <c:v>39689</c:v>
                </c:pt>
                <c:pt idx="945">
                  <c:v>39682</c:v>
                </c:pt>
                <c:pt idx="946">
                  <c:v>39674</c:v>
                </c:pt>
                <c:pt idx="947">
                  <c:v>39668</c:v>
                </c:pt>
                <c:pt idx="948">
                  <c:v>39661</c:v>
                </c:pt>
                <c:pt idx="949">
                  <c:v>39654</c:v>
                </c:pt>
                <c:pt idx="950">
                  <c:v>39647</c:v>
                </c:pt>
                <c:pt idx="951">
                  <c:v>39640</c:v>
                </c:pt>
                <c:pt idx="952">
                  <c:v>39633</c:v>
                </c:pt>
                <c:pt idx="953">
                  <c:v>39626</c:v>
                </c:pt>
                <c:pt idx="954">
                  <c:v>39619</c:v>
                </c:pt>
                <c:pt idx="955">
                  <c:v>39612</c:v>
                </c:pt>
                <c:pt idx="956">
                  <c:v>39604</c:v>
                </c:pt>
                <c:pt idx="957">
                  <c:v>39598</c:v>
                </c:pt>
                <c:pt idx="958">
                  <c:v>39591</c:v>
                </c:pt>
                <c:pt idx="959">
                  <c:v>39584</c:v>
                </c:pt>
                <c:pt idx="960">
                  <c:v>39577</c:v>
                </c:pt>
                <c:pt idx="961">
                  <c:v>39570</c:v>
                </c:pt>
                <c:pt idx="962">
                  <c:v>39563</c:v>
                </c:pt>
                <c:pt idx="963">
                  <c:v>39556</c:v>
                </c:pt>
                <c:pt idx="964">
                  <c:v>39549</c:v>
                </c:pt>
                <c:pt idx="965">
                  <c:v>39542</c:v>
                </c:pt>
                <c:pt idx="966">
                  <c:v>39535</c:v>
                </c:pt>
                <c:pt idx="967">
                  <c:v>39528</c:v>
                </c:pt>
                <c:pt idx="968">
                  <c:v>39521</c:v>
                </c:pt>
                <c:pt idx="969">
                  <c:v>39514</c:v>
                </c:pt>
                <c:pt idx="970">
                  <c:v>39507</c:v>
                </c:pt>
                <c:pt idx="971">
                  <c:v>39500</c:v>
                </c:pt>
                <c:pt idx="972">
                  <c:v>39493</c:v>
                </c:pt>
                <c:pt idx="973">
                  <c:v>39483</c:v>
                </c:pt>
                <c:pt idx="974">
                  <c:v>39479</c:v>
                </c:pt>
                <c:pt idx="975">
                  <c:v>39472</c:v>
                </c:pt>
                <c:pt idx="976">
                  <c:v>39465</c:v>
                </c:pt>
                <c:pt idx="977">
                  <c:v>39458</c:v>
                </c:pt>
                <c:pt idx="978">
                  <c:v>39451</c:v>
                </c:pt>
                <c:pt idx="979">
                  <c:v>39444</c:v>
                </c:pt>
                <c:pt idx="980">
                  <c:v>39437</c:v>
                </c:pt>
                <c:pt idx="981">
                  <c:v>39430</c:v>
                </c:pt>
                <c:pt idx="982">
                  <c:v>39423</c:v>
                </c:pt>
                <c:pt idx="983">
                  <c:v>39416</c:v>
                </c:pt>
                <c:pt idx="984">
                  <c:v>39409</c:v>
                </c:pt>
                <c:pt idx="985">
                  <c:v>39402</c:v>
                </c:pt>
              </c:numCache>
            </c:numRef>
          </c:cat>
          <c:val>
            <c:numRef>
              <c:f>data!$Z$15:$Z$1000</c:f>
              <c:numCache>
                <c:formatCode>_-* #,##0.0_-;\-* #,##0.0_-;_-* "-"_-;_-@_-</c:formatCode>
                <c:ptCount val="986"/>
                <c:pt idx="0">
                  <c:v>3212.5721212121216</c:v>
                </c:pt>
                <c:pt idx="1">
                  <c:v>#N/A</c:v>
                </c:pt>
                <c:pt idx="2">
                  <c:v>3218.6000000000004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2827.2974789915966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2500.6298850574717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2502.8363636363638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2376.1754385964914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2373.545631067961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2273.7599999999998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2290.2571428571428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2279.3806451612904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2238.2560000000003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2197.3040000000001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#N/A</c:v>
                </c:pt>
                <c:pt idx="143">
                  <c:v>#N/A</c:v>
                </c:pt>
                <c:pt idx="144">
                  <c:v>#N/A</c:v>
                </c:pt>
                <c:pt idx="145">
                  <c:v>2236.0252631578951</c:v>
                </c:pt>
                <c:pt idx="146">
                  <c:v>#N/A</c:v>
                </c:pt>
                <c:pt idx="147">
                  <c:v>#N/A</c:v>
                </c:pt>
                <c:pt idx="148">
                  <c:v>#N/A</c:v>
                </c:pt>
                <c:pt idx="149">
                  <c:v>#N/A</c:v>
                </c:pt>
                <c:pt idx="150">
                  <c:v>#N/A</c:v>
                </c:pt>
                <c:pt idx="151">
                  <c:v>#N/A</c:v>
                </c:pt>
                <c:pt idx="152">
                  <c:v>#N/A</c:v>
                </c:pt>
                <c:pt idx="153">
                  <c:v>#N/A</c:v>
                </c:pt>
                <c:pt idx="154">
                  <c:v>#N/A</c:v>
                </c:pt>
                <c:pt idx="155">
                  <c:v>#N/A</c:v>
                </c:pt>
                <c:pt idx="156">
                  <c:v>#N/A</c:v>
                </c:pt>
                <c:pt idx="157">
                  <c:v>#N/A</c:v>
                </c:pt>
                <c:pt idx="158">
                  <c:v>2215.7932584269665</c:v>
                </c:pt>
                <c:pt idx="159">
                  <c:v>#N/A</c:v>
                </c:pt>
                <c:pt idx="160">
                  <c:v>#N/A</c:v>
                </c:pt>
                <c:pt idx="161">
                  <c:v>#N/A</c:v>
                </c:pt>
                <c:pt idx="162">
                  <c:v>#N/A</c:v>
                </c:pt>
                <c:pt idx="163">
                  <c:v>#N/A</c:v>
                </c:pt>
                <c:pt idx="164">
                  <c:v>#N/A</c:v>
                </c:pt>
                <c:pt idx="165">
                  <c:v>#N/A</c:v>
                </c:pt>
                <c:pt idx="166">
                  <c:v>#N/A</c:v>
                </c:pt>
                <c:pt idx="167">
                  <c:v>#N/A</c:v>
                </c:pt>
                <c:pt idx="168">
                  <c:v>#N/A</c:v>
                </c:pt>
                <c:pt idx="169">
                  <c:v>#N/A</c:v>
                </c:pt>
                <c:pt idx="170">
                  <c:v>#N/A</c:v>
                </c:pt>
                <c:pt idx="171">
                  <c:v>2182.3659574468093</c:v>
                </c:pt>
                <c:pt idx="172">
                  <c:v>#N/A</c:v>
                </c:pt>
                <c:pt idx="173">
                  <c:v>#N/A</c:v>
                </c:pt>
                <c:pt idx="174">
                  <c:v>#N/A</c:v>
                </c:pt>
                <c:pt idx="175">
                  <c:v>#N/A</c:v>
                </c:pt>
                <c:pt idx="176">
                  <c:v>#N/A</c:v>
                </c:pt>
                <c:pt idx="177">
                  <c:v>#N/A</c:v>
                </c:pt>
                <c:pt idx="178">
                  <c:v>#N/A</c:v>
                </c:pt>
                <c:pt idx="179">
                  <c:v>#N/A</c:v>
                </c:pt>
                <c:pt idx="180">
                  <c:v>#N/A</c:v>
                </c:pt>
                <c:pt idx="181">
                  <c:v>#N/A</c:v>
                </c:pt>
                <c:pt idx="182">
                  <c:v>#N/A</c:v>
                </c:pt>
                <c:pt idx="183">
                  <c:v>#N/A</c:v>
                </c:pt>
                <c:pt idx="184">
                  <c:v>2130.6322580645165</c:v>
                </c:pt>
                <c:pt idx="185">
                  <c:v>#N/A</c:v>
                </c:pt>
                <c:pt idx="186">
                  <c:v>#N/A</c:v>
                </c:pt>
                <c:pt idx="187">
                  <c:v>#N/A</c:v>
                </c:pt>
                <c:pt idx="188">
                  <c:v>#N/A</c:v>
                </c:pt>
                <c:pt idx="189">
                  <c:v>#N/A</c:v>
                </c:pt>
                <c:pt idx="190">
                  <c:v>#N/A</c:v>
                </c:pt>
                <c:pt idx="191">
                  <c:v>#N/A</c:v>
                </c:pt>
                <c:pt idx="192">
                  <c:v>#N/A</c:v>
                </c:pt>
                <c:pt idx="193">
                  <c:v>#N/A</c:v>
                </c:pt>
                <c:pt idx="194">
                  <c:v>#N/A</c:v>
                </c:pt>
                <c:pt idx="195">
                  <c:v>#N/A</c:v>
                </c:pt>
                <c:pt idx="196">
                  <c:v>#N/A</c:v>
                </c:pt>
                <c:pt idx="197">
                  <c:v>2129.9047619047619</c:v>
                </c:pt>
                <c:pt idx="198">
                  <c:v>#N/A</c:v>
                </c:pt>
                <c:pt idx="199">
                  <c:v>#N/A</c:v>
                </c:pt>
                <c:pt idx="200">
                  <c:v>#N/A</c:v>
                </c:pt>
                <c:pt idx="201">
                  <c:v>#N/A</c:v>
                </c:pt>
                <c:pt idx="202">
                  <c:v>#N/A</c:v>
                </c:pt>
                <c:pt idx="203">
                  <c:v>#N/A</c:v>
                </c:pt>
                <c:pt idx="204">
                  <c:v>#N/A</c:v>
                </c:pt>
                <c:pt idx="205">
                  <c:v>#N/A</c:v>
                </c:pt>
                <c:pt idx="206">
                  <c:v>#N/A</c:v>
                </c:pt>
                <c:pt idx="207">
                  <c:v>#N/A</c:v>
                </c:pt>
                <c:pt idx="208">
                  <c:v>#N/A</c:v>
                </c:pt>
                <c:pt idx="209">
                  <c:v>#N/A</c:v>
                </c:pt>
                <c:pt idx="210">
                  <c:v>2077.580722891566</c:v>
                </c:pt>
                <c:pt idx="211">
                  <c:v>#N/A</c:v>
                </c:pt>
                <c:pt idx="212">
                  <c:v>#N/A</c:v>
                </c:pt>
                <c:pt idx="213">
                  <c:v>#N/A</c:v>
                </c:pt>
                <c:pt idx="214">
                  <c:v>#N/A</c:v>
                </c:pt>
                <c:pt idx="215">
                  <c:v>#N/A</c:v>
                </c:pt>
                <c:pt idx="216">
                  <c:v>#N/A</c:v>
                </c:pt>
                <c:pt idx="217">
                  <c:v>#N/A</c:v>
                </c:pt>
                <c:pt idx="218">
                  <c:v>#N/A</c:v>
                </c:pt>
                <c:pt idx="219">
                  <c:v>#N/A</c:v>
                </c:pt>
                <c:pt idx="220">
                  <c:v>#N/A</c:v>
                </c:pt>
                <c:pt idx="221">
                  <c:v>#N/A</c:v>
                </c:pt>
                <c:pt idx="222">
                  <c:v>#N/A</c:v>
                </c:pt>
                <c:pt idx="223">
                  <c:v>#N/A</c:v>
                </c:pt>
                <c:pt idx="224">
                  <c:v>2035.7849462365591</c:v>
                </c:pt>
                <c:pt idx="225">
                  <c:v>#N/A</c:v>
                </c:pt>
                <c:pt idx="226">
                  <c:v>#N/A</c:v>
                </c:pt>
                <c:pt idx="227">
                  <c:v>#N/A</c:v>
                </c:pt>
                <c:pt idx="228">
                  <c:v>#N/A</c:v>
                </c:pt>
                <c:pt idx="229">
                  <c:v>#N/A</c:v>
                </c:pt>
                <c:pt idx="230">
                  <c:v>#N/A</c:v>
                </c:pt>
                <c:pt idx="231">
                  <c:v>#N/A</c:v>
                </c:pt>
                <c:pt idx="232">
                  <c:v>#N/A</c:v>
                </c:pt>
                <c:pt idx="233">
                  <c:v>#N/A</c:v>
                </c:pt>
                <c:pt idx="234">
                  <c:v>#N/A</c:v>
                </c:pt>
                <c:pt idx="235">
                  <c:v>#N/A</c:v>
                </c:pt>
                <c:pt idx="236">
                  <c:v>#N/A</c:v>
                </c:pt>
                <c:pt idx="237">
                  <c:v>1985.4399999999998</c:v>
                </c:pt>
                <c:pt idx="238">
                  <c:v>#N/A</c:v>
                </c:pt>
                <c:pt idx="239">
                  <c:v>#N/A</c:v>
                </c:pt>
                <c:pt idx="240">
                  <c:v>#N/A</c:v>
                </c:pt>
                <c:pt idx="241">
                  <c:v>#N/A</c:v>
                </c:pt>
                <c:pt idx="242">
                  <c:v>#N/A</c:v>
                </c:pt>
                <c:pt idx="243">
                  <c:v>#N/A</c:v>
                </c:pt>
                <c:pt idx="244">
                  <c:v>#N/A</c:v>
                </c:pt>
                <c:pt idx="245">
                  <c:v>#N/A</c:v>
                </c:pt>
                <c:pt idx="246">
                  <c:v>#N/A</c:v>
                </c:pt>
                <c:pt idx="247">
                  <c:v>#N/A</c:v>
                </c:pt>
                <c:pt idx="248">
                  <c:v>#N/A</c:v>
                </c:pt>
                <c:pt idx="249">
                  <c:v>2108.0707964601775</c:v>
                </c:pt>
                <c:pt idx="250">
                  <c:v>#N/A</c:v>
                </c:pt>
                <c:pt idx="251">
                  <c:v>#N/A</c:v>
                </c:pt>
                <c:pt idx="252">
                  <c:v>#N/A</c:v>
                </c:pt>
                <c:pt idx="253">
                  <c:v>#N/A</c:v>
                </c:pt>
                <c:pt idx="254">
                  <c:v>#N/A</c:v>
                </c:pt>
                <c:pt idx="255">
                  <c:v>#N/A</c:v>
                </c:pt>
                <c:pt idx="256">
                  <c:v>#N/A</c:v>
                </c:pt>
                <c:pt idx="257">
                  <c:v>#N/A</c:v>
                </c:pt>
                <c:pt idx="258">
                  <c:v>#N/A</c:v>
                </c:pt>
                <c:pt idx="259">
                  <c:v>#N/A</c:v>
                </c:pt>
                <c:pt idx="260">
                  <c:v>#N/A</c:v>
                </c:pt>
                <c:pt idx="261">
                  <c:v>#N/A</c:v>
                </c:pt>
                <c:pt idx="262">
                  <c:v>#N/A</c:v>
                </c:pt>
                <c:pt idx="263">
                  <c:v>2032.6764227642277</c:v>
                </c:pt>
                <c:pt idx="264">
                  <c:v>#N/A</c:v>
                </c:pt>
                <c:pt idx="265">
                  <c:v>#N/A</c:v>
                </c:pt>
                <c:pt idx="266">
                  <c:v>#N/A</c:v>
                </c:pt>
                <c:pt idx="267">
                  <c:v>#N/A</c:v>
                </c:pt>
                <c:pt idx="268">
                  <c:v>#N/A</c:v>
                </c:pt>
                <c:pt idx="269">
                  <c:v>#N/A</c:v>
                </c:pt>
                <c:pt idx="270">
                  <c:v>#N/A</c:v>
                </c:pt>
                <c:pt idx="271">
                  <c:v>#N/A</c:v>
                </c:pt>
                <c:pt idx="272">
                  <c:v>#N/A</c:v>
                </c:pt>
                <c:pt idx="273">
                  <c:v>#N/A</c:v>
                </c:pt>
                <c:pt idx="274">
                  <c:v>#N/A</c:v>
                </c:pt>
                <c:pt idx="275">
                  <c:v>#N/A</c:v>
                </c:pt>
                <c:pt idx="276">
                  <c:v>2032.5169230769234</c:v>
                </c:pt>
                <c:pt idx="277">
                  <c:v>#N/A</c:v>
                </c:pt>
                <c:pt idx="278">
                  <c:v>#N/A</c:v>
                </c:pt>
                <c:pt idx="279">
                  <c:v>#N/A</c:v>
                </c:pt>
                <c:pt idx="280">
                  <c:v>#N/A</c:v>
                </c:pt>
                <c:pt idx="281">
                  <c:v>#N/A</c:v>
                </c:pt>
                <c:pt idx="282">
                  <c:v>#N/A</c:v>
                </c:pt>
                <c:pt idx="283">
                  <c:v>#N/A</c:v>
                </c:pt>
                <c:pt idx="284">
                  <c:v>#N/A</c:v>
                </c:pt>
                <c:pt idx="285">
                  <c:v>#N/A</c:v>
                </c:pt>
                <c:pt idx="286">
                  <c:v>#N/A</c:v>
                </c:pt>
                <c:pt idx="287">
                  <c:v>#N/A</c:v>
                </c:pt>
                <c:pt idx="288">
                  <c:v>#N/A</c:v>
                </c:pt>
                <c:pt idx="289">
                  <c:v>1977.8926829268296</c:v>
                </c:pt>
                <c:pt idx="290">
                  <c:v>#N/A</c:v>
                </c:pt>
                <c:pt idx="291">
                  <c:v>#N/A</c:v>
                </c:pt>
                <c:pt idx="292">
                  <c:v>#N/A</c:v>
                </c:pt>
                <c:pt idx="293">
                  <c:v>#N/A</c:v>
                </c:pt>
                <c:pt idx="294">
                  <c:v>#N/A</c:v>
                </c:pt>
                <c:pt idx="295">
                  <c:v>#N/A</c:v>
                </c:pt>
                <c:pt idx="296">
                  <c:v>#N/A</c:v>
                </c:pt>
                <c:pt idx="297">
                  <c:v>#N/A</c:v>
                </c:pt>
                <c:pt idx="298">
                  <c:v>#N/A</c:v>
                </c:pt>
                <c:pt idx="299">
                  <c:v>#N/A</c:v>
                </c:pt>
                <c:pt idx="300">
                  <c:v>#N/A</c:v>
                </c:pt>
                <c:pt idx="301">
                  <c:v>1998.935652173913</c:v>
                </c:pt>
                <c:pt idx="302">
                  <c:v>#N/A</c:v>
                </c:pt>
                <c:pt idx="303">
                  <c:v>#N/A</c:v>
                </c:pt>
                <c:pt idx="304">
                  <c:v>#N/A</c:v>
                </c:pt>
                <c:pt idx="305">
                  <c:v>#N/A</c:v>
                </c:pt>
                <c:pt idx="306">
                  <c:v>#N/A</c:v>
                </c:pt>
                <c:pt idx="307">
                  <c:v>#N/A</c:v>
                </c:pt>
                <c:pt idx="308">
                  <c:v>#N/A</c:v>
                </c:pt>
                <c:pt idx="309">
                  <c:v>#N/A</c:v>
                </c:pt>
                <c:pt idx="310">
                  <c:v>#N/A</c:v>
                </c:pt>
                <c:pt idx="311">
                  <c:v>#N/A</c:v>
                </c:pt>
                <c:pt idx="312">
                  <c:v>#N/A</c:v>
                </c:pt>
                <c:pt idx="313">
                  <c:v>#N/A</c:v>
                </c:pt>
                <c:pt idx="314">
                  <c:v>1960.3284210526315</c:v>
                </c:pt>
                <c:pt idx="315">
                  <c:v>#N/A</c:v>
                </c:pt>
                <c:pt idx="316">
                  <c:v>#N/A</c:v>
                </c:pt>
                <c:pt idx="317">
                  <c:v>#N/A</c:v>
                </c:pt>
                <c:pt idx="318">
                  <c:v>#N/A</c:v>
                </c:pt>
                <c:pt idx="319">
                  <c:v>#N/A</c:v>
                </c:pt>
                <c:pt idx="320">
                  <c:v>#N/A</c:v>
                </c:pt>
                <c:pt idx="321">
                  <c:v>#N/A</c:v>
                </c:pt>
                <c:pt idx="322">
                  <c:v>#N/A</c:v>
                </c:pt>
                <c:pt idx="323">
                  <c:v>#N/A</c:v>
                </c:pt>
                <c:pt idx="324">
                  <c:v>#N/A</c:v>
                </c:pt>
                <c:pt idx="325">
                  <c:v>#N/A</c:v>
                </c:pt>
                <c:pt idx="326">
                  <c:v>#N/A</c:v>
                </c:pt>
                <c:pt idx="327">
                  <c:v>#N/A</c:v>
                </c:pt>
                <c:pt idx="328">
                  <c:v>1940.5909090909095</c:v>
                </c:pt>
                <c:pt idx="329">
                  <c:v>#N/A</c:v>
                </c:pt>
                <c:pt idx="330">
                  <c:v>#N/A</c:v>
                </c:pt>
                <c:pt idx="331">
                  <c:v>#N/A</c:v>
                </c:pt>
                <c:pt idx="332">
                  <c:v>#N/A</c:v>
                </c:pt>
                <c:pt idx="333">
                  <c:v>#N/A</c:v>
                </c:pt>
                <c:pt idx="334">
                  <c:v>#N/A</c:v>
                </c:pt>
                <c:pt idx="335">
                  <c:v>#N/A</c:v>
                </c:pt>
                <c:pt idx="336">
                  <c:v>#N/A</c:v>
                </c:pt>
                <c:pt idx="337">
                  <c:v>#N/A</c:v>
                </c:pt>
                <c:pt idx="338">
                  <c:v>#N/A</c:v>
                </c:pt>
                <c:pt idx="339">
                  <c:v>#N/A</c:v>
                </c:pt>
                <c:pt idx="340">
                  <c:v>#N/A</c:v>
                </c:pt>
                <c:pt idx="341">
                  <c:v>1963.1200000000003</c:v>
                </c:pt>
                <c:pt idx="342">
                  <c:v>#N/A</c:v>
                </c:pt>
                <c:pt idx="343">
                  <c:v>#N/A</c:v>
                </c:pt>
                <c:pt idx="344">
                  <c:v>#N/A</c:v>
                </c:pt>
                <c:pt idx="345">
                  <c:v>#N/A</c:v>
                </c:pt>
                <c:pt idx="346">
                  <c:v>#N/A</c:v>
                </c:pt>
                <c:pt idx="347">
                  <c:v>#N/A</c:v>
                </c:pt>
                <c:pt idx="348">
                  <c:v>#N/A</c:v>
                </c:pt>
                <c:pt idx="349">
                  <c:v>#N/A</c:v>
                </c:pt>
                <c:pt idx="350">
                  <c:v>#N/A</c:v>
                </c:pt>
                <c:pt idx="351">
                  <c:v>#N/A</c:v>
                </c:pt>
                <c:pt idx="352">
                  <c:v>#N/A</c:v>
                </c:pt>
                <c:pt idx="353">
                  <c:v>#N/A</c:v>
                </c:pt>
                <c:pt idx="354">
                  <c:v>1981.312359550562</c:v>
                </c:pt>
                <c:pt idx="355">
                  <c:v>#N/A</c:v>
                </c:pt>
                <c:pt idx="356">
                  <c:v>#N/A</c:v>
                </c:pt>
                <c:pt idx="357">
                  <c:v>#N/A</c:v>
                </c:pt>
                <c:pt idx="358">
                  <c:v>#N/A</c:v>
                </c:pt>
                <c:pt idx="359">
                  <c:v>#N/A</c:v>
                </c:pt>
                <c:pt idx="360">
                  <c:v>#N/A</c:v>
                </c:pt>
                <c:pt idx="361">
                  <c:v>#N/A</c:v>
                </c:pt>
                <c:pt idx="362">
                  <c:v>#N/A</c:v>
                </c:pt>
                <c:pt idx="363">
                  <c:v>#N/A</c:v>
                </c:pt>
                <c:pt idx="364">
                  <c:v>#N/A</c:v>
                </c:pt>
                <c:pt idx="365">
                  <c:v>#N/A</c:v>
                </c:pt>
                <c:pt idx="366">
                  <c:v>#N/A</c:v>
                </c:pt>
                <c:pt idx="367">
                  <c:v>1952.3142857142857</c:v>
                </c:pt>
                <c:pt idx="368">
                  <c:v>#N/A</c:v>
                </c:pt>
                <c:pt idx="369">
                  <c:v>#N/A</c:v>
                </c:pt>
                <c:pt idx="370">
                  <c:v>#N/A</c:v>
                </c:pt>
                <c:pt idx="371">
                  <c:v>#N/A</c:v>
                </c:pt>
                <c:pt idx="372">
                  <c:v>#N/A</c:v>
                </c:pt>
                <c:pt idx="373">
                  <c:v>#N/A</c:v>
                </c:pt>
                <c:pt idx="374">
                  <c:v>#N/A</c:v>
                </c:pt>
                <c:pt idx="375">
                  <c:v>#N/A</c:v>
                </c:pt>
                <c:pt idx="376">
                  <c:v>#N/A</c:v>
                </c:pt>
                <c:pt idx="377">
                  <c:v>#N/A</c:v>
                </c:pt>
                <c:pt idx="378">
                  <c:v>#N/A</c:v>
                </c:pt>
                <c:pt idx="379">
                  <c:v>#N/A</c:v>
                </c:pt>
                <c:pt idx="380">
                  <c:v>1893.8844444444444</c:v>
                </c:pt>
                <c:pt idx="381">
                  <c:v>#N/A</c:v>
                </c:pt>
                <c:pt idx="382">
                  <c:v>#N/A</c:v>
                </c:pt>
                <c:pt idx="383">
                  <c:v>#N/A</c:v>
                </c:pt>
                <c:pt idx="384">
                  <c:v>#N/A</c:v>
                </c:pt>
                <c:pt idx="385">
                  <c:v>#N/A</c:v>
                </c:pt>
                <c:pt idx="386">
                  <c:v>#N/A</c:v>
                </c:pt>
                <c:pt idx="387">
                  <c:v>#N/A</c:v>
                </c:pt>
                <c:pt idx="388">
                  <c:v>#N/A</c:v>
                </c:pt>
                <c:pt idx="389">
                  <c:v>#N/A</c:v>
                </c:pt>
                <c:pt idx="390">
                  <c:v>#N/A</c:v>
                </c:pt>
                <c:pt idx="391">
                  <c:v>#N/A</c:v>
                </c:pt>
                <c:pt idx="392">
                  <c:v>#N/A</c:v>
                </c:pt>
                <c:pt idx="393">
                  <c:v>1861.4521739130435</c:v>
                </c:pt>
                <c:pt idx="394">
                  <c:v>#N/A</c:v>
                </c:pt>
                <c:pt idx="395">
                  <c:v>#N/A</c:v>
                </c:pt>
                <c:pt idx="396">
                  <c:v>#N/A</c:v>
                </c:pt>
                <c:pt idx="397">
                  <c:v>#N/A</c:v>
                </c:pt>
                <c:pt idx="398">
                  <c:v>#N/A</c:v>
                </c:pt>
                <c:pt idx="399">
                  <c:v>#N/A</c:v>
                </c:pt>
                <c:pt idx="400">
                  <c:v>#N/A</c:v>
                </c:pt>
                <c:pt idx="401">
                  <c:v>#N/A</c:v>
                </c:pt>
                <c:pt idx="402">
                  <c:v>#N/A</c:v>
                </c:pt>
                <c:pt idx="403">
                  <c:v>#N/A</c:v>
                </c:pt>
                <c:pt idx="404">
                  <c:v>#N/A</c:v>
                </c:pt>
                <c:pt idx="405">
                  <c:v>#N/A</c:v>
                </c:pt>
                <c:pt idx="406">
                  <c:v>1876.8183908045978</c:v>
                </c:pt>
                <c:pt idx="407">
                  <c:v>#N/A</c:v>
                </c:pt>
                <c:pt idx="408">
                  <c:v>#N/A</c:v>
                </c:pt>
                <c:pt idx="409">
                  <c:v>#N/A</c:v>
                </c:pt>
                <c:pt idx="410">
                  <c:v>#N/A</c:v>
                </c:pt>
                <c:pt idx="411">
                  <c:v>#N/A</c:v>
                </c:pt>
                <c:pt idx="412">
                  <c:v>#N/A</c:v>
                </c:pt>
                <c:pt idx="413">
                  <c:v>#N/A</c:v>
                </c:pt>
                <c:pt idx="414">
                  <c:v>#N/A</c:v>
                </c:pt>
                <c:pt idx="415">
                  <c:v>#N/A</c:v>
                </c:pt>
                <c:pt idx="416">
                  <c:v>#N/A</c:v>
                </c:pt>
                <c:pt idx="417">
                  <c:v>#N/A</c:v>
                </c:pt>
                <c:pt idx="418">
                  <c:v>#N/A</c:v>
                </c:pt>
                <c:pt idx="419">
                  <c:v>1819.8601941747575</c:v>
                </c:pt>
                <c:pt idx="420">
                  <c:v>#N/A</c:v>
                </c:pt>
                <c:pt idx="421">
                  <c:v>#N/A</c:v>
                </c:pt>
                <c:pt idx="422">
                  <c:v>#N/A</c:v>
                </c:pt>
                <c:pt idx="423">
                  <c:v>#N/A</c:v>
                </c:pt>
                <c:pt idx="424">
                  <c:v>#N/A</c:v>
                </c:pt>
                <c:pt idx="425">
                  <c:v>#N/A</c:v>
                </c:pt>
                <c:pt idx="426">
                  <c:v>#N/A</c:v>
                </c:pt>
                <c:pt idx="427">
                  <c:v>#N/A</c:v>
                </c:pt>
                <c:pt idx="428">
                  <c:v>#N/A</c:v>
                </c:pt>
                <c:pt idx="429">
                  <c:v>#N/A</c:v>
                </c:pt>
                <c:pt idx="430">
                  <c:v>#N/A</c:v>
                </c:pt>
                <c:pt idx="431">
                  <c:v>#N/A</c:v>
                </c:pt>
                <c:pt idx="432">
                  <c:v>1772.2895238095239</c:v>
                </c:pt>
                <c:pt idx="433">
                  <c:v>#N/A</c:v>
                </c:pt>
                <c:pt idx="434">
                  <c:v>#N/A</c:v>
                </c:pt>
                <c:pt idx="435">
                  <c:v>#N/A</c:v>
                </c:pt>
                <c:pt idx="436">
                  <c:v>#N/A</c:v>
                </c:pt>
                <c:pt idx="437">
                  <c:v>#N/A</c:v>
                </c:pt>
                <c:pt idx="438">
                  <c:v>#N/A</c:v>
                </c:pt>
                <c:pt idx="439">
                  <c:v>#N/A</c:v>
                </c:pt>
                <c:pt idx="440">
                  <c:v>#N/A</c:v>
                </c:pt>
                <c:pt idx="441">
                  <c:v>#N/A</c:v>
                </c:pt>
                <c:pt idx="442">
                  <c:v>#N/A</c:v>
                </c:pt>
                <c:pt idx="443">
                  <c:v>#N/A</c:v>
                </c:pt>
                <c:pt idx="444">
                  <c:v>#N/A</c:v>
                </c:pt>
                <c:pt idx="445">
                  <c:v>1747.0357142857142</c:v>
                </c:pt>
                <c:pt idx="446">
                  <c:v>#N/A</c:v>
                </c:pt>
                <c:pt idx="447">
                  <c:v>#N/A</c:v>
                </c:pt>
                <c:pt idx="448">
                  <c:v>#N/A</c:v>
                </c:pt>
                <c:pt idx="449">
                  <c:v>#N/A</c:v>
                </c:pt>
                <c:pt idx="450">
                  <c:v>#N/A</c:v>
                </c:pt>
                <c:pt idx="451">
                  <c:v>#N/A</c:v>
                </c:pt>
                <c:pt idx="452">
                  <c:v>#N/A</c:v>
                </c:pt>
                <c:pt idx="453">
                  <c:v>#N/A</c:v>
                </c:pt>
                <c:pt idx="454">
                  <c:v>#N/A</c:v>
                </c:pt>
                <c:pt idx="455">
                  <c:v>#N/A</c:v>
                </c:pt>
                <c:pt idx="456">
                  <c:v>#N/A</c:v>
                </c:pt>
                <c:pt idx="457">
                  <c:v>#N/A</c:v>
                </c:pt>
                <c:pt idx="458">
                  <c:v>1778.371171171171</c:v>
                </c:pt>
                <c:pt idx="459">
                  <c:v>#N/A</c:v>
                </c:pt>
                <c:pt idx="460">
                  <c:v>#N/A</c:v>
                </c:pt>
                <c:pt idx="461">
                  <c:v>#N/A</c:v>
                </c:pt>
                <c:pt idx="462">
                  <c:v>#N/A</c:v>
                </c:pt>
                <c:pt idx="463">
                  <c:v>#N/A</c:v>
                </c:pt>
                <c:pt idx="464">
                  <c:v>#N/A</c:v>
                </c:pt>
                <c:pt idx="465">
                  <c:v>#N/A</c:v>
                </c:pt>
                <c:pt idx="466">
                  <c:v>#N/A</c:v>
                </c:pt>
                <c:pt idx="467">
                  <c:v>#N/A</c:v>
                </c:pt>
                <c:pt idx="468">
                  <c:v>#N/A</c:v>
                </c:pt>
                <c:pt idx="469">
                  <c:v>#N/A</c:v>
                </c:pt>
                <c:pt idx="470">
                  <c:v>1741.4327272727271</c:v>
                </c:pt>
                <c:pt idx="471">
                  <c:v>#N/A</c:v>
                </c:pt>
                <c:pt idx="472">
                  <c:v>#N/A</c:v>
                </c:pt>
                <c:pt idx="473">
                  <c:v>#N/A</c:v>
                </c:pt>
                <c:pt idx="474">
                  <c:v>#N/A</c:v>
                </c:pt>
                <c:pt idx="475">
                  <c:v>#N/A</c:v>
                </c:pt>
                <c:pt idx="476">
                  <c:v>#N/A</c:v>
                </c:pt>
                <c:pt idx="477">
                  <c:v>#N/A</c:v>
                </c:pt>
                <c:pt idx="478">
                  <c:v>#N/A</c:v>
                </c:pt>
                <c:pt idx="479">
                  <c:v>#N/A</c:v>
                </c:pt>
                <c:pt idx="480">
                  <c:v>#N/A</c:v>
                </c:pt>
                <c:pt idx="481">
                  <c:v>#N/A</c:v>
                </c:pt>
                <c:pt idx="482">
                  <c:v>#N/A</c:v>
                </c:pt>
                <c:pt idx="483">
                  <c:v>1678.4491228070176</c:v>
                </c:pt>
                <c:pt idx="484">
                  <c:v>#N/A</c:v>
                </c:pt>
                <c:pt idx="485">
                  <c:v>#N/A</c:v>
                </c:pt>
                <c:pt idx="486">
                  <c:v>#N/A</c:v>
                </c:pt>
                <c:pt idx="487">
                  <c:v>#N/A</c:v>
                </c:pt>
                <c:pt idx="488">
                  <c:v>#N/A</c:v>
                </c:pt>
                <c:pt idx="489">
                  <c:v>#N/A</c:v>
                </c:pt>
                <c:pt idx="490">
                  <c:v>#N/A</c:v>
                </c:pt>
                <c:pt idx="491">
                  <c:v>#N/A</c:v>
                </c:pt>
                <c:pt idx="492">
                  <c:v>#N/A</c:v>
                </c:pt>
                <c:pt idx="493">
                  <c:v>#N/A</c:v>
                </c:pt>
                <c:pt idx="494">
                  <c:v>#N/A</c:v>
                </c:pt>
                <c:pt idx="495">
                  <c:v>#N/A</c:v>
                </c:pt>
                <c:pt idx="496">
                  <c:v>1630.3622641509435</c:v>
                </c:pt>
                <c:pt idx="497">
                  <c:v>#N/A</c:v>
                </c:pt>
                <c:pt idx="498">
                  <c:v>#N/A</c:v>
                </c:pt>
                <c:pt idx="499">
                  <c:v>#N/A</c:v>
                </c:pt>
                <c:pt idx="500">
                  <c:v>#N/A</c:v>
                </c:pt>
                <c:pt idx="501">
                  <c:v>#N/A</c:v>
                </c:pt>
                <c:pt idx="502">
                  <c:v>#N/A</c:v>
                </c:pt>
                <c:pt idx="503">
                  <c:v>#N/A</c:v>
                </c:pt>
                <c:pt idx="504">
                  <c:v>#N/A</c:v>
                </c:pt>
                <c:pt idx="505">
                  <c:v>#N/A</c:v>
                </c:pt>
                <c:pt idx="506">
                  <c:v>#N/A</c:v>
                </c:pt>
                <c:pt idx="507">
                  <c:v>#N/A</c:v>
                </c:pt>
                <c:pt idx="508">
                  <c:v>#N/A</c:v>
                </c:pt>
                <c:pt idx="509">
                  <c:v>1637.5434343434345</c:v>
                </c:pt>
                <c:pt idx="510">
                  <c:v>#N/A</c:v>
                </c:pt>
                <c:pt idx="511">
                  <c:v>#N/A</c:v>
                </c:pt>
                <c:pt idx="512">
                  <c:v>#N/A</c:v>
                </c:pt>
                <c:pt idx="513">
                  <c:v>#N/A</c:v>
                </c:pt>
                <c:pt idx="514">
                  <c:v>#N/A</c:v>
                </c:pt>
                <c:pt idx="515">
                  <c:v>#N/A</c:v>
                </c:pt>
                <c:pt idx="516">
                  <c:v>#N/A</c:v>
                </c:pt>
                <c:pt idx="517">
                  <c:v>#N/A</c:v>
                </c:pt>
                <c:pt idx="518">
                  <c:v>#N/A</c:v>
                </c:pt>
                <c:pt idx="519">
                  <c:v>#N/A</c:v>
                </c:pt>
                <c:pt idx="520">
                  <c:v>#N/A</c:v>
                </c:pt>
                <c:pt idx="521">
                  <c:v>#N/A</c:v>
                </c:pt>
                <c:pt idx="522">
                  <c:v>1618.7168316831685</c:v>
                </c:pt>
                <c:pt idx="523">
                  <c:v>#N/A</c:v>
                </c:pt>
                <c:pt idx="524">
                  <c:v>#N/A</c:v>
                </c:pt>
                <c:pt idx="525">
                  <c:v>#N/A</c:v>
                </c:pt>
                <c:pt idx="526">
                  <c:v>#N/A</c:v>
                </c:pt>
                <c:pt idx="527">
                  <c:v>#N/A</c:v>
                </c:pt>
                <c:pt idx="528">
                  <c:v>#N/A</c:v>
                </c:pt>
                <c:pt idx="529">
                  <c:v>#N/A</c:v>
                </c:pt>
                <c:pt idx="530">
                  <c:v>#N/A</c:v>
                </c:pt>
                <c:pt idx="531">
                  <c:v>#N/A</c:v>
                </c:pt>
                <c:pt idx="532">
                  <c:v>#N/A</c:v>
                </c:pt>
                <c:pt idx="533">
                  <c:v>#N/A</c:v>
                </c:pt>
                <c:pt idx="534">
                  <c:v>#N/A</c:v>
                </c:pt>
                <c:pt idx="535">
                  <c:v>#N/A</c:v>
                </c:pt>
                <c:pt idx="536">
                  <c:v>1587.8268041237113</c:v>
                </c:pt>
                <c:pt idx="537">
                  <c:v>#N/A</c:v>
                </c:pt>
                <c:pt idx="538">
                  <c:v>#N/A</c:v>
                </c:pt>
                <c:pt idx="539">
                  <c:v>#N/A</c:v>
                </c:pt>
                <c:pt idx="540">
                  <c:v>#N/A</c:v>
                </c:pt>
                <c:pt idx="541">
                  <c:v>#N/A</c:v>
                </c:pt>
                <c:pt idx="542">
                  <c:v>#N/A</c:v>
                </c:pt>
                <c:pt idx="543">
                  <c:v>#N/A</c:v>
                </c:pt>
                <c:pt idx="544">
                  <c:v>#N/A</c:v>
                </c:pt>
                <c:pt idx="545">
                  <c:v>#N/A</c:v>
                </c:pt>
                <c:pt idx="546">
                  <c:v>#N/A</c:v>
                </c:pt>
                <c:pt idx="547">
                  <c:v>#N/A</c:v>
                </c:pt>
                <c:pt idx="548">
                  <c:v>#N/A</c:v>
                </c:pt>
                <c:pt idx="549">
                  <c:v>1587.048</c:v>
                </c:pt>
                <c:pt idx="550">
                  <c:v>#N/A</c:v>
                </c:pt>
                <c:pt idx="551">
                  <c:v>#N/A</c:v>
                </c:pt>
                <c:pt idx="552">
                  <c:v>#N/A</c:v>
                </c:pt>
                <c:pt idx="553">
                  <c:v>#N/A</c:v>
                </c:pt>
                <c:pt idx="554">
                  <c:v>#N/A</c:v>
                </c:pt>
                <c:pt idx="555">
                  <c:v>#N/A</c:v>
                </c:pt>
                <c:pt idx="556">
                  <c:v>#N/A</c:v>
                </c:pt>
                <c:pt idx="557">
                  <c:v>#N/A</c:v>
                </c:pt>
                <c:pt idx="558">
                  <c:v>#N/A</c:v>
                </c:pt>
                <c:pt idx="559">
                  <c:v>#N/A</c:v>
                </c:pt>
                <c:pt idx="560">
                  <c:v>#N/A</c:v>
                </c:pt>
                <c:pt idx="561">
                  <c:v>1584.8969696969698</c:v>
                </c:pt>
                <c:pt idx="562">
                  <c:v>#N/A</c:v>
                </c:pt>
                <c:pt idx="563">
                  <c:v>#N/A</c:v>
                </c:pt>
                <c:pt idx="564">
                  <c:v>#N/A</c:v>
                </c:pt>
                <c:pt idx="565">
                  <c:v>#N/A</c:v>
                </c:pt>
                <c:pt idx="566">
                  <c:v>#N/A</c:v>
                </c:pt>
                <c:pt idx="567">
                  <c:v>#N/A</c:v>
                </c:pt>
                <c:pt idx="568">
                  <c:v>#N/A</c:v>
                </c:pt>
                <c:pt idx="569">
                  <c:v>#N/A</c:v>
                </c:pt>
                <c:pt idx="570">
                  <c:v>#N/A</c:v>
                </c:pt>
                <c:pt idx="571">
                  <c:v>#N/A</c:v>
                </c:pt>
                <c:pt idx="572">
                  <c:v>#N/A</c:v>
                </c:pt>
                <c:pt idx="573">
                  <c:v>#N/A</c:v>
                </c:pt>
                <c:pt idx="574">
                  <c:v>#N/A</c:v>
                </c:pt>
                <c:pt idx="575">
                  <c:v>1523.8039215686274</c:v>
                </c:pt>
                <c:pt idx="576">
                  <c:v>#N/A</c:v>
                </c:pt>
                <c:pt idx="577">
                  <c:v>#N/A</c:v>
                </c:pt>
                <c:pt idx="578">
                  <c:v>#N/A</c:v>
                </c:pt>
                <c:pt idx="579">
                  <c:v>#N/A</c:v>
                </c:pt>
                <c:pt idx="580">
                  <c:v>#N/A</c:v>
                </c:pt>
                <c:pt idx="581">
                  <c:v>#N/A</c:v>
                </c:pt>
                <c:pt idx="582">
                  <c:v>#N/A</c:v>
                </c:pt>
                <c:pt idx="583">
                  <c:v>#N/A</c:v>
                </c:pt>
                <c:pt idx="584">
                  <c:v>#N/A</c:v>
                </c:pt>
                <c:pt idx="585">
                  <c:v>#N/A</c:v>
                </c:pt>
                <c:pt idx="586">
                  <c:v>#N/A</c:v>
                </c:pt>
                <c:pt idx="587">
                  <c:v>#N/A</c:v>
                </c:pt>
                <c:pt idx="588">
                  <c:v>1534.1357798165138</c:v>
                </c:pt>
                <c:pt idx="589">
                  <c:v>#N/A</c:v>
                </c:pt>
                <c:pt idx="590">
                  <c:v>#N/A</c:v>
                </c:pt>
                <c:pt idx="591">
                  <c:v>#N/A</c:v>
                </c:pt>
                <c:pt idx="592">
                  <c:v>#N/A</c:v>
                </c:pt>
                <c:pt idx="593">
                  <c:v>#N/A</c:v>
                </c:pt>
                <c:pt idx="594">
                  <c:v>#N/A</c:v>
                </c:pt>
                <c:pt idx="595">
                  <c:v>#N/A</c:v>
                </c:pt>
                <c:pt idx="596">
                  <c:v>#N/A</c:v>
                </c:pt>
                <c:pt idx="597">
                  <c:v>#N/A</c:v>
                </c:pt>
                <c:pt idx="598">
                  <c:v>#N/A</c:v>
                </c:pt>
                <c:pt idx="599">
                  <c:v>#N/A</c:v>
                </c:pt>
                <c:pt idx="600">
                  <c:v>#N/A</c:v>
                </c:pt>
                <c:pt idx="601">
                  <c:v>1482.4220183486239</c:v>
                </c:pt>
                <c:pt idx="602">
                  <c:v>#N/A</c:v>
                </c:pt>
                <c:pt idx="603">
                  <c:v>#N/A</c:v>
                </c:pt>
                <c:pt idx="604">
                  <c:v>#N/A</c:v>
                </c:pt>
                <c:pt idx="605">
                  <c:v>#N/A</c:v>
                </c:pt>
                <c:pt idx="606">
                  <c:v>#N/A</c:v>
                </c:pt>
                <c:pt idx="607">
                  <c:v>#N/A</c:v>
                </c:pt>
                <c:pt idx="608">
                  <c:v>#N/A</c:v>
                </c:pt>
                <c:pt idx="609">
                  <c:v>#N/A</c:v>
                </c:pt>
                <c:pt idx="610">
                  <c:v>#N/A</c:v>
                </c:pt>
                <c:pt idx="611">
                  <c:v>#N/A</c:v>
                </c:pt>
                <c:pt idx="612">
                  <c:v>#N/A</c:v>
                </c:pt>
                <c:pt idx="613">
                  <c:v>#N/A</c:v>
                </c:pt>
                <c:pt idx="614">
                  <c:v>1484.3123809523811</c:v>
                </c:pt>
                <c:pt idx="615">
                  <c:v>#N/A</c:v>
                </c:pt>
                <c:pt idx="616">
                  <c:v>#N/A</c:v>
                </c:pt>
                <c:pt idx="617">
                  <c:v>#N/A</c:v>
                </c:pt>
                <c:pt idx="618">
                  <c:v>#N/A</c:v>
                </c:pt>
                <c:pt idx="619">
                  <c:v>#N/A</c:v>
                </c:pt>
                <c:pt idx="620">
                  <c:v>#N/A</c:v>
                </c:pt>
                <c:pt idx="621">
                  <c:v>#N/A</c:v>
                </c:pt>
                <c:pt idx="622">
                  <c:v>#N/A</c:v>
                </c:pt>
                <c:pt idx="623">
                  <c:v>#N/A</c:v>
                </c:pt>
                <c:pt idx="624">
                  <c:v>#N/A</c:v>
                </c:pt>
                <c:pt idx="625">
                  <c:v>#N/A</c:v>
                </c:pt>
                <c:pt idx="626">
                  <c:v>#N/A</c:v>
                </c:pt>
                <c:pt idx="627">
                  <c:v>1504.9185185185186</c:v>
                </c:pt>
                <c:pt idx="628">
                  <c:v>#N/A</c:v>
                </c:pt>
                <c:pt idx="629">
                  <c:v>152.51988795518207</c:v>
                </c:pt>
                <c:pt idx="630">
                  <c:v>153.22691588785048</c:v>
                </c:pt>
                <c:pt idx="631">
                  <c:v>152.94195933456564</c:v>
                </c:pt>
                <c:pt idx="632">
                  <c:v>154.20431115276475</c:v>
                </c:pt>
                <c:pt idx="633">
                  <c:v>154.40374181478018</c:v>
                </c:pt>
                <c:pt idx="634">
                  <c:v>154.45627376425858</c:v>
                </c:pt>
                <c:pt idx="635">
                  <c:v>154.13382899628255</c:v>
                </c:pt>
                <c:pt idx="636">
                  <c:v>154.81255946717411</c:v>
                </c:pt>
                <c:pt idx="637">
                  <c:v>155.34</c:v>
                </c:pt>
                <c:pt idx="638">
                  <c:v>156.59370078740159</c:v>
                </c:pt>
                <c:pt idx="639">
                  <c:v>159.33875123885036</c:v>
                </c:pt>
                <c:pt idx="640">
                  <c:v>158.13200795228627</c:v>
                </c:pt>
                <c:pt idx="641">
                  <c:v>159.68113590263695</c:v>
                </c:pt>
                <c:pt idx="642">
                  <c:v>160.87676767676768</c:v>
                </c:pt>
                <c:pt idx="643">
                  <c:v>161.08819374369324</c:v>
                </c:pt>
                <c:pt idx="644">
                  <c:v>159.43736263736264</c:v>
                </c:pt>
                <c:pt idx="645">
                  <c:v>159.46007905138342</c:v>
                </c:pt>
                <c:pt idx="646">
                  <c:v>159.95551142005959</c:v>
                </c:pt>
                <c:pt idx="647">
                  <c:v>161.1987641606591</c:v>
                </c:pt>
                <c:pt idx="648">
                  <c:v>161.4368692070031</c:v>
                </c:pt>
                <c:pt idx="649">
                  <c:v>160.1348223350254</c:v>
                </c:pt>
                <c:pt idx="650">
                  <c:v>161.47270896273918</c:v>
                </c:pt>
                <c:pt idx="651">
                  <c:v>162.55869786368262</c:v>
                </c:pt>
                <c:pt idx="652">
                  <c:v>163.4606372045221</c:v>
                </c:pt>
                <c:pt idx="653">
                  <c:v>163.21318228630278</c:v>
                </c:pt>
                <c:pt idx="654">
                  <c:v>164.15185577942739</c:v>
                </c:pt>
                <c:pt idx="655">
                  <c:v>164.62165058949626</c:v>
                </c:pt>
                <c:pt idx="656">
                  <c:v>164.5566666666667</c:v>
                </c:pt>
                <c:pt idx="657">
                  <c:v>163.4666666666667</c:v>
                </c:pt>
                <c:pt idx="658">
                  <c:v>164.17861635220129</c:v>
                </c:pt>
                <c:pt idx="659">
                  <c:v>164.77961783439491</c:v>
                </c:pt>
                <c:pt idx="660">
                  <c:v>165.55435952637245</c:v>
                </c:pt>
                <c:pt idx="661">
                  <c:v>165.38019169329073</c:v>
                </c:pt>
                <c:pt idx="662">
                  <c:v>168.74434782608699</c:v>
                </c:pt>
                <c:pt idx="663">
                  <c:v>170.38159912376778</c:v>
                </c:pt>
                <c:pt idx="664">
                  <c:v>171.36265193370164</c:v>
                </c:pt>
                <c:pt idx="665">
                  <c:v>174.34624860022399</c:v>
                </c:pt>
                <c:pt idx="666">
                  <c:v>172.79654800431501</c:v>
                </c:pt>
                <c:pt idx="667">
                  <c:v>173.21834061135371</c:v>
                </c:pt>
                <c:pt idx="668">
                  <c:v>174.28723640399559</c:v>
                </c:pt>
                <c:pt idx="669">
                  <c:v>174.29350935093512</c:v>
                </c:pt>
                <c:pt idx="670">
                  <c:v>171.29801047120418</c:v>
                </c:pt>
                <c:pt idx="671">
                  <c:v>171.4726495726496</c:v>
                </c:pt>
                <c:pt idx="672">
                  <c:v>170.87454739084131</c:v>
                </c:pt>
                <c:pt idx="673">
                  <c:v>171.66443243243242</c:v>
                </c:pt>
                <c:pt idx="674">
                  <c:v>172.10295358649788</c:v>
                </c:pt>
                <c:pt idx="675">
                  <c:v>171.31705263157897</c:v>
                </c:pt>
                <c:pt idx="676">
                  <c:v>172.65194532071504</c:v>
                </c:pt>
                <c:pt idx="677">
                  <c:v>173.4389721627409</c:v>
                </c:pt>
                <c:pt idx="678">
                  <c:v>174.21853871319522</c:v>
                </c:pt>
                <c:pt idx="679">
                  <c:v>172.50160771704179</c:v>
                </c:pt>
                <c:pt idx="680">
                  <c:v>173.08133764832795</c:v>
                </c:pt>
                <c:pt idx="681">
                  <c:v>173.41913043478263</c:v>
                </c:pt>
                <c:pt idx="682">
                  <c:v>173.80533333333335</c:v>
                </c:pt>
                <c:pt idx="683">
                  <c:v>171.42246941045605</c:v>
                </c:pt>
                <c:pt idx="684">
                  <c:v>173.56473317865434</c:v>
                </c:pt>
                <c:pt idx="685">
                  <c:v>174.15963718820862</c:v>
                </c:pt>
                <c:pt idx="686">
                  <c:v>174.74657375145185</c:v>
                </c:pt>
                <c:pt idx="687">
                  <c:v>174.65425652667423</c:v>
                </c:pt>
                <c:pt idx="688">
                  <c:v>171.56543209876546</c:v>
                </c:pt>
                <c:pt idx="689">
                  <c:v>171.88610792192881</c:v>
                </c:pt>
                <c:pt idx="690">
                  <c:v>173.34692931633836</c:v>
                </c:pt>
                <c:pt idx="691">
                  <c:v>176.06818727490997</c:v>
                </c:pt>
                <c:pt idx="692">
                  <c:v>175.16521739130434</c:v>
                </c:pt>
                <c:pt idx="693">
                  <c:v>176.97378640776699</c:v>
                </c:pt>
                <c:pt idx="694">
                  <c:v>177.60188014101058</c:v>
                </c:pt>
                <c:pt idx="695">
                  <c:v>178.13425925925924</c:v>
                </c:pt>
                <c:pt idx="696">
                  <c:v>176.11001100110013</c:v>
                </c:pt>
                <c:pt idx="697">
                  <c:v>176.59507829977633</c:v>
                </c:pt>
                <c:pt idx="698">
                  <c:v>176.60533333333333</c:v>
                </c:pt>
                <c:pt idx="699">
                  <c:v>177.60273972602741</c:v>
                </c:pt>
                <c:pt idx="700">
                  <c:v>178.29569160997735</c:v>
                </c:pt>
                <c:pt idx="701">
                  <c:v>175.58103837471785</c:v>
                </c:pt>
                <c:pt idx="702">
                  <c:v>176.75550405561992</c:v>
                </c:pt>
                <c:pt idx="703">
                  <c:v>177.34838709677419</c:v>
                </c:pt>
                <c:pt idx="704">
                  <c:v>176.81009174311927</c:v>
                </c:pt>
                <c:pt idx="705">
                  <c:v>175.09956331877731</c:v>
                </c:pt>
                <c:pt idx="706">
                  <c:v>175.36197975253094</c:v>
                </c:pt>
                <c:pt idx="707">
                  <c:v>175.02202643171807</c:v>
                </c:pt>
                <c:pt idx="708">
                  <c:v>174.62546245919478</c:v>
                </c:pt>
                <c:pt idx="709">
                  <c:v>172.28395324123272</c:v>
                </c:pt>
                <c:pt idx="710">
                  <c:v>172.92419700214134</c:v>
                </c:pt>
                <c:pt idx="711">
                  <c:v>172.84013086150492</c:v>
                </c:pt>
                <c:pt idx="712">
                  <c:v>173.60622914349278</c:v>
                </c:pt>
                <c:pt idx="713">
                  <c:v>175.5865470852018</c:v>
                </c:pt>
                <c:pt idx="714">
                  <c:v>175.77336343115127</c:v>
                </c:pt>
                <c:pt idx="715">
                  <c:v>176.69777777777779</c:v>
                </c:pt>
                <c:pt idx="716">
                  <c:v>178.27410714285716</c:v>
                </c:pt>
                <c:pt idx="717">
                  <c:v>178.04778761061951</c:v>
                </c:pt>
                <c:pt idx="718">
                  <c:v>176.92580287929127</c:v>
                </c:pt>
                <c:pt idx="719">
                  <c:v>177.02078212290508</c:v>
                </c:pt>
                <c:pt idx="720">
                  <c:v>177.14006659267483</c:v>
                </c:pt>
                <c:pt idx="721">
                  <c:v>177.34541336353342</c:v>
                </c:pt>
                <c:pt idx="722">
                  <c:v>174.52821670428898</c:v>
                </c:pt>
                <c:pt idx="723">
                  <c:v>174.75017142857143</c:v>
                </c:pt>
                <c:pt idx="724">
                  <c:v>174.93113983548767</c:v>
                </c:pt>
                <c:pt idx="725">
                  <c:v>175.72410611303349</c:v>
                </c:pt>
                <c:pt idx="726">
                  <c:v>176.63705408515537</c:v>
                </c:pt>
                <c:pt idx="727">
                  <c:v>173.92459770114948</c:v>
                </c:pt>
                <c:pt idx="728">
                  <c:v>174.72719101123596</c:v>
                </c:pt>
                <c:pt idx="729">
                  <c:v>176.35210946408213</c:v>
                </c:pt>
                <c:pt idx="730">
                  <c:v>176.56371681415933</c:v>
                </c:pt>
                <c:pt idx="731">
                  <c:v>173.20694143167029</c:v>
                </c:pt>
                <c:pt idx="732">
                  <c:v>174.68876772082879</c:v>
                </c:pt>
                <c:pt idx="733">
                  <c:v>174.76213275299241</c:v>
                </c:pt>
                <c:pt idx="734">
                  <c:v>175.41636363636363</c:v>
                </c:pt>
                <c:pt idx="735">
                  <c:v>173.3897610921502</c:v>
                </c:pt>
                <c:pt idx="736">
                  <c:v>174.13242630385486</c:v>
                </c:pt>
                <c:pt idx="737">
                  <c:v>174.77351290684624</c:v>
                </c:pt>
                <c:pt idx="738">
                  <c:v>175.74717832957114</c:v>
                </c:pt>
                <c:pt idx="739">
                  <c:v>176.90717703349287</c:v>
                </c:pt>
                <c:pt idx="740">
                  <c:v>176.30457831325302</c:v>
                </c:pt>
                <c:pt idx="741">
                  <c:v>178.93791411042946</c:v>
                </c:pt>
                <c:pt idx="742">
                  <c:v>179.27218788627937</c:v>
                </c:pt>
                <c:pt idx="743">
                  <c:v>179.75332527206774</c:v>
                </c:pt>
                <c:pt idx="744">
                  <c:v>178.2701923076923</c:v>
                </c:pt>
                <c:pt idx="745">
                  <c:v>179.57618469015799</c:v>
                </c:pt>
                <c:pt idx="746">
                  <c:v>179.31580217129076</c:v>
                </c:pt>
                <c:pt idx="747">
                  <c:v>179.74443084455328</c:v>
                </c:pt>
                <c:pt idx="748">
                  <c:v>179.85392156862747</c:v>
                </c:pt>
                <c:pt idx="749">
                  <c:v>177.31907654921022</c:v>
                </c:pt>
                <c:pt idx="750">
                  <c:v>177.35920398009952</c:v>
                </c:pt>
                <c:pt idx="751">
                  <c:v>177.71772885283895</c:v>
                </c:pt>
                <c:pt idx="752">
                  <c:v>178.19932810750282</c:v>
                </c:pt>
                <c:pt idx="753">
                  <c:v>172.51965065502182</c:v>
                </c:pt>
                <c:pt idx="754">
                  <c:v>173.21491228070181</c:v>
                </c:pt>
                <c:pt idx="755">
                  <c:v>173.93160173160175</c:v>
                </c:pt>
                <c:pt idx="756">
                  <c:v>173.60684491978611</c:v>
                </c:pt>
                <c:pt idx="757">
                  <c:v>171.7731343283582</c:v>
                </c:pt>
                <c:pt idx="758">
                  <c:v>171.76525423728813</c:v>
                </c:pt>
                <c:pt idx="759">
                  <c:v>172.04566596194502</c:v>
                </c:pt>
                <c:pt idx="760">
                  <c:v>171.58767268862911</c:v>
                </c:pt>
                <c:pt idx="761">
                  <c:v>170.79790136411336</c:v>
                </c:pt>
                <c:pt idx="762">
                  <c:v>169.02845188284522</c:v>
                </c:pt>
                <c:pt idx="763">
                  <c:v>169.68301886792455</c:v>
                </c:pt>
                <c:pt idx="764">
                  <c:v>170.95048231511254</c:v>
                </c:pt>
                <c:pt idx="765">
                  <c:v>171.1357917570499</c:v>
                </c:pt>
                <c:pt idx="766">
                  <c:v>171.22701525054467</c:v>
                </c:pt>
                <c:pt idx="767">
                  <c:v>171.41890109890113</c:v>
                </c:pt>
                <c:pt idx="768">
                  <c:v>173.27297921478061</c:v>
                </c:pt>
                <c:pt idx="769">
                  <c:v>174.49846153846158</c:v>
                </c:pt>
                <c:pt idx="770">
                  <c:v>173.67324613555292</c:v>
                </c:pt>
                <c:pt idx="771">
                  <c:v>173.89708963911525</c:v>
                </c:pt>
                <c:pt idx="772">
                  <c:v>174.40379146919435</c:v>
                </c:pt>
                <c:pt idx="773">
                  <c:v>174.80186480186481</c:v>
                </c:pt>
                <c:pt idx="774">
                  <c:v>174.58223234624148</c:v>
                </c:pt>
                <c:pt idx="775">
                  <c:v>173.09622411693056</c:v>
                </c:pt>
                <c:pt idx="776">
                  <c:v>173.71145218417948</c:v>
                </c:pt>
                <c:pt idx="777">
                  <c:v>174.5620608899298</c:v>
                </c:pt>
                <c:pt idx="778">
                  <c:v>174.71438278595696</c:v>
                </c:pt>
                <c:pt idx="779">
                  <c:v>172.08294314381271</c:v>
                </c:pt>
                <c:pt idx="780">
                  <c:v>174.04781065088761</c:v>
                </c:pt>
                <c:pt idx="781">
                  <c:v>175.21718377088305</c:v>
                </c:pt>
                <c:pt idx="782">
                  <c:v>175.10149253731345</c:v>
                </c:pt>
                <c:pt idx="783">
                  <c:v>175.4299876084263</c:v>
                </c:pt>
                <c:pt idx="784">
                  <c:v>178.91330698287223</c:v>
                </c:pt>
                <c:pt idx="785">
                  <c:v>180.18115055079559</c:v>
                </c:pt>
                <c:pt idx="786">
                  <c:v>181.51989987484356</c:v>
                </c:pt>
                <c:pt idx="787">
                  <c:v>181.77615571776155</c:v>
                </c:pt>
                <c:pt idx="788">
                  <c:v>180.60406091370561</c:v>
                </c:pt>
                <c:pt idx="789">
                  <c:v>183.18950131233598</c:v>
                </c:pt>
                <c:pt idx="790">
                  <c:v>184.63938223938226</c:v>
                </c:pt>
                <c:pt idx="791">
                  <c:v>185.11904761904762</c:v>
                </c:pt>
                <c:pt idx="792">
                  <c:v>183.10815450643778</c:v>
                </c:pt>
                <c:pt idx="793">
                  <c:v>183.80783068783072</c:v>
                </c:pt>
                <c:pt idx="794">
                  <c:v>182.18259023354562</c:v>
                </c:pt>
                <c:pt idx="795">
                  <c:v>183.03043022035678</c:v>
                </c:pt>
                <c:pt idx="796">
                  <c:v>184.24615384615382</c:v>
                </c:pt>
                <c:pt idx="797">
                  <c:v>181.21863488624052</c:v>
                </c:pt>
                <c:pt idx="798">
                  <c:v>181.82818791946312</c:v>
                </c:pt>
                <c:pt idx="799">
                  <c:v>182.53467112597548</c:v>
                </c:pt>
                <c:pt idx="800">
                  <c:v>181.99956942949407</c:v>
                </c:pt>
                <c:pt idx="801">
                  <c:v>180.08488745980708</c:v>
                </c:pt>
                <c:pt idx="802">
                  <c:v>180.08528784648186</c:v>
                </c:pt>
                <c:pt idx="803">
                  <c:v>180.04925690021233</c:v>
                </c:pt>
                <c:pt idx="804">
                  <c:v>179.3277661795407</c:v>
                </c:pt>
                <c:pt idx="805">
                  <c:v>175.91654964894684</c:v>
                </c:pt>
                <c:pt idx="806">
                  <c:v>175.29970089730813</c:v>
                </c:pt>
                <c:pt idx="807">
                  <c:v>175.09202453987731</c:v>
                </c:pt>
                <c:pt idx="808">
                  <c:v>174.78193018480493</c:v>
                </c:pt>
                <c:pt idx="809">
                  <c:v>174.92865979381446</c:v>
                </c:pt>
                <c:pt idx="810">
                  <c:v>173.70317124735726</c:v>
                </c:pt>
                <c:pt idx="811">
                  <c:v>173.40306345733043</c:v>
                </c:pt>
                <c:pt idx="812">
                  <c:v>174.01913236929923</c:v>
                </c:pt>
                <c:pt idx="813">
                  <c:v>174.69978213507628</c:v>
                </c:pt>
                <c:pt idx="814">
                  <c:v>173.37130242825609</c:v>
                </c:pt>
                <c:pt idx="815">
                  <c:v>174.67592190889371</c:v>
                </c:pt>
                <c:pt idx="816">
                  <c:v>174.97256637168147</c:v>
                </c:pt>
                <c:pt idx="817">
                  <c:v>174.30325972660361</c:v>
                </c:pt>
                <c:pt idx="818">
                  <c:v>171.19756345177666</c:v>
                </c:pt>
                <c:pt idx="819">
                  <c:v>170.89122807017546</c:v>
                </c:pt>
                <c:pt idx="820">
                  <c:v>170.70202429149796</c:v>
                </c:pt>
                <c:pt idx="821">
                  <c:v>170.47599591419819</c:v>
                </c:pt>
                <c:pt idx="822">
                  <c:v>168.28717948717951</c:v>
                </c:pt>
                <c:pt idx="823">
                  <c:v>168.25699481865286</c:v>
                </c:pt>
                <c:pt idx="824">
                  <c:v>167.63598759048602</c:v>
                </c:pt>
                <c:pt idx="825">
                  <c:v>167.43013698630139</c:v>
                </c:pt>
                <c:pt idx="826">
                  <c:v>166.57531914893616</c:v>
                </c:pt>
                <c:pt idx="827">
                  <c:v>164.65800865800867</c:v>
                </c:pt>
                <c:pt idx="828">
                  <c:v>164.31407407407409</c:v>
                </c:pt>
                <c:pt idx="829">
                  <c:v>164.56946236559139</c:v>
                </c:pt>
                <c:pt idx="830">
                  <c:v>163.79809926082365</c:v>
                </c:pt>
                <c:pt idx="831">
                  <c:v>162.67386609071275</c:v>
                </c:pt>
                <c:pt idx="832">
                  <c:v>162.68467309753484</c:v>
                </c:pt>
                <c:pt idx="833">
                  <c:v>161.89702127659575</c:v>
                </c:pt>
                <c:pt idx="834">
                  <c:v>161.62470713525025</c:v>
                </c:pt>
                <c:pt idx="835">
                  <c:v>162.83991323210412</c:v>
                </c:pt>
                <c:pt idx="836">
                  <c:v>162.51705170517053</c:v>
                </c:pt>
                <c:pt idx="837">
                  <c:v>162.79287305122494</c:v>
                </c:pt>
                <c:pt idx="838">
                  <c:v>163.49931972789116</c:v>
                </c:pt>
                <c:pt idx="839">
                  <c:v>163.49207807118253</c:v>
                </c:pt>
                <c:pt idx="840">
                  <c:v>162.59083431257346</c:v>
                </c:pt>
                <c:pt idx="841">
                  <c:v>162.52082379862699</c:v>
                </c:pt>
                <c:pt idx="842">
                  <c:v>162.63003492433063</c:v>
                </c:pt>
                <c:pt idx="843">
                  <c:v>162.53576309794991</c:v>
                </c:pt>
                <c:pt idx="844">
                  <c:v>161.03707093821509</c:v>
                </c:pt>
                <c:pt idx="845">
                  <c:v>160.18769931662874</c:v>
                </c:pt>
                <c:pt idx="846">
                  <c:v>160.96759259259261</c:v>
                </c:pt>
                <c:pt idx="847">
                  <c:v>161.40608899297428</c:v>
                </c:pt>
                <c:pt idx="848">
                  <c:v>160.75192307692308</c:v>
                </c:pt>
                <c:pt idx="849">
                  <c:v>156.36971751412432</c:v>
                </c:pt>
                <c:pt idx="850">
                  <c:v>156.16419612314712</c:v>
                </c:pt>
                <c:pt idx="851">
                  <c:v>155.66457607433219</c:v>
                </c:pt>
                <c:pt idx="852">
                  <c:v>155.16363636363639</c:v>
                </c:pt>
                <c:pt idx="853">
                  <c:v>153.81800947867302</c:v>
                </c:pt>
                <c:pt idx="854">
                  <c:v>153.67875150060027</c:v>
                </c:pt>
                <c:pt idx="855">
                  <c:v>153.27728813559324</c:v>
                </c:pt>
                <c:pt idx="856">
                  <c:v>154.69483568075117</c:v>
                </c:pt>
                <c:pt idx="857">
                  <c:v>151.93544165757908</c:v>
                </c:pt>
                <c:pt idx="858">
                  <c:v>150.39220779220778</c:v>
                </c:pt>
                <c:pt idx="859">
                  <c:v>147.14655355249207</c:v>
                </c:pt>
                <c:pt idx="860">
                  <c:v>146.76340425531916</c:v>
                </c:pt>
                <c:pt idx="861">
                  <c:v>146.21336161187702</c:v>
                </c:pt>
                <c:pt idx="862">
                  <c:v>143.72232804232806</c:v>
                </c:pt>
                <c:pt idx="863">
                  <c:v>143.19405520169852</c:v>
                </c:pt>
                <c:pt idx="864">
                  <c:v>143.64924406047516</c:v>
                </c:pt>
                <c:pt idx="865">
                  <c:v>144.17375964718852</c:v>
                </c:pt>
                <c:pt idx="866">
                  <c:v>143.01165919282511</c:v>
                </c:pt>
                <c:pt idx="867">
                  <c:v>142.3125</c:v>
                </c:pt>
                <c:pt idx="868">
                  <c:v>142.4500558659218</c:v>
                </c:pt>
                <c:pt idx="869">
                  <c:v>142.1424036281179</c:v>
                </c:pt>
                <c:pt idx="870">
                  <c:v>139.79760087241004</c:v>
                </c:pt>
                <c:pt idx="871">
                  <c:v>140.21644120707597</c:v>
                </c:pt>
                <c:pt idx="872">
                  <c:v>139.92189105858171</c:v>
                </c:pt>
                <c:pt idx="873">
                  <c:v>139.95954592363262</c:v>
                </c:pt>
                <c:pt idx="874">
                  <c:v>138.35724563206577</c:v>
                </c:pt>
                <c:pt idx="875">
                  <c:v>138.03815384615385</c:v>
                </c:pt>
                <c:pt idx="876">
                  <c:v>138.11656184486375</c:v>
                </c:pt>
                <c:pt idx="877">
                  <c:v>137.93132154006247</c:v>
                </c:pt>
                <c:pt idx="878">
                  <c:v>137.98386411889598</c:v>
                </c:pt>
                <c:pt idx="879">
                  <c:v>135.36071032186462</c:v>
                </c:pt>
                <c:pt idx="880">
                  <c:v>134.90946930280958</c:v>
                </c:pt>
                <c:pt idx="881">
                  <c:v>134.93476394849787</c:v>
                </c:pt>
                <c:pt idx="882">
                  <c:v>135.12008592910848</c:v>
                </c:pt>
                <c:pt idx="883">
                  <c:v>131.45031185031186</c:v>
                </c:pt>
                <c:pt idx="884">
                  <c:v>130.04321110009914</c:v>
                </c:pt>
                <c:pt idx="885">
                  <c:v>129.5447186574531</c:v>
                </c:pt>
                <c:pt idx="886">
                  <c:v>128.78123167155425</c:v>
                </c:pt>
                <c:pt idx="887">
                  <c:v>128.48671875000002</c:v>
                </c:pt>
                <c:pt idx="888">
                  <c:v>124.60257826887664</c:v>
                </c:pt>
                <c:pt idx="889">
                  <c:v>123.84043715846994</c:v>
                </c:pt>
                <c:pt idx="890">
                  <c:v>123.37628384687208</c:v>
                </c:pt>
                <c:pt idx="891">
                  <c:v>122.69971401334605</c:v>
                </c:pt>
                <c:pt idx="892">
                  <c:v>119.88369058713887</c:v>
                </c:pt>
                <c:pt idx="893">
                  <c:v>119.31924528301889</c:v>
                </c:pt>
                <c:pt idx="894">
                  <c:v>118.98392523364488</c:v>
                </c:pt>
                <c:pt idx="895">
                  <c:v>117.50232991612303</c:v>
                </c:pt>
                <c:pt idx="896">
                  <c:v>114.0871794871795</c:v>
                </c:pt>
                <c:pt idx="897">
                  <c:v>109.27927272727271</c:v>
                </c:pt>
                <c:pt idx="898">
                  <c:v>106.97121634168988</c:v>
                </c:pt>
                <c:pt idx="899">
                  <c:v>105.92177942539389</c:v>
                </c:pt>
                <c:pt idx="900">
                  <c:v>104.31882460973368</c:v>
                </c:pt>
                <c:pt idx="901">
                  <c:v>100.50666666666667</c:v>
                </c:pt>
                <c:pt idx="902">
                  <c:v>100.78979963570127</c:v>
                </c:pt>
                <c:pt idx="903">
                  <c:v>100.16406660823839</c:v>
                </c:pt>
                <c:pt idx="904">
                  <c:v>98.915602836879444</c:v>
                </c:pt>
                <c:pt idx="905">
                  <c:v>95.690831191088279</c:v>
                </c:pt>
                <c:pt idx="906">
                  <c:v>95.412064570943073</c:v>
                </c:pt>
                <c:pt idx="907">
                  <c:v>94.917647058823533</c:v>
                </c:pt>
                <c:pt idx="908">
                  <c:v>95.012952060555094</c:v>
                </c:pt>
                <c:pt idx="909">
                  <c:v>92.44624472573841</c:v>
                </c:pt>
                <c:pt idx="910">
                  <c:v>90.348623853211009</c:v>
                </c:pt>
                <c:pt idx="911">
                  <c:v>89.797297297297305</c:v>
                </c:pt>
                <c:pt idx="912">
                  <c:v>89.442008368200845</c:v>
                </c:pt>
                <c:pt idx="913">
                  <c:v>88.230240549828181</c:v>
                </c:pt>
                <c:pt idx="914">
                  <c:v>85.714978354978356</c:v>
                </c:pt>
                <c:pt idx="915">
                  <c:v>85.783150183150184</c:v>
                </c:pt>
                <c:pt idx="916">
                  <c:v>86.701058710298369</c:v>
                </c:pt>
                <c:pt idx="917">
                  <c:v>87.19256198347108</c:v>
                </c:pt>
                <c:pt idx="918">
                  <c:v>85.383935742971872</c:v>
                </c:pt>
                <c:pt idx="919">
                  <c:v>86.839103869653769</c:v>
                </c:pt>
                <c:pt idx="920">
                  <c:v>87.438313473877187</c:v>
                </c:pt>
                <c:pt idx="921">
                  <c:v>90.317910447761193</c:v>
                </c:pt>
                <c:pt idx="922">
                  <c:v>89.824927536231883</c:v>
                </c:pt>
                <c:pt idx="923">
                  <c:v>92.857749469214454</c:v>
                </c:pt>
                <c:pt idx="924">
                  <c:v>96.203389830508485</c:v>
                </c:pt>
                <c:pt idx="925">
                  <c:v>98.515954118873836</c:v>
                </c:pt>
                <c:pt idx="926">
                  <c:v>99.561290322580646</c:v>
                </c:pt>
                <c:pt idx="927">
                  <c:v>97.736393442622955</c:v>
                </c:pt>
                <c:pt idx="928">
                  <c:v>99.241176470588243</c:v>
                </c:pt>
                <c:pt idx="929">
                  <c:v>103.1607476635514</c:v>
                </c:pt>
                <c:pt idx="930">
                  <c:v>105.72030848329051</c:v>
                </c:pt>
                <c:pt idx="931">
                  <c:v>105.36793145654835</c:v>
                </c:pt>
                <c:pt idx="932">
                  <c:v>108.21886792452831</c:v>
                </c:pt>
                <c:pt idx="933">
                  <c:v>110.48324873096448</c:v>
                </c:pt>
                <c:pt idx="934">
                  <c:v>112.4649318463445</c:v>
                </c:pt>
                <c:pt idx="935">
                  <c:v>113.2885496183206</c:v>
                </c:pt>
                <c:pt idx="936">
                  <c:v>119.77671451355663</c:v>
                </c:pt>
                <c:pt idx="937">
                  <c:v>122.34922279792747</c:v>
                </c:pt>
                <c:pt idx="938">
                  <c:v>123.07013630731103</c:v>
                </c:pt>
                <c:pt idx="939">
                  <c:v>125.07929515418502</c:v>
                </c:pt>
                <c:pt idx="940">
                  <c:v>125.77891373801917</c:v>
                </c:pt>
                <c:pt idx="941">
                  <c:v>127.14235807860263</c:v>
                </c:pt>
                <c:pt idx="942">
                  <c:v>127.68207343412527</c:v>
                </c:pt>
                <c:pt idx="943">
                  <c:v>129.13839080459772</c:v>
                </c:pt>
                <c:pt idx="944">
                  <c:v>128.19478260869568</c:v>
                </c:pt>
                <c:pt idx="945">
                  <c:v>130.59193020719738</c:v>
                </c:pt>
                <c:pt idx="946">
                  <c:v>132.67426160337553</c:v>
                </c:pt>
                <c:pt idx="947">
                  <c:v>133.22462845010617</c:v>
                </c:pt>
                <c:pt idx="948">
                  <c:v>134.08051118210864</c:v>
                </c:pt>
                <c:pt idx="949">
                  <c:v>135.13150105708246</c:v>
                </c:pt>
                <c:pt idx="950">
                  <c:v>136.96054421768707</c:v>
                </c:pt>
                <c:pt idx="951">
                  <c:v>137.35027382256297</c:v>
                </c:pt>
                <c:pt idx="952">
                  <c:v>138.26418400876233</c:v>
                </c:pt>
                <c:pt idx="953">
                  <c:v>136.66937119675458</c:v>
                </c:pt>
                <c:pt idx="954">
                  <c:v>136.16519174041301</c:v>
                </c:pt>
                <c:pt idx="955">
                  <c:v>136.37853658536585</c:v>
                </c:pt>
                <c:pt idx="956">
                  <c:v>135.97847866419295</c:v>
                </c:pt>
                <c:pt idx="957">
                  <c:v>133.96166365280288</c:v>
                </c:pt>
                <c:pt idx="958">
                  <c:v>133.67020109689216</c:v>
                </c:pt>
                <c:pt idx="959">
                  <c:v>133.01971830985917</c:v>
                </c:pt>
                <c:pt idx="960">
                  <c:v>133.3601462522852</c:v>
                </c:pt>
                <c:pt idx="961">
                  <c:v>132.73034111310591</c:v>
                </c:pt>
                <c:pt idx="962">
                  <c:v>131.2719424460432</c:v>
                </c:pt>
                <c:pt idx="963">
                  <c:v>131.61745589600744</c:v>
                </c:pt>
                <c:pt idx="964">
                  <c:v>131.58669131238446</c:v>
                </c:pt>
                <c:pt idx="965">
                  <c:v>131.70475302889096</c:v>
                </c:pt>
                <c:pt idx="966">
                  <c:v>129.78684461391802</c:v>
                </c:pt>
                <c:pt idx="967">
                  <c:v>130.48087215064422</c:v>
                </c:pt>
                <c:pt idx="968">
                  <c:v>131.16885245901639</c:v>
                </c:pt>
                <c:pt idx="969">
                  <c:v>131.93022794846385</c:v>
                </c:pt>
                <c:pt idx="970">
                  <c:v>130.65801526717559</c:v>
                </c:pt>
                <c:pt idx="971">
                  <c:v>131.11370262390673</c:v>
                </c:pt>
                <c:pt idx="972">
                  <c:v>131.50494665373424</c:v>
                </c:pt>
                <c:pt idx="973">
                  <c:v>132.28615984405459</c:v>
                </c:pt>
                <c:pt idx="974">
                  <c:v>132.88861788617888</c:v>
                </c:pt>
                <c:pt idx="975">
                  <c:v>132.60803134182174</c:v>
                </c:pt>
                <c:pt idx="976">
                  <c:v>133.5684311838306</c:v>
                </c:pt>
                <c:pt idx="977">
                  <c:v>133.62849109653234</c:v>
                </c:pt>
                <c:pt idx="978">
                  <c:v>134.09352517985613</c:v>
                </c:pt>
                <c:pt idx="979">
                  <c:v>132.55056768558956</c:v>
                </c:pt>
                <c:pt idx="980">
                  <c:v>132.97840707964602</c:v>
                </c:pt>
                <c:pt idx="981">
                  <c:v>133.45422535211267</c:v>
                </c:pt>
                <c:pt idx="982">
                  <c:v>133.2864771748493</c:v>
                </c:pt>
                <c:pt idx="983">
                  <c:v>132.01731601731603</c:v>
                </c:pt>
                <c:pt idx="984">
                  <c:v>132.30447761194029</c:v>
                </c:pt>
                <c:pt idx="985">
                  <c:v>132.38487972508591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6ED-49A1-A3A5-1EC8A1DF02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7052792"/>
        <c:axId val="1197053576"/>
      </c:lineChart>
      <c:dateAx>
        <c:axId val="1197052792"/>
        <c:scaling>
          <c:orientation val="minMax"/>
          <c:min val="41640"/>
        </c:scaling>
        <c:delete val="0"/>
        <c:axPos val="b"/>
        <c:numFmt formatCode="yy\.mm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  <a:effectLst/>
        </c:spPr>
        <c:crossAx val="1197053576"/>
        <c:crosses val="autoZero"/>
        <c:auto val="1"/>
        <c:lblOffset val="100"/>
        <c:baseTimeUnit val="days"/>
        <c:majorUnit val="2"/>
        <c:majorTimeUnit val="years"/>
      </c:dateAx>
      <c:valAx>
        <c:axId val="1197053576"/>
        <c:scaling>
          <c:orientation val="minMax"/>
          <c:min val="0"/>
        </c:scaling>
        <c:delete val="0"/>
        <c:axPos val="l"/>
        <c:numFmt formatCode="#,##0_)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  <a:effectLst/>
        </c:spPr>
        <c:crossAx val="1197052792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12260444212751009"/>
          <c:y val="8.2689674673333935E-2"/>
          <c:w val="0.79417906095071444"/>
          <c:h val="0.125563002971736"/>
        </c:manualLayout>
      </c:layout>
      <c:overlay val="0"/>
      <c:spPr>
        <a:noFill/>
        <a:ln w="25400">
          <a:noFill/>
        </a:ln>
        <a:effectLst/>
      </c:spPr>
    </c:legend>
    <c:plotVisOnly val="1"/>
    <c:dispBlanksAs val="gap"/>
    <c:showDLblsOverMax val="0"/>
  </c:chart>
  <c:spPr>
    <a:noFill/>
    <a:ln w="25400">
      <a:noFill/>
    </a:ln>
    <a:extLst>
      <a:ext uri="{909E8E84-426E-40DD-AFC4-6F175D3DCCD1}">
        <a14:hiddenFill xmlns:a14="http://schemas.microsoft.com/office/drawing/2010/main">
          <a:solidFill>
            <a:srgbClr val="FFFFFF"/>
          </a:solidFill>
        </a14:hiddenFill>
      </a:ext>
    </a:extLst>
  </c:spPr>
  <c:txPr>
    <a:bodyPr/>
    <a:lstStyle/>
    <a:p>
      <a:pPr>
        <a:defRPr sz="800" u="none" strike="noStrike" baseline="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  <c:userShapes r:id="rId2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 sz="1200"/>
            </a:pPr>
            <a:r>
              <a:rPr lang="ko-KR" altLang="en-US" sz="1200"/>
              <a:t>업종전체</a:t>
            </a:r>
          </a:p>
        </c:rich>
      </c:tx>
      <c:layout>
        <c:manualLayout>
          <c:xMode val="edge"/>
          <c:yMode val="edge"/>
          <c:x val="8.369053732341783E-2"/>
          <c:y val="3.3225692294081219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6.3128472222222218E-2"/>
          <c:y val="1.9095454545454547E-2"/>
          <c:w val="0.89088391906283282"/>
          <c:h val="0.84898737106918243"/>
        </c:manualLayout>
      </c:layout>
      <c:scatterChart>
        <c:scatterStyle val="lineMarker"/>
        <c:varyColors val="0"/>
        <c:ser>
          <c:idx val="0"/>
          <c:order val="0"/>
          <c:tx>
            <c:v>업종전체</c:v>
          </c:tx>
          <c:spPr>
            <a:ln w="12700">
              <a:noFill/>
              <a:prstDash val="solid"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Pt>
            <c:idx val="0"/>
            <c:marker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12700">
                <a:solidFill>
                  <a:schemeClr val="accent1"/>
                </a:solidFill>
                <a:prstDash val="solid"/>
              </a:ln>
              <a:effectLst/>
            </c:spPr>
            <c:extLst>
              <c:ext xmlns:c16="http://schemas.microsoft.com/office/drawing/2014/chart" uri="{C3380CC4-5D6E-409C-BE32-E72D297353CC}">
                <c16:uniqueId val="{00000001-9CB0-46F3-A71F-ED1549B1AD13}"/>
              </c:ext>
            </c:extLst>
          </c:dPt>
          <c:dPt>
            <c:idx val="1"/>
            <c:marker>
              <c:spPr>
                <a:solidFill>
                  <a:srgbClr val="0070C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9CB0-46F3-A71F-ED1549B1AD13}"/>
              </c:ext>
            </c:extLst>
          </c:dPt>
          <c:dPt>
            <c:idx val="20"/>
            <c:bubble3D val="0"/>
            <c:extLst>
              <c:ext xmlns:c16="http://schemas.microsoft.com/office/drawing/2014/chart" uri="{C3380CC4-5D6E-409C-BE32-E72D297353CC}">
                <c16:uniqueId val="{00000003-9CB0-46F3-A71F-ED1549B1AD13}"/>
              </c:ext>
            </c:extLst>
          </c:dPt>
          <c:dPt>
            <c:idx val="24"/>
            <c:bubble3D val="0"/>
            <c:extLst>
              <c:ext xmlns:c16="http://schemas.microsoft.com/office/drawing/2014/chart" uri="{C3380CC4-5D6E-409C-BE32-E72D297353CC}">
                <c16:uniqueId val="{00000004-9CB0-46F3-A71F-ED1549B1AD13}"/>
              </c:ext>
            </c:extLst>
          </c:dPt>
          <c:dPt>
            <c:idx val="25"/>
            <c:bubble3D val="0"/>
            <c:extLst>
              <c:ext xmlns:c16="http://schemas.microsoft.com/office/drawing/2014/chart" uri="{C3380CC4-5D6E-409C-BE32-E72D297353CC}">
                <c16:uniqueId val="{00000005-9CB0-46F3-A71F-ED1549B1AD13}"/>
              </c:ext>
            </c:extLst>
          </c:dPt>
          <c:dPt>
            <c:idx val="26"/>
            <c:marker>
              <c:spPr>
                <a:solidFill>
                  <a:srgbClr val="FF000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9CB0-46F3-A71F-ED1549B1AD13}"/>
              </c:ext>
            </c:extLst>
          </c:dPt>
          <c:dPt>
            <c:idx val="27"/>
            <c:marker>
              <c:spPr>
                <a:solidFill>
                  <a:srgbClr val="FF000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9CB0-46F3-A71F-ED1549B1AD13}"/>
              </c:ext>
            </c:extLst>
          </c:dPt>
          <c:dLbls>
            <c:dLbl>
              <c:idx val="0"/>
              <c:layout>
                <c:manualLayout>
                  <c:x val="-6.614583333333332E-2"/>
                  <c:y val="3.0467171717171716E-2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fld id="{0163063B-3E59-443B-BFD0-DC2DFE60161B}" type="CELLRANGE">
                      <a:rPr lang="en-US" altLang="ko-KR"/>
                      <a:pPr>
                        <a:defRPr/>
                      </a:pPr>
                      <a:t>[CELLRANGE]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3570555555555561E-2"/>
                      <c:h val="5.7598989898989907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9CB0-46F3-A71F-ED1549B1AD13}"/>
                </c:ext>
              </c:extLst>
            </c:dLbl>
            <c:dLbl>
              <c:idx val="1"/>
              <c:layout>
                <c:manualLayout>
                  <c:x val="3.5277777777777131E-3"/>
                  <c:y val="-2.2449494949494948E-2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fld id="{D24401CA-8846-4014-8B68-7771CED55158}" type="CELLRANGE">
                      <a:rPr lang="en-US" altLang="ko-KR"/>
                      <a:pPr>
                        <a:defRPr/>
                      </a:pPr>
                      <a:t>[CELLRANGE]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9459444444444445E-2"/>
                      <c:h val="5.1184848484848486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9CB0-46F3-A71F-ED1549B1AD13}"/>
                </c:ext>
              </c:extLst>
            </c:dLbl>
            <c:dLbl>
              <c:idx val="2"/>
              <c:layout>
                <c:manualLayout>
                  <c:x val="-4.9388888888888954E-2"/>
                  <c:y val="4.4898989898989897E-2"/>
                </c:manualLayout>
              </c:layout>
              <c:tx>
                <c:rich>
                  <a:bodyPr/>
                  <a:lstStyle/>
                  <a:p>
                    <a:fld id="{E6A0762F-3F51-410C-ACD1-84392992E61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9CB0-46F3-A71F-ED1549B1AD13}"/>
                </c:ext>
              </c:extLst>
            </c:dLbl>
            <c:dLbl>
              <c:idx val="3"/>
              <c:layout>
                <c:manualLayout>
                  <c:x val="-8.6430555555555594E-2"/>
                  <c:y val="1.9242424242424241E-2"/>
                </c:manualLayout>
              </c:layout>
              <c:tx>
                <c:rich>
                  <a:bodyPr/>
                  <a:lstStyle/>
                  <a:p>
                    <a:fld id="{0274F202-3CD4-4B71-9743-5FE9ACAC535F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9CB0-46F3-A71F-ED1549B1AD13}"/>
                </c:ext>
              </c:extLst>
            </c:dLbl>
            <c:dLbl>
              <c:idx val="4"/>
              <c:layout>
                <c:manualLayout>
                  <c:x val="-0.10759722222222226"/>
                  <c:y val="-3.8484848484848483E-2"/>
                </c:manualLayout>
              </c:layout>
              <c:tx>
                <c:rich>
                  <a:bodyPr/>
                  <a:lstStyle/>
                  <a:p>
                    <a:fld id="{A8A4BC8A-957C-4B6E-A858-E820C2457835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9CB0-46F3-A71F-ED1549B1AD13}"/>
                </c:ext>
              </c:extLst>
            </c:dLbl>
            <c:dLbl>
              <c:idx val="5"/>
              <c:layout>
                <c:manualLayout>
                  <c:x val="-1.4993055555555624E-2"/>
                  <c:y val="-2.0845959595959657E-2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fld id="{18928AD6-81AE-4AA3-A067-AD0A751CE799}" type="CELLRANGE">
                      <a:rPr lang="en-US" altLang="ko-KR"/>
                      <a:pPr>
                        <a:defRPr/>
                      </a:pPr>
                      <a:t>[CELLRANGE]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0626111111111112E-2"/>
                      <c:h val="5.1184848484848479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9CB0-46F3-A71F-ED1549B1AD13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AF8F6FC2-9A7E-4CC6-A001-1E52963C41B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9CB0-46F3-A71F-ED1549B1AD13}"/>
                </c:ext>
              </c:extLst>
            </c:dLbl>
            <c:dLbl>
              <c:idx val="7"/>
              <c:layout>
                <c:manualLayout>
                  <c:x val="-0.10054166666666668"/>
                  <c:y val="-1.2828282828282828E-2"/>
                </c:manualLayout>
              </c:layout>
              <c:tx>
                <c:rich>
                  <a:bodyPr/>
                  <a:lstStyle/>
                  <a:p>
                    <a:fld id="{AFD33AB6-B25F-428E-965D-1CCF61D0DD82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9CB0-46F3-A71F-ED1549B1AD13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1DB2D31C-BFED-431E-A76C-C992E8D2FC2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9CB0-46F3-A71F-ED1549B1AD13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099199F7-167E-4CE1-83A2-CE518D30A70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9CB0-46F3-A71F-ED1549B1AD13}"/>
                </c:ext>
              </c:extLst>
            </c:dLbl>
            <c:dLbl>
              <c:idx val="10"/>
              <c:layout>
                <c:manualLayout>
                  <c:x val="-0.18344444444444444"/>
                  <c:y val="-3.5277777777777776E-2"/>
                </c:manualLayout>
              </c:layout>
              <c:tx>
                <c:rich>
                  <a:bodyPr/>
                  <a:lstStyle/>
                  <a:p>
                    <a:fld id="{C18222EA-B6CD-46DE-A5A7-D7BB1E881B91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0-9CB0-46F3-A71F-ED1549B1AD13}"/>
                </c:ext>
              </c:extLst>
            </c:dLbl>
            <c:dLbl>
              <c:idx val="11"/>
              <c:layout>
                <c:manualLayout>
                  <c:x val="7.0555555555554912E-3"/>
                  <c:y val="9.6212121212121207E-3"/>
                </c:manualLayout>
              </c:layout>
              <c:tx>
                <c:rich>
                  <a:bodyPr/>
                  <a:lstStyle/>
                  <a:p>
                    <a:fld id="{4B8A00D4-2259-4FEF-96E0-D336BA83E62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1-9CB0-46F3-A71F-ED1549B1AD13}"/>
                </c:ext>
              </c:extLst>
            </c:dLbl>
            <c:dLbl>
              <c:idx val="12"/>
              <c:layout>
                <c:manualLayout>
                  <c:x val="-3.3513888888888892E-2"/>
                  <c:y val="3.8484848484848483E-2"/>
                </c:manualLayout>
              </c:layout>
              <c:tx>
                <c:rich>
                  <a:bodyPr/>
                  <a:lstStyle/>
                  <a:p>
                    <a:fld id="{D22FF475-6D81-4FCA-B6F7-83DCDF4178E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2-9CB0-46F3-A71F-ED1549B1AD13}"/>
                </c:ext>
              </c:extLst>
            </c:dLbl>
            <c:dLbl>
              <c:idx val="13"/>
              <c:layout>
                <c:manualLayout>
                  <c:x val="-0.1128888888888889"/>
                  <c:y val="-1.1759123416862102E-16"/>
                </c:manualLayout>
              </c:layout>
              <c:tx>
                <c:rich>
                  <a:bodyPr/>
                  <a:lstStyle/>
                  <a:p>
                    <a:fld id="{A645F8C1-211F-4F90-B8DA-B2DF3C9E8391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3-9CB0-46F3-A71F-ED1549B1AD13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4AF5396C-26F2-45A3-B142-1AFF224738B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9CB0-46F3-A71F-ED1549B1AD13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fld id="{02C9198C-9CD3-495A-BC38-57C1E87076B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9CB0-46F3-A71F-ED1549B1AD13}"/>
                </c:ext>
              </c:extLst>
            </c:dLbl>
            <c:dLbl>
              <c:idx val="16"/>
              <c:layout>
                <c:manualLayout>
                  <c:x val="-6.8791666666666668E-2"/>
                  <c:y val="-3.2070707070707069E-2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fld id="{FFE10A03-923E-4FDA-AE00-C005228E77BA}" type="CELLRANGE">
                      <a:rPr lang="en-US" altLang="ko-KR"/>
                      <a:pPr>
                        <a:defRPr/>
                      </a:pPr>
                      <a:t>[CELLRANGE]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2389999999999996E-2"/>
                      <c:h val="4.477070707070707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6-9CB0-46F3-A71F-ED1549B1AD13}"/>
                </c:ext>
              </c:extLst>
            </c:dLbl>
            <c:dLbl>
              <c:idx val="17"/>
              <c:layout>
                <c:manualLayout>
                  <c:x val="-5.6444444444444443E-2"/>
                  <c:y val="-1.6035353535353535E-2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fld id="{8B98AF2B-EE9C-4152-B662-A7A080840EE3}" type="CELLRANGE">
                      <a:rPr lang="en-US" altLang="ko-KR"/>
                      <a:pPr>
                        <a:defRPr/>
                      </a:pPr>
                      <a:t>[CELLRANGE]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9445555555555561E-2"/>
                      <c:h val="7.3634343434343441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7-9CB0-46F3-A71F-ED1549B1AD13}"/>
                </c:ext>
              </c:extLst>
            </c:dLbl>
            <c:dLbl>
              <c:idx val="18"/>
              <c:layout>
                <c:manualLayout>
                  <c:x val="-4.5861111111111144E-2"/>
                  <c:y val="3.8484974747474747E-2"/>
                </c:manualLayout>
              </c:layout>
              <c:tx>
                <c:rich>
                  <a:bodyPr/>
                  <a:lstStyle/>
                  <a:p>
                    <a:fld id="{7A82728F-4D65-49BA-A3E7-386B19AB782B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4751111111111112E-2"/>
                      <c:h val="4.7977777777777772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8-9CB0-46F3-A71F-ED1549B1AD13}"/>
                </c:ext>
              </c:extLst>
            </c:dLbl>
            <c:dLbl>
              <c:idx val="19"/>
              <c:layout>
                <c:manualLayout>
                  <c:x val="-7.0555555555555552E-2"/>
                  <c:y val="2.5656565656565537E-2"/>
                </c:manualLayout>
              </c:layout>
              <c:tx>
                <c:rich>
                  <a:bodyPr/>
                  <a:lstStyle/>
                  <a:p>
                    <a:fld id="{D30E1EA3-703D-45E9-BA93-2C9AFEC7DF8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9-9CB0-46F3-A71F-ED1549B1AD13}"/>
                </c:ext>
              </c:extLst>
            </c:dLbl>
            <c:dLbl>
              <c:idx val="20"/>
              <c:layout>
                <c:manualLayout>
                  <c:x val="-5.291666666666673E-2"/>
                  <c:y val="-3.8484848484848483E-2"/>
                </c:manualLayout>
              </c:layout>
              <c:tx>
                <c:rich>
                  <a:bodyPr/>
                  <a:lstStyle/>
                  <a:p>
                    <a:fld id="{19050F43-C2C3-4495-912A-5EEA72028608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9CB0-46F3-A71F-ED1549B1AD13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fld id="{64505A21-49E2-45C9-AD7D-9024E7F80B0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9CB0-46F3-A71F-ED1549B1AD13}"/>
                </c:ext>
              </c:extLst>
            </c:dLbl>
            <c:dLbl>
              <c:idx val="22"/>
              <c:layout>
                <c:manualLayout>
                  <c:x val="1.7638888888888826E-2"/>
                  <c:y val="4.8106060606060486E-2"/>
                </c:manualLayout>
              </c:layout>
              <c:tx>
                <c:rich>
                  <a:bodyPr/>
                  <a:lstStyle/>
                  <a:p>
                    <a:fld id="{9EE65FC8-1F32-49EE-8AAB-EC6624AA6121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B-9CB0-46F3-A71F-ED1549B1AD13}"/>
                </c:ext>
              </c:extLst>
            </c:dLbl>
            <c:dLbl>
              <c:idx val="23"/>
              <c:layout>
                <c:manualLayout>
                  <c:x val="-2.2930555555555589E-2"/>
                  <c:y val="-2.8863636363636362E-2"/>
                </c:manualLayout>
              </c:layout>
              <c:tx>
                <c:rich>
                  <a:bodyPr/>
                  <a:lstStyle/>
                  <a:p>
                    <a:fld id="{775F8C3E-20D4-4D1D-AB35-6B2CB05D4BB2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C-9CB0-46F3-A71F-ED1549B1AD13}"/>
                </c:ext>
              </c:extLst>
            </c:dLbl>
            <c:dLbl>
              <c:idx val="24"/>
              <c:layout>
                <c:manualLayout>
                  <c:x val="-1.0583333333333333E-2"/>
                  <c:y val="-1.6035353535353594E-2"/>
                </c:manualLayout>
              </c:layout>
              <c:tx>
                <c:rich>
                  <a:bodyPr/>
                  <a:lstStyle/>
                  <a:p>
                    <a:fld id="{2C8EA47B-6ECC-4F9D-9A0D-57A91B65815A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9CB0-46F3-A71F-ED1549B1AD13}"/>
                </c:ext>
              </c:extLst>
            </c:dLbl>
            <c:dLbl>
              <c:idx val="25"/>
              <c:layout>
                <c:manualLayout>
                  <c:x val="-5.2916666666666702E-2"/>
                  <c:y val="5.131313131313131E-2"/>
                </c:manualLayout>
              </c:layout>
              <c:tx>
                <c:rich>
                  <a:bodyPr/>
                  <a:lstStyle/>
                  <a:p>
                    <a:fld id="{54DD2FF8-ABF7-46DD-8094-402237C35DBA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9CB0-46F3-A71F-ED1549B1AD13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fld id="{AFCD310A-2283-41C2-8574-C324BB84881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9CB0-46F3-A71F-ED1549B1AD13}"/>
                </c:ext>
              </c:extLst>
            </c:dLbl>
            <c:dLbl>
              <c:idx val="27"/>
              <c:layout>
                <c:manualLayout>
                  <c:x val="-4.6743055555555559E-2"/>
                  <c:y val="3.0467171717171716E-2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fld id="{F85B071F-818C-4F59-8647-3679DB0C1177}" type="CELLRANGE">
                      <a:rPr lang="en-US" altLang="ko-KR"/>
                      <a:pPr>
                        <a:defRPr/>
                      </a:pPr>
                      <a:t>[CELLRANGE]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0946111111111116E-2"/>
                      <c:h val="5.7598989898989907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9CB0-46F3-A71F-ED1549B1AD1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</c:ext>
            </c:extLst>
          </c:dLbls>
          <c:xVal>
            <c:numRef>
              <c:f>'(eps,index)'!$AA$34:$AA$61</c:f>
              <c:numCache>
                <c:formatCode>0.00</c:formatCode>
                <c:ptCount val="28"/>
                <c:pt idx="0">
                  <c:v>35.055350553505527</c:v>
                </c:pt>
                <c:pt idx="1">
                  <c:v>46.736908318918054</c:v>
                </c:pt>
                <c:pt idx="2">
                  <c:v>69.471042112113039</c:v>
                </c:pt>
                <c:pt idx="3">
                  <c:v>-2.9264423478333468</c:v>
                </c:pt>
                <c:pt idx="4">
                  <c:v>5.3142752428074091</c:v>
                </c:pt>
                <c:pt idx="5">
                  <c:v>33.862056674389592</c:v>
                </c:pt>
                <c:pt idx="6">
                  <c:v>45.101970273072943</c:v>
                </c:pt>
                <c:pt idx="7">
                  <c:v>-25.490530626173001</c:v>
                </c:pt>
                <c:pt idx="8">
                  <c:v>70.137555982085729</c:v>
                </c:pt>
                <c:pt idx="9">
                  <c:v>99.609728900968705</c:v>
                </c:pt>
                <c:pt idx="10">
                  <c:v>2.7655469252461318</c:v>
                </c:pt>
                <c:pt idx="11">
                  <c:v>71.115080377647359</c:v>
                </c:pt>
                <c:pt idx="12">
                  <c:v>20.549946865037192</c:v>
                </c:pt>
                <c:pt idx="13">
                  <c:v>-31.185682326621922</c:v>
                </c:pt>
                <c:pt idx="14">
                  <c:v>296.57189657189656</c:v>
                </c:pt>
                <c:pt idx="15">
                  <c:v>28.243837187081986</c:v>
                </c:pt>
                <c:pt idx="16">
                  <c:v>1.6883743367100745</c:v>
                </c:pt>
                <c:pt idx="17">
                  <c:v>29.901960784313729</c:v>
                </c:pt>
                <c:pt idx="18">
                  <c:v>3.2262649232518426</c:v>
                </c:pt>
                <c:pt idx="19">
                  <c:v>7.3701563310365259</c:v>
                </c:pt>
                <c:pt idx="20">
                  <c:v>28.575589863093498</c:v>
                </c:pt>
                <c:pt idx="21">
                  <c:v>451.2682516273</c:v>
                </c:pt>
                <c:pt idx="22">
                  <c:v>27.251114413075772</c:v>
                </c:pt>
                <c:pt idx="23">
                  <c:v>76.533860169026454</c:v>
                </c:pt>
                <c:pt idx="24">
                  <c:v>11.926046322633077</c:v>
                </c:pt>
                <c:pt idx="25">
                  <c:v>-34.837969947498635</c:v>
                </c:pt>
                <c:pt idx="26">
                  <c:v>223.3462540509627</c:v>
                </c:pt>
                <c:pt idx="27">
                  <c:v>13.302919708029194</c:v>
                </c:pt>
              </c:numCache>
            </c:numRef>
          </c:xVal>
          <c:yVal>
            <c:numRef>
              <c:f>'(eps,index)'!$AB$34:$AB$61</c:f>
              <c:numCache>
                <c:formatCode>0.00</c:formatCode>
                <c:ptCount val="28"/>
                <c:pt idx="0">
                  <c:v>7.7004358014147067</c:v>
                </c:pt>
                <c:pt idx="1">
                  <c:v>0.47093504743680459</c:v>
                </c:pt>
                <c:pt idx="2">
                  <c:v>-34.034237219663169</c:v>
                </c:pt>
                <c:pt idx="3">
                  <c:v>-1.7407346663082524</c:v>
                </c:pt>
                <c:pt idx="4">
                  <c:v>1.9856825606791695</c:v>
                </c:pt>
                <c:pt idx="5">
                  <c:v>11.796637182928427</c:v>
                </c:pt>
                <c:pt idx="6">
                  <c:v>-24.527057071452894</c:v>
                </c:pt>
                <c:pt idx="7">
                  <c:v>46.922211181635689</c:v>
                </c:pt>
                <c:pt idx="8">
                  <c:v>43.510978565271017</c:v>
                </c:pt>
                <c:pt idx="9">
                  <c:v>164.3883476035823</c:v>
                </c:pt>
                <c:pt idx="10">
                  <c:v>15.289042802029229</c:v>
                </c:pt>
                <c:pt idx="11">
                  <c:v>-32.400688863375436</c:v>
                </c:pt>
                <c:pt idx="12">
                  <c:v>-40.740740740740748</c:v>
                </c:pt>
                <c:pt idx="13">
                  <c:v>-11.347386675384863</c:v>
                </c:pt>
                <c:pt idx="14">
                  <c:v>65.63409353854783</c:v>
                </c:pt>
                <c:pt idx="15">
                  <c:v>-29.737094286632004</c:v>
                </c:pt>
                <c:pt idx="16">
                  <c:v>21.067704256383447</c:v>
                </c:pt>
                <c:pt idx="17">
                  <c:v>9.1728822589238099</c:v>
                </c:pt>
                <c:pt idx="18">
                  <c:v>-1.3502064765371968</c:v>
                </c:pt>
                <c:pt idx="19">
                  <c:v>-21.859424270165807</c:v>
                </c:pt>
                <c:pt idx="20">
                  <c:v>38.262301739503179</c:v>
                </c:pt>
                <c:pt idx="21">
                  <c:v>131.70786573300103</c:v>
                </c:pt>
                <c:pt idx="22">
                  <c:v>2.516819127825376</c:v>
                </c:pt>
                <c:pt idx="23">
                  <c:v>53.261689593733429</c:v>
                </c:pt>
                <c:pt idx="24">
                  <c:v>21.183257714611937</c:v>
                </c:pt>
                <c:pt idx="25">
                  <c:v>-24.587647776704635</c:v>
                </c:pt>
                <c:pt idx="26">
                  <c:v>57.229774783646612</c:v>
                </c:pt>
                <c:pt idx="27">
                  <c:v>-3.5873664192248356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'(eps,index)'!$Z$34:$Z$61</c15:f>
                <c15:dlblRangeCache>
                  <c:ptCount val="28"/>
                  <c:pt idx="0">
                    <c:v>운송</c:v>
                  </c:pt>
                  <c:pt idx="1">
                    <c:v>화학</c:v>
                  </c:pt>
                  <c:pt idx="2">
                    <c:v>비철,목재등</c:v>
                  </c:pt>
                  <c:pt idx="3">
                    <c:v>자동차</c:v>
                  </c:pt>
                  <c:pt idx="4">
                    <c:v>필수소비재</c:v>
                  </c:pt>
                  <c:pt idx="5">
                    <c:v>기계</c:v>
                  </c:pt>
                  <c:pt idx="6">
                    <c:v>조선</c:v>
                  </c:pt>
                  <c:pt idx="7">
                    <c:v>상사,자본재</c:v>
                  </c:pt>
                  <c:pt idx="8">
                    <c:v>보험</c:v>
                  </c:pt>
                  <c:pt idx="9">
                    <c:v>IT하드웨어</c:v>
                  </c:pt>
                  <c:pt idx="10">
                    <c:v>화장품,의류,완구</c:v>
                  </c:pt>
                  <c:pt idx="11">
                    <c:v>호텔,레저서비스</c:v>
                  </c:pt>
                  <c:pt idx="12">
                    <c:v>미디어,교육</c:v>
                  </c:pt>
                  <c:pt idx="13">
                    <c:v>디스플레이</c:v>
                  </c:pt>
                  <c:pt idx="14">
                    <c:v>에너지</c:v>
                  </c:pt>
                  <c:pt idx="15">
                    <c:v>건강관리</c:v>
                  </c:pt>
                  <c:pt idx="16">
                    <c:v>은행</c:v>
                  </c:pt>
                  <c:pt idx="17">
                    <c:v>증권</c:v>
                  </c:pt>
                  <c:pt idx="18">
                    <c:v>철강</c:v>
                  </c:pt>
                  <c:pt idx="19">
                    <c:v>소프트웨어</c:v>
                  </c:pt>
                  <c:pt idx="20">
                    <c:v>건설,건축관련</c:v>
                  </c:pt>
                  <c:pt idx="21">
                    <c:v>반도체</c:v>
                  </c:pt>
                  <c:pt idx="22">
                    <c:v>소매(유통)</c:v>
                  </c:pt>
                  <c:pt idx="23">
                    <c:v>IT가전</c:v>
                  </c:pt>
                  <c:pt idx="24">
                    <c:v>통신서비스</c:v>
                  </c:pt>
                  <c:pt idx="25">
                    <c:v>유틸리티</c:v>
                  </c:pt>
                  <c:pt idx="26">
                    <c:v>코스피</c:v>
                  </c:pt>
                  <c:pt idx="27">
                    <c:v>코스닥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D-9CB0-46F3-A71F-ED1549B1AD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0754280"/>
        <c:axId val="1160756240"/>
      </c:scatterChart>
      <c:valAx>
        <c:axId val="1160754280"/>
        <c:scaling>
          <c:orientation val="minMax"/>
          <c:max val="300"/>
        </c:scaling>
        <c:delete val="0"/>
        <c:axPos val="b"/>
        <c:numFmt formatCode="#,##0_ " sourceLinked="0"/>
        <c:majorTickMark val="out"/>
        <c:minorTickMark val="none"/>
        <c:tickLblPos val="low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vert="horz"/>
          <a:lstStyle/>
          <a:p>
            <a:pPr>
              <a:defRPr sz="1000"/>
            </a:pPr>
            <a:endParaRPr lang="ko-KR"/>
          </a:p>
        </c:txPr>
        <c:crossAx val="1160756240"/>
        <c:crosses val="autoZero"/>
        <c:crossBetween val="midCat"/>
      </c:valAx>
      <c:valAx>
        <c:axId val="1160756240"/>
        <c:scaling>
          <c:orientation val="minMax"/>
          <c:max val="150"/>
        </c:scaling>
        <c:delete val="0"/>
        <c:axPos val="l"/>
        <c:numFmt formatCode="#,##0_ " sourceLinked="0"/>
        <c:majorTickMark val="out"/>
        <c:minorTickMark val="none"/>
        <c:tickLblPos val="low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vert="horz"/>
          <a:lstStyle/>
          <a:p>
            <a:pPr>
              <a:defRPr sz="1000"/>
            </a:pPr>
            <a:endParaRPr lang="ko-KR"/>
          </a:p>
        </c:txPr>
        <c:crossAx val="11607542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25400">
      <a:noFill/>
    </a:ln>
    <a:effectLst/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  <c:userShapes r:id="rId2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752910187448552"/>
          <c:y val="0.16396009616043233"/>
          <c:w val="0.79381815233620912"/>
          <c:h val="0.64095624655324435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OP_YoY!$B$9</c:f>
              <c:strCache>
                <c:ptCount val="1"/>
                <c:pt idx="0">
                  <c:v>KSE 에너지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269C-4112-8B9C-20361B2B9AC2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OP_YoY!$AH$9:$AO$9</c:f>
              <c:numCache>
                <c:formatCode>_(* #,##0_);_(* \(#,##0\);_(* "-"_);_(@_)</c:formatCode>
                <c:ptCount val="8"/>
                <c:pt idx="0">
                  <c:v>2451.2399999999998</c:v>
                </c:pt>
                <c:pt idx="1">
                  <c:v>1791.27</c:v>
                </c:pt>
                <c:pt idx="2">
                  <c:v>3225.87</c:v>
                </c:pt>
                <c:pt idx="3">
                  <c:v>1392.85</c:v>
                </c:pt>
                <c:pt idx="4">
                  <c:v>8673.99</c:v>
                </c:pt>
                <c:pt idx="5">
                  <c:v>11628.13</c:v>
                </c:pt>
                <c:pt idx="6">
                  <c:v>8233.58</c:v>
                </c:pt>
                <c:pt idx="7">
                  <c:v>7125.98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9C-4112-8B9C-20361B2B9A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3722799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OP_YoY!$N$9:$U$9</c:f>
              <c:numCache>
                <c:formatCode>#,##0.0_ ;[Red]\-#,##0.0\ </c:formatCode>
                <c:ptCount val="8"/>
                <c:pt idx="0">
                  <c:v>-9.9351861377698771</c:v>
                </c:pt>
                <c:pt idx="1">
                  <c:v>-3.0907812161869783</c:v>
                </c:pt>
                <c:pt idx="2">
                  <c:v>1063.4399682619828</c:v>
                </c:pt>
                <c:pt idx="3">
                  <c:v>-20.93850930619335</c:v>
                </c:pt>
                <c:pt idx="4">
                  <c:v>253.86131100993782</c:v>
                </c:pt>
                <c:pt idx="5">
                  <c:v>549.15562701323643</c:v>
                </c:pt>
                <c:pt idx="6">
                  <c:v>155.23595185174852</c:v>
                </c:pt>
                <c:pt idx="7">
                  <c:v>411.61144416125205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69C-4112-8B9C-20361B2B9AC2}"/>
            </c:ext>
          </c:extLst>
        </c:ser>
        <c:ser>
          <c:idx val="2"/>
          <c:order val="2"/>
          <c:tx>
            <c:strRef>
              <c:f>영업이익raw!$D$8:$N$8</c:f>
              <c:strCache>
                <c:ptCount val="11"/>
                <c:pt idx="0">
                  <c:v>24.1Q</c:v>
                </c:pt>
                <c:pt idx="1">
                  <c:v>24.2Q</c:v>
                </c:pt>
                <c:pt idx="2">
                  <c:v>24.3Q</c:v>
                </c:pt>
                <c:pt idx="3">
                  <c:v>24.4Q</c:v>
                </c:pt>
                <c:pt idx="4">
                  <c:v>25.1Q</c:v>
                </c:pt>
                <c:pt idx="5">
                  <c:v>25.2Q</c:v>
                </c:pt>
                <c:pt idx="6">
                  <c:v>25.3Q(E)</c:v>
                </c:pt>
                <c:pt idx="7">
                  <c:v>25.4Q(E)</c:v>
                </c:pt>
                <c:pt idx="8">
                  <c:v>26.1Q</c:v>
                </c:pt>
                <c:pt idx="9">
                  <c:v>26.2Q(E)</c:v>
                </c:pt>
                <c:pt idx="10">
                  <c:v>26.3Q(E)</c:v>
                </c:pt>
              </c:strCache>
            </c:strRef>
          </c:tx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영업이익raw!$O$8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69C-4112-8B9C-20361B2B9A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37227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</a:t>
                </a:r>
                <a:r>
                  <a:rPr lang="ko-KR"/>
                  <a:t>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3722799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93144208037823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1868972901983171"/>
          <c:y val="2.4896933900288559E-2"/>
          <c:w val="0.85643101373765984"/>
          <c:h val="0.24786053001152814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9303259259259259"/>
          <c:y val="0.14218737373737375"/>
          <c:w val="0.67096740740740746"/>
          <c:h val="0.62219242424242427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OP_YoY!$B$10</c:f>
              <c:strCache>
                <c:ptCount val="1"/>
                <c:pt idx="0">
                  <c:v>KSE 화학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34E5-47D4-8D52-8EFC0902C3CC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OP_YoY!$AH$10:$AO$10</c:f>
              <c:numCache>
                <c:formatCode>_(* #,##0_);_(* \(#,##0\);_(* "-"_);_(@_)</c:formatCode>
                <c:ptCount val="8"/>
                <c:pt idx="0">
                  <c:v>963</c:v>
                </c:pt>
                <c:pt idx="1">
                  <c:v>634.32000000000005</c:v>
                </c:pt>
                <c:pt idx="2">
                  <c:v>-238.54</c:v>
                </c:pt>
                <c:pt idx="3">
                  <c:v>-1235.56</c:v>
                </c:pt>
                <c:pt idx="4">
                  <c:v>929.43</c:v>
                </c:pt>
                <c:pt idx="5">
                  <c:v>2736.48</c:v>
                </c:pt>
                <c:pt idx="6">
                  <c:v>936.28</c:v>
                </c:pt>
                <c:pt idx="7">
                  <c:v>1292.6099999999999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E5-47D4-8D52-8EFC0902C3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3726047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OP_YoY!$N$10:$U$10</c:f>
              <c:numCache>
                <c:formatCode>#,##0.0_ ;[Red]\-#,##0.0\ </c:formatCode>
                <c:ptCount val="8"/>
                <c:pt idx="0">
                  <c:v>19.622871197346687</c:v>
                </c:pt>
                <c:pt idx="1">
                  <c:v>-10.444726810673432</c:v>
                </c:pt>
                <c:pt idx="2">
                  <c:v>0</c:v>
                </c:pt>
                <c:pt idx="3">
                  <c:v>0</c:v>
                </c:pt>
                <c:pt idx="4">
                  <c:v>-3.4859813084112199</c:v>
                </c:pt>
                <c:pt idx="5">
                  <c:v>331.40370790768065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4E5-47D4-8D52-8EFC0902C3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372604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</a:t>
                </a:r>
                <a:r>
                  <a:rPr lang="ko-KR"/>
                  <a:t>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3726047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58600237247921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8069878854222055"/>
          <c:y val="2.6738797008727645E-2"/>
          <c:w val="0.56437429846063403"/>
          <c:h val="0.10962906773578335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782878424921761E-2"/>
          <c:y val="0.12318842059477596"/>
          <c:w val="0.96491894345592566"/>
          <c:h val="0.87681157940522403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OP_YoY!$B$11</c:f>
              <c:strCache>
                <c:ptCount val="1"/>
                <c:pt idx="0">
                  <c:v>KSE 비철,목재등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D73-49BD-A3EA-1E803F3711BF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OP_YoY!$AH$11:$AO$11</c:f>
              <c:numCache>
                <c:formatCode>_(* #,##0_);_(* \(#,##0\);_(* "-"_);_(@_)</c:formatCode>
                <c:ptCount val="8"/>
                <c:pt idx="0">
                  <c:v>585.66</c:v>
                </c:pt>
                <c:pt idx="1">
                  <c:v>559.63</c:v>
                </c:pt>
                <c:pt idx="2">
                  <c:v>447.21</c:v>
                </c:pt>
                <c:pt idx="3">
                  <c:v>641.11</c:v>
                </c:pt>
                <c:pt idx="4">
                  <c:v>1095.3499999999999</c:v>
                </c:pt>
                <c:pt idx="5">
                  <c:v>1130.07</c:v>
                </c:pt>
                <c:pt idx="6">
                  <c:v>648.72</c:v>
                </c:pt>
                <c:pt idx="7">
                  <c:v>647.24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73-49BD-A3EA-1E803F3711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28783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OP_YoY!$N$11:$U$11</c:f>
              <c:numCache>
                <c:formatCode>#,##0.0_ ;[Red]\-#,##0.0\ </c:formatCode>
                <c:ptCount val="8"/>
                <c:pt idx="0">
                  <c:v>10.524825907263768</c:v>
                </c:pt>
                <c:pt idx="1">
                  <c:v>-36.993503788518481</c:v>
                </c:pt>
                <c:pt idx="2">
                  <c:v>1.472590306770728</c:v>
                </c:pt>
                <c:pt idx="3">
                  <c:v>162.25558373558044</c:v>
                </c:pt>
                <c:pt idx="4">
                  <c:v>87.028309940921346</c:v>
                </c:pt>
                <c:pt idx="5">
                  <c:v>101.93163340063971</c:v>
                </c:pt>
                <c:pt idx="6">
                  <c:v>45.059368082109089</c:v>
                </c:pt>
                <c:pt idx="7">
                  <c:v>0.95615417011121262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D73-49BD-A3EA-1E803F3711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2878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</a:t>
                </a:r>
                <a:r>
                  <a:rPr lang="ko-KR"/>
                  <a:t>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28783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23809523809528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5711279186130556"/>
          <c:y val="3.5813966861924576E-2"/>
          <c:w val="0.77808239778932275"/>
          <c:h val="0.10744190058577371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801468949596387E-2"/>
          <c:y val="0.15864630850386982"/>
          <c:w val="0.83706171484705305"/>
          <c:h val="0.63474720442253307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OP_YoY!$B$12</c:f>
              <c:strCache>
                <c:ptCount val="1"/>
                <c:pt idx="0">
                  <c:v>KSE 철강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3480-4AC4-8677-B6E4E836CCD2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OP_YoY!$AH$12:$AO$12</c:f>
              <c:numCache>
                <c:formatCode>_(* #,##0_);_(* \(#,##0\);_(* "-"_);_(@_)</c:formatCode>
                <c:ptCount val="8"/>
                <c:pt idx="0">
                  <c:v>803.37</c:v>
                </c:pt>
                <c:pt idx="1">
                  <c:v>1032.1099999999999</c:v>
                </c:pt>
                <c:pt idx="2">
                  <c:v>961.29</c:v>
                </c:pt>
                <c:pt idx="3">
                  <c:v>18.559999999999999</c:v>
                </c:pt>
                <c:pt idx="4">
                  <c:v>911.02</c:v>
                </c:pt>
                <c:pt idx="5">
                  <c:v>1216.79</c:v>
                </c:pt>
                <c:pt idx="6">
                  <c:v>1160.25</c:v>
                </c:pt>
                <c:pt idx="7">
                  <c:v>1203.57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80-4AC4-8677-B6E4E836CC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22751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OP_YoY!$N$12:$U$12</c:f>
              <c:numCache>
                <c:formatCode>#,##0.0_ ;[Red]\-#,##0.0\ </c:formatCode>
                <c:ptCount val="8"/>
                <c:pt idx="0">
                  <c:v>-28.292304121962967</c:v>
                </c:pt>
                <c:pt idx="1">
                  <c:v>-26.205644094578279</c:v>
                </c:pt>
                <c:pt idx="2">
                  <c:v>-1.2653937408202514</c:v>
                </c:pt>
                <c:pt idx="3">
                  <c:v>-82.395902494546149</c:v>
                </c:pt>
                <c:pt idx="4">
                  <c:v>13.399803328478779</c:v>
                </c:pt>
                <c:pt idx="5">
                  <c:v>17.893441590528152</c:v>
                </c:pt>
                <c:pt idx="6">
                  <c:v>20.697188153418846</c:v>
                </c:pt>
                <c:pt idx="7">
                  <c:v>6384.7521551724139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480-4AC4-8677-B6E4E836CC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2275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</a:t>
                </a:r>
                <a:r>
                  <a:rPr lang="ko-KR"/>
                  <a:t>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22751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93144208037823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9.6777198253946539E-2"/>
          <c:y val="3.9579181311978358E-2"/>
          <c:w val="0.63029252196160057"/>
          <c:h val="0.12401476811086551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55174074074074"/>
          <c:y val="0.15731767676767677"/>
          <c:w val="0.68129555555555554"/>
          <c:h val="0.60706212121212122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OP_YoY!$B$13</c:f>
              <c:strCache>
                <c:ptCount val="1"/>
                <c:pt idx="0">
                  <c:v>KSE 건설,건축관련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E14-487A-8456-7EC67ABA86D5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OP_YoY!$AH$13:$AO$13</c:f>
              <c:numCache>
                <c:formatCode>_(* #,##0_);_(* \(#,##0\);_(* "-"_);_(@_)</c:formatCode>
                <c:ptCount val="8"/>
                <c:pt idx="0">
                  <c:v>1245.47</c:v>
                </c:pt>
                <c:pt idx="1">
                  <c:v>1688.38</c:v>
                </c:pt>
                <c:pt idx="2">
                  <c:v>1422.54</c:v>
                </c:pt>
                <c:pt idx="3">
                  <c:v>-244.45</c:v>
                </c:pt>
                <c:pt idx="4">
                  <c:v>1656.22</c:v>
                </c:pt>
                <c:pt idx="5">
                  <c:v>2214.42</c:v>
                </c:pt>
                <c:pt idx="6">
                  <c:v>1696.82</c:v>
                </c:pt>
                <c:pt idx="7">
                  <c:v>1768.03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14-487A-8456-7EC67ABA86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21359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OP_YoY!$N$13:$U$13</c:f>
              <c:numCache>
                <c:formatCode>#,##0.0_ ;[Red]\-#,##0.0\ </c:formatCode>
                <c:ptCount val="8"/>
                <c:pt idx="0">
                  <c:v>-11.759538063693366</c:v>
                </c:pt>
                <c:pt idx="1">
                  <c:v>16.962702283307479</c:v>
                </c:pt>
                <c:pt idx="2">
                  <c:v>53.85630387523117</c:v>
                </c:pt>
                <c:pt idx="3">
                  <c:v>0</c:v>
                </c:pt>
                <c:pt idx="4">
                  <c:v>32.979517772407199</c:v>
                </c:pt>
                <c:pt idx="5">
                  <c:v>31.156493206505644</c:v>
                </c:pt>
                <c:pt idx="6">
                  <c:v>19.281004400579242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E14-487A-8456-7EC67ABA86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2135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</a:t>
                </a:r>
                <a:r>
                  <a:rPr lang="ko-KR"/>
                  <a:t>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21359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23809523809528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8703903793012566"/>
          <c:y val="2.6386120874652235E-2"/>
          <c:w val="0.67832824422658911"/>
          <c:h val="0.13456921646072642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576700214044696"/>
          <c:y val="0.1587566428891887"/>
          <c:w val="0.72100272363261675"/>
          <c:h val="0.57642666192070535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OP_YoY!$B$14</c:f>
              <c:strCache>
                <c:ptCount val="1"/>
                <c:pt idx="0">
                  <c:v>KSE 기계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E7-4C05-BECC-CECFE428B993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OP_YoY!$AH$14:$AO$14</c:f>
              <c:numCache>
                <c:formatCode>_(* #,##0_);_(* \(#,##0\);_(* "-"_);_(@_)</c:formatCode>
                <c:ptCount val="8"/>
                <c:pt idx="0">
                  <c:v>1658.59</c:v>
                </c:pt>
                <c:pt idx="1">
                  <c:v>1944.29</c:v>
                </c:pt>
                <c:pt idx="2">
                  <c:v>1777.57</c:v>
                </c:pt>
                <c:pt idx="3">
                  <c:v>1639.58</c:v>
                </c:pt>
                <c:pt idx="4">
                  <c:v>2003.24</c:v>
                </c:pt>
                <c:pt idx="5">
                  <c:v>2696.15</c:v>
                </c:pt>
                <c:pt idx="6">
                  <c:v>2231.64</c:v>
                </c:pt>
                <c:pt idx="7">
                  <c:v>2459.36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E7-4C05-BECC-CECFE428B9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25071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OP_YoY!$N$14:$U$14</c:f>
              <c:numCache>
                <c:formatCode>#,##0.0_ ;[Red]\-#,##0.0\ </c:formatCode>
                <c:ptCount val="8"/>
                <c:pt idx="0">
                  <c:v>4.9880047348065215</c:v>
                </c:pt>
                <c:pt idx="1">
                  <c:v>9.8891099405421325</c:v>
                </c:pt>
                <c:pt idx="2">
                  <c:v>55.247644084227801</c:v>
                </c:pt>
                <c:pt idx="3">
                  <c:v>11.319473677063675</c:v>
                </c:pt>
                <c:pt idx="4">
                  <c:v>20.779698418536231</c:v>
                </c:pt>
                <c:pt idx="5">
                  <c:v>38.670157229631393</c:v>
                </c:pt>
                <c:pt idx="6">
                  <c:v>25.544423004438642</c:v>
                </c:pt>
                <c:pt idx="7">
                  <c:v>49.9993900877054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8E7-4C05-BECC-CECFE428B9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2507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 altLang="ko-KR"/>
                  <a:t>(</a:t>
                </a:r>
                <a:r>
                  <a:rPr lang="ko-KR" altLang="en-US"/>
                  <a:t>십억원</a:t>
                </a:r>
                <a:r>
                  <a:rPr lang="en-US" altLang="ko-KR"/>
                  <a:t>)</a:t>
                </a:r>
                <a:endParaRPr lang="ko-KR" altLang="en-US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25071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23809523809528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6418501241472422"/>
          <c:y val="4.9725525928471334E-2"/>
          <c:w val="0.60201171218732208"/>
          <c:h val="0.11878875638468152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440686756750272E-2"/>
          <c:y val="0.12936645286085896"/>
          <c:w val="0.95103554309487204"/>
          <c:h val="0.8706335471391411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OP_YoY!$B$15</c:f>
              <c:strCache>
                <c:ptCount val="1"/>
                <c:pt idx="0">
                  <c:v>KSE 조선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7ED-4B49-9035-209CD574868D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OP_YoY!$AH$15:$AO$15</c:f>
              <c:numCache>
                <c:formatCode>_(* #,##0_);_(* \(#,##0\);_(* "-"_);_(@_)</c:formatCode>
                <c:ptCount val="8"/>
                <c:pt idx="0">
                  <c:v>1923.01</c:v>
                </c:pt>
                <c:pt idx="1">
                  <c:v>2299.38</c:v>
                </c:pt>
                <c:pt idx="2">
                  <c:v>2599.1999999999998</c:v>
                </c:pt>
                <c:pt idx="3">
                  <c:v>4471.04</c:v>
                </c:pt>
                <c:pt idx="4">
                  <c:v>6143.99</c:v>
                </c:pt>
                <c:pt idx="5">
                  <c:v>8233.1299999999992</c:v>
                </c:pt>
                <c:pt idx="6">
                  <c:v>7008.09</c:v>
                </c:pt>
                <c:pt idx="7">
                  <c:v>7279.29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ED-4B49-9035-209CD57486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38991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OP_YoY!$N$15:$U$15</c:f>
              <c:numCache>
                <c:formatCode>#,##0.0_ ;[Red]\-#,##0.0\ </c:formatCode>
                <c:ptCount val="8"/>
                <c:pt idx="0">
                  <c:v>464.69430903858574</c:v>
                </c:pt>
                <c:pt idx="1">
                  <c:v>168.39967316446831</c:v>
                </c:pt>
                <c:pt idx="2">
                  <c:v>186.73550436854646</c:v>
                </c:pt>
                <c:pt idx="3">
                  <c:v>240.43538181568991</c:v>
                </c:pt>
                <c:pt idx="4">
                  <c:v>219.49859855122958</c:v>
                </c:pt>
                <c:pt idx="5">
                  <c:v>258.05869408275271</c:v>
                </c:pt>
                <c:pt idx="6">
                  <c:v>169.62488457987075</c:v>
                </c:pt>
                <c:pt idx="7">
                  <c:v>62.809771328371035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7ED-4B49-9035-209CD57486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389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</a:t>
                </a:r>
                <a:r>
                  <a:rPr lang="ko-KR"/>
                  <a:t>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38991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58600237247921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6418501241472422"/>
          <c:y val="8.8157456890891259E-2"/>
          <c:w val="0.66171535306540363"/>
          <c:h val="0.12948126480849653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96833787990438E-2"/>
          <c:y val="0.12666666666666668"/>
          <c:w val="0.95737074044634807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OP_YoY!$B$16</c:f>
              <c:strCache>
                <c:ptCount val="1"/>
                <c:pt idx="0">
                  <c:v>KSE 상사,자본재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78B-4096-9A6C-3EBB814D0010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OP_YoY!$AH$16:$AO$16</c:f>
              <c:numCache>
                <c:formatCode>_(* #,##0_);_(* \(#,##0\);_(* "-"_);_(@_)</c:formatCode>
                <c:ptCount val="8"/>
                <c:pt idx="0">
                  <c:v>6444.39</c:v>
                </c:pt>
                <c:pt idx="1">
                  <c:v>6822.94</c:v>
                </c:pt>
                <c:pt idx="2">
                  <c:v>8470.2099999999991</c:v>
                </c:pt>
                <c:pt idx="3">
                  <c:v>6421</c:v>
                </c:pt>
                <c:pt idx="4">
                  <c:v>13678.06</c:v>
                </c:pt>
                <c:pt idx="5">
                  <c:v>8478.7900000000009</c:v>
                </c:pt>
                <c:pt idx="6">
                  <c:v>7435.72</c:v>
                </c:pt>
                <c:pt idx="7">
                  <c:v>7144.12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8B-4096-9A6C-3EBB814D00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34815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OP_YoY!$N$16:$U$16</c:f>
              <c:numCache>
                <c:formatCode>#,##0.0_ ;[Red]\-#,##0.0\ </c:formatCode>
                <c:ptCount val="8"/>
                <c:pt idx="0">
                  <c:v>39.409600162677961</c:v>
                </c:pt>
                <c:pt idx="1">
                  <c:v>40.87931102122397</c:v>
                </c:pt>
                <c:pt idx="2">
                  <c:v>77.864876442622659</c:v>
                </c:pt>
                <c:pt idx="3">
                  <c:v>17.349484345787143</c:v>
                </c:pt>
                <c:pt idx="4">
                  <c:v>112.24755174655785</c:v>
                </c:pt>
                <c:pt idx="5">
                  <c:v>24.268863569077283</c:v>
                </c:pt>
                <c:pt idx="6">
                  <c:v>-12.213274523299884</c:v>
                </c:pt>
                <c:pt idx="7">
                  <c:v>11.261797227846127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78B-4096-9A6C-3EBB814D00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3481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</a:t>
                </a:r>
                <a:r>
                  <a:rPr lang="ko-KR"/>
                  <a:t>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34815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58595335157576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6625826366703636"/>
          <c:y val="2.7625292182484076E-2"/>
          <c:w val="0.63525545520539273"/>
          <c:h val="0.11326369794818471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8490566037736E-2"/>
          <c:y val="0.12666666666666668"/>
          <c:w val="0.95688679245283015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OP_YoY!$B$17</c:f>
              <c:strCache>
                <c:ptCount val="1"/>
                <c:pt idx="0">
                  <c:v>KSE 운송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0D6-47B7-8B79-E736FBB1C3F8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OP_YoY!$AH$17:$AO$17</c:f>
              <c:numCache>
                <c:formatCode>_(* #,##0_);_(* \(#,##0\);_(* "-"_);_(@_)</c:formatCode>
                <c:ptCount val="8"/>
                <c:pt idx="0">
                  <c:v>2103.33</c:v>
                </c:pt>
                <c:pt idx="1">
                  <c:v>1465.06</c:v>
                </c:pt>
                <c:pt idx="2">
                  <c:v>1103.6300000000001</c:v>
                </c:pt>
                <c:pt idx="3">
                  <c:v>1254.5</c:v>
                </c:pt>
                <c:pt idx="4">
                  <c:v>1959.68</c:v>
                </c:pt>
                <c:pt idx="5">
                  <c:v>570.57000000000005</c:v>
                </c:pt>
                <c:pt idx="6">
                  <c:v>1976.53</c:v>
                </c:pt>
                <c:pt idx="7">
                  <c:v>1704.43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D6-47B7-8B79-E736FBB1C3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35279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OP_YoY!$N$17:$U$17</c:f>
              <c:numCache>
                <c:formatCode>#,##0.0_ ;[Red]\-#,##0.0\ </c:formatCode>
                <c:ptCount val="8"/>
                <c:pt idx="0">
                  <c:v>-5.8154218162278299</c:v>
                </c:pt>
                <c:pt idx="1">
                  <c:v>-30.74574091931855</c:v>
                </c:pt>
                <c:pt idx="2">
                  <c:v>-68.400452391519082</c:v>
                </c:pt>
                <c:pt idx="3">
                  <c:v>-46.588610963278335</c:v>
                </c:pt>
                <c:pt idx="4">
                  <c:v>-6.8296463227358455</c:v>
                </c:pt>
                <c:pt idx="5">
                  <c:v>-61.054837344545611</c:v>
                </c:pt>
                <c:pt idx="6">
                  <c:v>79.093536783160999</c:v>
                </c:pt>
                <c:pt idx="7">
                  <c:v>35.865284974093271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0D6-47B7-8B79-E736FBB1C3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3527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</a:t>
                </a:r>
                <a:r>
                  <a:rPr lang="ko-KR"/>
                  <a:t>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35279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23816329008699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8159857433749799"/>
          <c:y val="2.4862762964235667E-2"/>
          <c:w val="0.53235746449622701"/>
          <c:h val="9.1163464202197439E-2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8490566037736E-2"/>
          <c:y val="0.12666666666666668"/>
          <c:w val="0.95688679245283015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OP_YoY!$B$18</c:f>
              <c:strCache>
                <c:ptCount val="1"/>
                <c:pt idx="0">
                  <c:v>KSE 자동차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0047-4145-8119-77D6DF9EF9E3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OP_YoY!$AH$18:$AO$18</c:f>
              <c:numCache>
                <c:formatCode>_(* #,##0_);_(* \(#,##0\);_(* "-"_);_(@_)</c:formatCode>
                <c:ptCount val="8"/>
                <c:pt idx="0">
                  <c:v>9266.1200000000008</c:v>
                </c:pt>
                <c:pt idx="1">
                  <c:v>9151.26</c:v>
                </c:pt>
                <c:pt idx="2">
                  <c:v>6825.03</c:v>
                </c:pt>
                <c:pt idx="3">
                  <c:v>6308.79</c:v>
                </c:pt>
                <c:pt idx="4">
                  <c:v>7593.97</c:v>
                </c:pt>
                <c:pt idx="5">
                  <c:v>8688.8700000000008</c:v>
                </c:pt>
                <c:pt idx="6">
                  <c:v>7735.44</c:v>
                </c:pt>
                <c:pt idx="7">
                  <c:v>7982.74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047-4145-8119-77D6DF9EF9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46879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OP_YoY!$N$18:$U$18</c:f>
              <c:numCache>
                <c:formatCode>#,##0.0_ ;[Red]\-#,##0.0\ </c:formatCode>
                <c:ptCount val="8"/>
                <c:pt idx="0">
                  <c:v>-1.2448150469150252</c:v>
                </c:pt>
                <c:pt idx="1">
                  <c:v>-15.343556080178494</c:v>
                </c:pt>
                <c:pt idx="2">
                  <c:v>-25.242590833960417</c:v>
                </c:pt>
                <c:pt idx="3">
                  <c:v>-20.170192843042976</c:v>
                </c:pt>
                <c:pt idx="4">
                  <c:v>-18.045848747911752</c:v>
                </c:pt>
                <c:pt idx="5">
                  <c:v>-5.0527468348620781</c:v>
                </c:pt>
                <c:pt idx="6">
                  <c:v>13.339282025133953</c:v>
                </c:pt>
                <c:pt idx="7">
                  <c:v>26.533614211282984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047-4145-8119-77D6DF9EF9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4687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</a:t>
                </a:r>
                <a:r>
                  <a:rPr lang="ko-KR"/>
                  <a:t>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46879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58600237247921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0422159811963475"/>
          <c:y val="4.1437938273726112E-2"/>
          <c:w val="0.78414345251915663"/>
          <c:h val="0.11326369794818471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616035250744648E-2"/>
          <c:y val="0.12666666666666668"/>
          <c:w val="0.9581497821932119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OP_YoY!$B$19</c:f>
              <c:strCache>
                <c:ptCount val="1"/>
                <c:pt idx="0">
                  <c:v>KSE 화장품,의류,완구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BE1-45A1-B4A1-CFEAE61360FE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OP_YoY!$AH$19:$AO$19</c:f>
              <c:numCache>
                <c:formatCode>_(* #,##0_);_(* \(#,##0\);_(* "-"_);_(@_)</c:formatCode>
                <c:ptCount val="8"/>
                <c:pt idx="0">
                  <c:v>1831.57</c:v>
                </c:pt>
                <c:pt idx="1">
                  <c:v>1784.54</c:v>
                </c:pt>
                <c:pt idx="2">
                  <c:v>1838.2</c:v>
                </c:pt>
                <c:pt idx="3">
                  <c:v>1526.45</c:v>
                </c:pt>
                <c:pt idx="4">
                  <c:v>2201.5500000000002</c:v>
                </c:pt>
                <c:pt idx="5">
                  <c:v>2366.14</c:v>
                </c:pt>
                <c:pt idx="6">
                  <c:v>1608.33</c:v>
                </c:pt>
                <c:pt idx="7">
                  <c:v>1328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E1-45A1-B4A1-CFEAE61360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45487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OP_YoY!$N$19:$U$19</c:f>
              <c:numCache>
                <c:formatCode>#,##0.0_ ;[Red]\-#,##0.0\ </c:formatCode>
                <c:ptCount val="8"/>
                <c:pt idx="0">
                  <c:v>8.644999792387134</c:v>
                </c:pt>
                <c:pt idx="1">
                  <c:v>2.7298056553375747</c:v>
                </c:pt>
                <c:pt idx="2">
                  <c:v>20.103756264251789</c:v>
                </c:pt>
                <c:pt idx="3">
                  <c:v>21.188183268893361</c:v>
                </c:pt>
                <c:pt idx="4">
                  <c:v>20.200156150188104</c:v>
                </c:pt>
                <c:pt idx="5">
                  <c:v>32.591031862552811</c:v>
                </c:pt>
                <c:pt idx="6">
                  <c:v>-12.505168099227513</c:v>
                </c:pt>
                <c:pt idx="7">
                  <c:v>-13.000753382030203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BE1-45A1-B4A1-CFEAE61360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454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</a:t>
                </a:r>
                <a:r>
                  <a:rPr lang="ko-KR"/>
                  <a:t>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45487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23809523809528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2469269195341712"/>
          <c:y val="2.2100233745987258E-2"/>
          <c:w val="0.61348804441081217"/>
          <c:h val="0.12983887325767515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96833787990438E-2"/>
          <c:y val="0.12666666666666668"/>
          <c:w val="0.95737074044634807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OP_YoY!$B$20</c:f>
              <c:strCache>
                <c:ptCount val="1"/>
                <c:pt idx="0">
                  <c:v>KSE 호텔,레저서비스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60B-4AAF-BD0F-FA789E960163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OP_YoY!$AG$20:$AN$20</c:f>
              <c:numCache>
                <c:formatCode>_(* #,##0_);_(* \(#,##0\);_(* "-"_);_(@_)</c:formatCode>
                <c:ptCount val="8"/>
                <c:pt idx="0">
                  <c:v>82.45</c:v>
                </c:pt>
                <c:pt idx="1">
                  <c:v>195.73</c:v>
                </c:pt>
                <c:pt idx="2">
                  <c:v>173.81</c:v>
                </c:pt>
                <c:pt idx="3">
                  <c:v>200.64</c:v>
                </c:pt>
                <c:pt idx="4">
                  <c:v>107.16</c:v>
                </c:pt>
                <c:pt idx="5">
                  <c:v>200.26</c:v>
                </c:pt>
                <c:pt idx="6">
                  <c:v>184.64</c:v>
                </c:pt>
                <c:pt idx="7">
                  <c:v>240.76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0B-4AAF-BD0F-FA789E9601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52911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OP_YoY!$N$20:$U$20</c:f>
              <c:numCache>
                <c:formatCode>#,##0.0_ ;[Red]\-#,##0.0\ </c:formatCode>
                <c:ptCount val="8"/>
                <c:pt idx="0">
                  <c:v>45.308092056421685</c:v>
                </c:pt>
                <c:pt idx="1">
                  <c:v>25.187265917602996</c:v>
                </c:pt>
                <c:pt idx="2">
                  <c:v>6.6439885191878396</c:v>
                </c:pt>
                <c:pt idx="3">
                  <c:v>29.969678593086712</c:v>
                </c:pt>
                <c:pt idx="4">
                  <c:v>2.3144127113881372</c:v>
                </c:pt>
                <c:pt idx="5">
                  <c:v>6.2309418330360646</c:v>
                </c:pt>
                <c:pt idx="6">
                  <c:v>19.996012759170657</c:v>
                </c:pt>
                <c:pt idx="7">
                  <c:v>68.579693915640178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60B-4AAF-BD0F-FA789E9601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529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 altLang="ko-KR"/>
                  <a:t>(</a:t>
                </a:r>
                <a:r>
                  <a:rPr lang="ko-KR" altLang="en-US"/>
                  <a:t>십</a:t>
                </a:r>
                <a:r>
                  <a:rPr lang="ko-KR"/>
                  <a:t>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52911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58595335157576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563323971794521"/>
          <c:y val="5.2488055146719739E-2"/>
          <c:w val="0.60051492249884775"/>
          <c:h val="9.6688522638694263E-2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8490566037736E-2"/>
          <c:y val="0.12666666666666668"/>
          <c:w val="0.95688679245283015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OP_YoY!$B$21</c:f>
              <c:strCache>
                <c:ptCount val="1"/>
                <c:pt idx="0">
                  <c:v>KSE 미디어,교육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0AE6-4B68-B599-F41D66E507EF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OP_YoY!$AH$21:$AO$21</c:f>
              <c:numCache>
                <c:formatCode>_(* #,##0_);_(* \(#,##0\);_(* "-"_);_(@_)</c:formatCode>
                <c:ptCount val="8"/>
                <c:pt idx="0">
                  <c:v>98.56</c:v>
                </c:pt>
                <c:pt idx="1">
                  <c:v>248.46</c:v>
                </c:pt>
                <c:pt idx="2">
                  <c:v>210.46</c:v>
                </c:pt>
                <c:pt idx="3">
                  <c:v>270.7</c:v>
                </c:pt>
                <c:pt idx="4">
                  <c:v>-68.540000000000006</c:v>
                </c:pt>
                <c:pt idx="5">
                  <c:v>341.18</c:v>
                </c:pt>
                <c:pt idx="6">
                  <c:v>379.07</c:v>
                </c:pt>
                <c:pt idx="7">
                  <c:v>345.97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E6-4B68-B599-F41D66E507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51519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OP_YoY!$N$21:$U$21</c:f>
              <c:numCache>
                <c:formatCode>#,##0.0_ ;[Red]\-#,##0.0\ </c:formatCode>
                <c:ptCount val="8"/>
                <c:pt idx="0">
                  <c:v>30.941942340906081</c:v>
                </c:pt>
                <c:pt idx="1">
                  <c:v>17.308781869688382</c:v>
                </c:pt>
                <c:pt idx="2">
                  <c:v>32.0243397528386</c:v>
                </c:pt>
                <c:pt idx="3">
                  <c:v>13.553420864969171</c:v>
                </c:pt>
                <c:pt idx="4">
                  <c:v>0</c:v>
                </c:pt>
                <c:pt idx="5">
                  <c:v>37.317878129276338</c:v>
                </c:pt>
                <c:pt idx="6">
                  <c:v>80.114986220659503</c:v>
                </c:pt>
                <c:pt idx="7">
                  <c:v>27.805688954562264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AE6-4B68-B599-F41D66E507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515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51519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23809523809528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471373765050322"/>
          <c:y val="4.1323807917605281E-2"/>
          <c:w val="0.72820532100795599"/>
          <c:h val="0.11846158269713512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8490566037736E-2"/>
          <c:y val="0.12666666666666668"/>
          <c:w val="0.95688679245283015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OP_YoY!$B$22</c:f>
              <c:strCache>
                <c:ptCount val="1"/>
                <c:pt idx="0">
                  <c:v>KSE 소매(유통)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B14-4B11-91C0-8DA9AB0F4520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OP_YoY!$AH$22:$AO$22</c:f>
              <c:numCache>
                <c:formatCode>_(* #,##0_);_(* \(#,##0\);_(* "-"_);_(@_)</c:formatCode>
                <c:ptCount val="8"/>
                <c:pt idx="0">
                  <c:v>674.2</c:v>
                </c:pt>
                <c:pt idx="1">
                  <c:v>434.59</c:v>
                </c:pt>
                <c:pt idx="2">
                  <c:v>727.36</c:v>
                </c:pt>
                <c:pt idx="3">
                  <c:v>645.12</c:v>
                </c:pt>
                <c:pt idx="4">
                  <c:v>920.05</c:v>
                </c:pt>
                <c:pt idx="5">
                  <c:v>616.82000000000005</c:v>
                </c:pt>
                <c:pt idx="6">
                  <c:v>941.32</c:v>
                </c:pt>
                <c:pt idx="7">
                  <c:v>922.15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14-4B11-91C0-8DA9AB0F45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54303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OP_YoY!$N$22:$U$22</c:f>
              <c:numCache>
                <c:formatCode>#,##0.0_ ;[Red]\-#,##0.0\ </c:formatCode>
                <c:ptCount val="8"/>
                <c:pt idx="0">
                  <c:v>18.419897071996907</c:v>
                </c:pt>
                <c:pt idx="1">
                  <c:v>-0.4922837386087911</c:v>
                </c:pt>
                <c:pt idx="2">
                  <c:v>16.995335370757594</c:v>
                </c:pt>
                <c:pt idx="3">
                  <c:v>85.571280635139814</c:v>
                </c:pt>
                <c:pt idx="4">
                  <c:v>36.465440522100252</c:v>
                </c:pt>
                <c:pt idx="5">
                  <c:v>41.931475643710179</c:v>
                </c:pt>
                <c:pt idx="6">
                  <c:v>29.415970083589976</c:v>
                </c:pt>
                <c:pt idx="7">
                  <c:v>42.942398313492056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B14-4B11-91C0-8DA9AB0F45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5430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54303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23816329008699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6625826366703636"/>
          <c:y val="8.2647615835210561E-2"/>
          <c:w val="0.63525545520539273"/>
          <c:h val="9.6422218474412319E-2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8490566037736E-2"/>
          <c:y val="0.12666666666666668"/>
          <c:w val="0.95688679245283015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OP_YoY!$B$23</c:f>
              <c:strCache>
                <c:ptCount val="1"/>
                <c:pt idx="0">
                  <c:v>KSE 필수소비재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40CF-4408-99A0-7FE8C2F7D2C2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OP_YoY!$AH$23:$AO$23</c:f>
              <c:numCache>
                <c:formatCode>_(* #,##0_);_(* \(#,##0\);_(* "-"_);_(@_)</c:formatCode>
                <c:ptCount val="8"/>
                <c:pt idx="0">
                  <c:v>1884.38</c:v>
                </c:pt>
                <c:pt idx="1">
                  <c:v>1988.82</c:v>
                </c:pt>
                <c:pt idx="2">
                  <c:v>2407.06</c:v>
                </c:pt>
                <c:pt idx="3">
                  <c:v>1299.57</c:v>
                </c:pt>
                <c:pt idx="4">
                  <c:v>2071.0300000000002</c:v>
                </c:pt>
                <c:pt idx="5">
                  <c:v>2156.4</c:v>
                </c:pt>
                <c:pt idx="6">
                  <c:v>1953.92</c:v>
                </c:pt>
                <c:pt idx="7">
                  <c:v>1425.31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CF-4408-99A0-7FE8C2F7D2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62655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OP_YoY!$N$23:$U$23</c:f>
              <c:numCache>
                <c:formatCode>#,##0.0_ ;[Red]\-#,##0.0\ </c:formatCode>
                <c:ptCount val="8"/>
                <c:pt idx="0">
                  <c:v>-2.5248423590024749</c:v>
                </c:pt>
                <c:pt idx="1">
                  <c:v>-0.13858343626668229</c:v>
                </c:pt>
                <c:pt idx="2">
                  <c:v>0.62623323634661132</c:v>
                </c:pt>
                <c:pt idx="3">
                  <c:v>-6.133666548693026</c:v>
                </c:pt>
                <c:pt idx="4">
                  <c:v>9.9051146796293779</c:v>
                </c:pt>
                <c:pt idx="5">
                  <c:v>8.4261019096750918</c:v>
                </c:pt>
                <c:pt idx="6">
                  <c:v>-18.825455119523397</c:v>
                </c:pt>
                <c:pt idx="7">
                  <c:v>9.6755080526635737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0CF-4408-99A0-7FE8C2F7D2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626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62655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23809523809528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770636225738523"/>
          <c:y val="4.1323807917605281E-2"/>
          <c:w val="0.64341429047963228"/>
          <c:h val="9.0912377418731607E-2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96833787990438E-2"/>
          <c:y val="0.12666666666666668"/>
          <c:w val="0.95737074044634807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OP_YoY!$B$24</c:f>
              <c:strCache>
                <c:ptCount val="1"/>
                <c:pt idx="0">
                  <c:v>KSE 건강관리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46E4-487C-B709-238463A357C2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OP_YoY!$AH$24:$AO$24</c:f>
              <c:numCache>
                <c:formatCode>_(* #,##0_);_(* \(#,##0\);_(* "-"_);_(@_)</c:formatCode>
                <c:ptCount val="8"/>
                <c:pt idx="0">
                  <c:v>941.85</c:v>
                </c:pt>
                <c:pt idx="1">
                  <c:v>1237.8499999999999</c:v>
                </c:pt>
                <c:pt idx="2">
                  <c:v>1745.6</c:v>
                </c:pt>
                <c:pt idx="3">
                  <c:v>1053.02</c:v>
                </c:pt>
                <c:pt idx="4">
                  <c:v>1491.91</c:v>
                </c:pt>
                <c:pt idx="5">
                  <c:v>1772.9</c:v>
                </c:pt>
                <c:pt idx="6">
                  <c:v>1628.06</c:v>
                </c:pt>
                <c:pt idx="7">
                  <c:v>1640.3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E4-487C-B709-238463A357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74719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OP_YoY!$N$24:$U$24</c:f>
              <c:numCache>
                <c:formatCode>#,##0.0_ ;[Red]\-#,##0.0\ </c:formatCode>
                <c:ptCount val="8"/>
                <c:pt idx="0">
                  <c:v>62.747097041747303</c:v>
                </c:pt>
                <c:pt idx="1">
                  <c:v>45.835296889726671</c:v>
                </c:pt>
                <c:pt idx="2">
                  <c:v>65.505209962928177</c:v>
                </c:pt>
                <c:pt idx="3">
                  <c:v>58.678159187486813</c:v>
                </c:pt>
                <c:pt idx="4">
                  <c:v>58.402081010776662</c:v>
                </c:pt>
                <c:pt idx="5">
                  <c:v>43.22413862745892</c:v>
                </c:pt>
                <c:pt idx="6">
                  <c:v>-6.7335013748854244</c:v>
                </c:pt>
                <c:pt idx="7">
                  <c:v>55.771020493437916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6E4-487C-B709-238463A357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747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74719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58595335157576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6625826366703636"/>
          <c:y val="2.7625292182484076E-2"/>
          <c:w val="0.66503305466814544"/>
          <c:h val="0.16298922387665604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8490566037736E-2"/>
          <c:y val="0.12666666666666668"/>
          <c:w val="0.95688679245283015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OP_YoY!$B$25</c:f>
              <c:strCache>
                <c:ptCount val="1"/>
                <c:pt idx="0">
                  <c:v>KSE 은행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C5E9-433F-A84B-5536E15A02F6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OP_YoY!$AG$25:$AN$25</c:f>
              <c:numCache>
                <c:formatCode>_(* #,##0_);_(* \(#,##0\);_(* "-"_);_(@_)</c:formatCode>
                <c:ptCount val="8"/>
                <c:pt idx="0">
                  <c:v>4083.63</c:v>
                </c:pt>
                <c:pt idx="1">
                  <c:v>8695.09</c:v>
                </c:pt>
                <c:pt idx="2">
                  <c:v>8818.68</c:v>
                </c:pt>
                <c:pt idx="3">
                  <c:v>8929.35</c:v>
                </c:pt>
                <c:pt idx="4">
                  <c:v>5791.81</c:v>
                </c:pt>
                <c:pt idx="5">
                  <c:v>9379.9</c:v>
                </c:pt>
                <c:pt idx="6">
                  <c:v>10166.89</c:v>
                </c:pt>
                <c:pt idx="7">
                  <c:v>9886.82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E9-433F-A84B-5536E15A0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67759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OP_YoY!$N$25:$U$25</c:f>
              <c:numCache>
                <c:formatCode>#,##0.0_ ;[Red]\-#,##0.0\ </c:formatCode>
                <c:ptCount val="8"/>
                <c:pt idx="0">
                  <c:v>-6.4624675795491067</c:v>
                </c:pt>
                <c:pt idx="1">
                  <c:v>2.2391641566788794</c:v>
                </c:pt>
                <c:pt idx="2">
                  <c:v>0.14883222223219661</c:v>
                </c:pt>
                <c:pt idx="3">
                  <c:v>41.829940518607231</c:v>
                </c:pt>
                <c:pt idx="4">
                  <c:v>7.8758241720327167</c:v>
                </c:pt>
                <c:pt idx="5">
                  <c:v>15.288115681711991</c:v>
                </c:pt>
                <c:pt idx="6">
                  <c:v>10.722728978033109</c:v>
                </c:pt>
                <c:pt idx="7">
                  <c:v>5.5291869035759076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5E9-433F-A84B-5536E15A0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6775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67759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58600237247921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6129533042324423"/>
          <c:y val="2.2100233745987258E-2"/>
          <c:w val="0.6054778557426399"/>
          <c:h val="0.11878875638468152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8490566037736E-2"/>
          <c:y val="0.12666666666666668"/>
          <c:w val="0.95688679245283015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OP_YoY!$B$26</c:f>
              <c:strCache>
                <c:ptCount val="1"/>
                <c:pt idx="0">
                  <c:v>KSE 증권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F748-4483-85A1-F7B82D80E7D4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OP_YoY!$AH$26:$AO$26</c:f>
              <c:numCache>
                <c:formatCode>_(* #,##0_);_(* \(#,##0\);_(* "-"_);_(@_)</c:formatCode>
                <c:ptCount val="8"/>
                <c:pt idx="0">
                  <c:v>3218.97</c:v>
                </c:pt>
                <c:pt idx="1">
                  <c:v>4037</c:v>
                </c:pt>
                <c:pt idx="2">
                  <c:v>3929.49</c:v>
                </c:pt>
                <c:pt idx="3">
                  <c:v>3166.51</c:v>
                </c:pt>
                <c:pt idx="4">
                  <c:v>6461.63</c:v>
                </c:pt>
                <c:pt idx="5">
                  <c:v>8811.0300000000007</c:v>
                </c:pt>
                <c:pt idx="6">
                  <c:v>3293.72</c:v>
                </c:pt>
                <c:pt idx="7">
                  <c:v>3078.06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48-4483-85A1-F7B82D80E7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76575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OP_YoY!$N$26:$U$26</c:f>
              <c:numCache>
                <c:formatCode>#,##0.0_ ;[Red]\-#,##0.0\ </c:formatCode>
                <c:ptCount val="8"/>
                <c:pt idx="0">
                  <c:v>5.6983742854046868</c:v>
                </c:pt>
                <c:pt idx="1">
                  <c:v>37.698386981243416</c:v>
                </c:pt>
                <c:pt idx="2">
                  <c:v>36.173007214987216</c:v>
                </c:pt>
                <c:pt idx="3">
                  <c:v>98.952619707336709</c:v>
                </c:pt>
                <c:pt idx="4">
                  <c:v>100.7359496981954</c:v>
                </c:pt>
                <c:pt idx="5">
                  <c:v>118.25687391627449</c:v>
                </c:pt>
                <c:pt idx="6">
                  <c:v>-16.17945331327984</c:v>
                </c:pt>
                <c:pt idx="7">
                  <c:v>-2.7932960893854832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748-4483-85A1-F7B82D80E7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7657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십억원</a:t>
                </a:r>
                <a:r>
                  <a:rPr lang="en-US" altLang="ko-KR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76575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58600237247921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4925910219520383"/>
          <c:y val="2.2100233745987258E-2"/>
          <c:w val="0.62191292581334934"/>
          <c:h val="0.16298922387665604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8490566037736E-2"/>
          <c:y val="0.12666666666666668"/>
          <c:w val="0.95688679245283015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OP_YoY!$B$27</c:f>
              <c:strCache>
                <c:ptCount val="1"/>
                <c:pt idx="0">
                  <c:v>KSE 보험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0F6-4856-A6EF-E70075C0A359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OP_YoY!$AH$27:$AO$27</c:f>
              <c:numCache>
                <c:formatCode>_(* #,##0_);_(* \(#,##0\);_(* "-"_);_(@_)</c:formatCode>
                <c:ptCount val="8"/>
                <c:pt idx="0">
                  <c:v>3407.87</c:v>
                </c:pt>
                <c:pt idx="1">
                  <c:v>3674.99</c:v>
                </c:pt>
                <c:pt idx="2">
                  <c:v>3496.46</c:v>
                </c:pt>
                <c:pt idx="3">
                  <c:v>1403.59</c:v>
                </c:pt>
                <c:pt idx="4">
                  <c:v>4042.64</c:v>
                </c:pt>
                <c:pt idx="5">
                  <c:v>4399.3100000000004</c:v>
                </c:pt>
                <c:pt idx="6">
                  <c:v>2986.6</c:v>
                </c:pt>
                <c:pt idx="7">
                  <c:v>2355.62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F6-4856-A6EF-E70075C0A3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68687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OP_YoY!$N$27:$U$27</c:f>
              <c:numCache>
                <c:formatCode>#,##0.0_ ;[Red]\-#,##0.0\ </c:formatCode>
                <c:ptCount val="8"/>
                <c:pt idx="0">
                  <c:v>-11.2251809168538</c:v>
                </c:pt>
                <c:pt idx="1">
                  <c:v>-3.8393707545293747</c:v>
                </c:pt>
                <c:pt idx="2">
                  <c:v>11.278161987721544</c:v>
                </c:pt>
                <c:pt idx="3">
                  <c:v>99.215112978312717</c:v>
                </c:pt>
                <c:pt idx="4">
                  <c:v>18.626590803052935</c:v>
                </c:pt>
                <c:pt idx="5">
                  <c:v>19.709441386235081</c:v>
                </c:pt>
                <c:pt idx="6">
                  <c:v>-14.582177402286888</c:v>
                </c:pt>
                <c:pt idx="7">
                  <c:v>67.828211942233835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0F6-4856-A6EF-E70075C0A3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686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68687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23809523809528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5711279186130556"/>
          <c:y val="2.2100233745987258E-2"/>
          <c:w val="0.5935372136982654"/>
          <c:h val="0.16298922387665604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96833787990438E-2"/>
          <c:y val="0.12666666666666668"/>
          <c:w val="0.95737074044634807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OP_YoY!$B$28</c:f>
              <c:strCache>
                <c:ptCount val="1"/>
                <c:pt idx="0">
                  <c:v>KSE 소프트웨어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2611-4B09-8ED5-71612C7382C0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OP_YoY!$AH$28:$AO$28</c:f>
              <c:numCache>
                <c:formatCode>_(* #,##0_);_(* \(#,##0\);_(* "-"_);_(@_)</c:formatCode>
                <c:ptCount val="8"/>
                <c:pt idx="0">
                  <c:v>1736.79</c:v>
                </c:pt>
                <c:pt idx="1">
                  <c:v>1854</c:v>
                </c:pt>
                <c:pt idx="2">
                  <c:v>1904.08</c:v>
                </c:pt>
                <c:pt idx="3">
                  <c:v>1795.72</c:v>
                </c:pt>
                <c:pt idx="4">
                  <c:v>1953.82</c:v>
                </c:pt>
                <c:pt idx="5">
                  <c:v>2318.5700000000002</c:v>
                </c:pt>
                <c:pt idx="6">
                  <c:v>1939.5</c:v>
                </c:pt>
                <c:pt idx="7">
                  <c:v>2025.4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11-4B09-8ED5-71612C7382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69615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OP_YoY!$N$28:$U$28</c:f>
              <c:numCache>
                <c:formatCode>#,##0.0_ ;[Red]\-#,##0.0\ </c:formatCode>
                <c:ptCount val="8"/>
                <c:pt idx="0">
                  <c:v>29.920482342292477</c:v>
                </c:pt>
                <c:pt idx="1">
                  <c:v>18.067363353265961</c:v>
                </c:pt>
                <c:pt idx="2">
                  <c:v>32.831052139578354</c:v>
                </c:pt>
                <c:pt idx="3">
                  <c:v>38.027194674824557</c:v>
                </c:pt>
                <c:pt idx="4">
                  <c:v>12.496041547913103</c:v>
                </c:pt>
                <c:pt idx="5">
                  <c:v>25.057713052858695</c:v>
                </c:pt>
                <c:pt idx="6">
                  <c:v>1.8602159573127219</c:v>
                </c:pt>
                <c:pt idx="7">
                  <c:v>12.790412759227499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611-4B09-8ED5-71612C7382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6961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69615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93144208037823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6377679704514031"/>
          <c:y val="8.8400934983949034E-2"/>
          <c:w val="0.69481065413089826"/>
          <c:h val="0.12983887325767515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8490566037736E-2"/>
          <c:y val="0.12666666666666668"/>
          <c:w val="0.95688679245283015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OP_YoY!$B$29</c:f>
              <c:strCache>
                <c:ptCount val="1"/>
                <c:pt idx="0">
                  <c:v>KSE IT하드웨어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A34B-4335-93F6-C21FD6AD440E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OP_YoY!$AH$29:$AO$29</c:f>
              <c:numCache>
                <c:formatCode>_(* #,##0_);_(* \(#,##0\);_(* "-"_);_(@_)</c:formatCode>
                <c:ptCount val="8"/>
                <c:pt idx="0">
                  <c:v>272.82</c:v>
                </c:pt>
                <c:pt idx="1">
                  <c:v>207.19</c:v>
                </c:pt>
                <c:pt idx="2">
                  <c:v>646.54999999999995</c:v>
                </c:pt>
                <c:pt idx="3">
                  <c:v>638.35</c:v>
                </c:pt>
                <c:pt idx="4">
                  <c:v>897.13</c:v>
                </c:pt>
                <c:pt idx="5">
                  <c:v>921.2</c:v>
                </c:pt>
                <c:pt idx="6">
                  <c:v>1049.17</c:v>
                </c:pt>
                <c:pt idx="7">
                  <c:v>1306.52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4B-4335-93F6-C21FD6AD4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83071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OP_YoY!$N$29:$U$29</c:f>
              <c:numCache>
                <c:formatCode>#,##0.0_ ;[Red]\-#,##0.0\ </c:formatCode>
                <c:ptCount val="8"/>
                <c:pt idx="0">
                  <c:v>-33.567097669661777</c:v>
                </c:pt>
                <c:pt idx="1">
                  <c:v>-57.254853417507377</c:v>
                </c:pt>
                <c:pt idx="2">
                  <c:v>52.975275050278</c:v>
                </c:pt>
                <c:pt idx="3">
                  <c:v>162.65223831468074</c:v>
                </c:pt>
                <c:pt idx="4">
                  <c:v>228.83586247342569</c:v>
                </c:pt>
                <c:pt idx="5">
                  <c:v>344.6160528983059</c:v>
                </c:pt>
                <c:pt idx="6">
                  <c:v>62.272059392158397</c:v>
                </c:pt>
                <c:pt idx="7">
                  <c:v>104.67141850082243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34B-4335-93F6-C21FD6AD4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8307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</a:t>
                </a:r>
                <a:r>
                  <a:rPr lang="ko-KR"/>
                  <a:t>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83071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58600237247921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6625826366703636"/>
          <c:y val="8.540253636305091E-2"/>
          <c:w val="0.65510718818056124"/>
          <c:h val="0.14601078797553865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8490566037736E-2"/>
          <c:y val="0.12666666666666668"/>
          <c:w val="0.95688679245283015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OP_YoY!$B$30</c:f>
              <c:strCache>
                <c:ptCount val="1"/>
                <c:pt idx="0">
                  <c:v>KSE 반도체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4E4-4007-8AA7-EFD4A612E762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OP_YoY!$AH$30:$AO$30</c:f>
              <c:numCache>
                <c:formatCode>_(* #,##0_);_(* \(#,##0\);_(* "-"_);_(@_)</c:formatCode>
                <c:ptCount val="8"/>
                <c:pt idx="0">
                  <c:v>14293.08</c:v>
                </c:pt>
                <c:pt idx="1">
                  <c:v>14102.87</c:v>
                </c:pt>
                <c:pt idx="2">
                  <c:v>23744.82</c:v>
                </c:pt>
                <c:pt idx="3">
                  <c:v>39396.01</c:v>
                </c:pt>
                <c:pt idx="4">
                  <c:v>95000.38</c:v>
                </c:pt>
                <c:pt idx="5">
                  <c:v>169720.79</c:v>
                </c:pt>
                <c:pt idx="6">
                  <c:v>196142.29</c:v>
                </c:pt>
                <c:pt idx="7">
                  <c:v>220060.18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E4-4007-8AA7-EFD4A612E7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80751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OP_YoY!$N$30:$U$30</c:f>
              <c:numCache>
                <c:formatCode>#,##0.0_ ;[Red]\-#,##0.0\ </c:formatCode>
                <c:ptCount val="8"/>
                <c:pt idx="0">
                  <c:v>43.796020656288889</c:v>
                </c:pt>
                <c:pt idx="1">
                  <c:v>-16.236779537899299</c:v>
                </c:pt>
                <c:pt idx="2">
                  <c:v>35.396330215592272</c:v>
                </c:pt>
                <c:pt idx="3">
                  <c:v>166.94735116008502</c:v>
                </c:pt>
                <c:pt idx="4">
                  <c:v>564.65996132394139</c:v>
                </c:pt>
                <c:pt idx="5">
                  <c:v>1103.4485888333368</c:v>
                </c:pt>
                <c:pt idx="6">
                  <c:v>726.04243788750557</c:v>
                </c:pt>
                <c:pt idx="7">
                  <c:v>458.58494299295785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4E4-4007-8AA7-EFD4A612E7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8075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80751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23809523809528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6459435337851058"/>
          <c:y val="2.2039364222722815E-2"/>
          <c:w val="0.66835282887031577"/>
          <c:h val="0.16254031114258075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8490566037736E-2"/>
          <c:y val="0.12666666666666668"/>
          <c:w val="0.95688679245283015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OP_YoY!$B$31</c:f>
              <c:strCache>
                <c:ptCount val="1"/>
                <c:pt idx="0">
                  <c:v>KSE IT가전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2BF-4915-AF9A-6BBFA891165F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OP_YoY!$AH$31:$AO$31</c:f>
              <c:numCache>
                <c:formatCode>_(* #,##0_);_(* \(#,##0\);_(* "-"_);_(@_)</c:formatCode>
                <c:ptCount val="8"/>
                <c:pt idx="0">
                  <c:v>863.48</c:v>
                </c:pt>
                <c:pt idx="1">
                  <c:v>-470.09</c:v>
                </c:pt>
                <c:pt idx="2">
                  <c:v>258.12</c:v>
                </c:pt>
                <c:pt idx="3">
                  <c:v>-1006.55</c:v>
                </c:pt>
                <c:pt idx="4">
                  <c:v>1295.49</c:v>
                </c:pt>
                <c:pt idx="5">
                  <c:v>1013.18</c:v>
                </c:pt>
                <c:pt idx="6">
                  <c:v>1499.29</c:v>
                </c:pt>
                <c:pt idx="7">
                  <c:v>1200.92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2BF-4915-AF9A-6BBFA89116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78895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OP_YoY!$N$31:$U$31</c:f>
              <c:numCache>
                <c:formatCode>#,##0.0_ ;[Red]\-#,##0.0\ </c:formatCode>
                <c:ptCount val="8"/>
                <c:pt idx="0">
                  <c:v>-30.291997319792362</c:v>
                </c:pt>
                <c:pt idx="1">
                  <c:v>0</c:v>
                </c:pt>
                <c:pt idx="2">
                  <c:v>-62.397843979896571</c:v>
                </c:pt>
                <c:pt idx="3">
                  <c:v>0</c:v>
                </c:pt>
                <c:pt idx="4">
                  <c:v>50.03126881919674</c:v>
                </c:pt>
                <c:pt idx="5">
                  <c:v>0</c:v>
                </c:pt>
                <c:pt idx="6">
                  <c:v>480.84999225166587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2BF-4915-AF9A-6BBFA89116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7889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78895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58600237247921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6873973028893244"/>
          <c:y val="2.4862762964235667E-2"/>
          <c:w val="0.59058905601126355"/>
          <c:h val="0.16298922387665604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96833787990438E-2"/>
          <c:y val="0.12666666666666668"/>
          <c:w val="0.95737074044634807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OP_YoY!$B$32</c:f>
              <c:strCache>
                <c:ptCount val="1"/>
                <c:pt idx="0">
                  <c:v>KSE 디스플레이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A02E-40EE-8B82-0C265D3FCA0C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OP_YoY!$AH$32:$AO$32</c:f>
              <c:numCache>
                <c:formatCode>_(* #,##0_);_(* \(#,##0\);_(* "-"_);_(@_)</c:formatCode>
                <c:ptCount val="8"/>
                <c:pt idx="0">
                  <c:v>84.26</c:v>
                </c:pt>
                <c:pt idx="1">
                  <c:v>-98.51</c:v>
                </c:pt>
                <c:pt idx="2">
                  <c:v>435.99</c:v>
                </c:pt>
                <c:pt idx="3">
                  <c:v>191.44</c:v>
                </c:pt>
                <c:pt idx="4">
                  <c:v>172.13</c:v>
                </c:pt>
                <c:pt idx="5">
                  <c:v>-89.89</c:v>
                </c:pt>
                <c:pt idx="6">
                  <c:v>342.99</c:v>
                </c:pt>
                <c:pt idx="7">
                  <c:v>390.31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2E-40EE-8B82-0C265D3FCA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991423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OP_YoY!$N$32:$U$32</c:f>
              <c:numCache>
                <c:formatCode>#,##0.0_ ;[Red]\-#,##0.0\ 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104.18088737201363</c:v>
                </c:pt>
                <c:pt idx="4">
                  <c:v>104.2843579397104</c:v>
                </c:pt>
                <c:pt idx="5">
                  <c:v>0</c:v>
                </c:pt>
                <c:pt idx="6">
                  <c:v>-21.330764467074932</c:v>
                </c:pt>
                <c:pt idx="7">
                  <c:v>103.88111157542835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02E-40EE-8B82-0C265D3FCA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699142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6991423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58595335157576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6377679704514031"/>
          <c:y val="8.540253636305091E-2"/>
          <c:w val="0.67992185439952191"/>
          <c:h val="0.14601078797553865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8490566037736E-2"/>
          <c:y val="0.12666666666666668"/>
          <c:w val="0.95688679245283015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OP_YoY!$B$33</c:f>
              <c:strCache>
                <c:ptCount val="1"/>
                <c:pt idx="0">
                  <c:v>KSE 통신서비스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FCAE-474E-907A-EB707AB99A08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OP_YoY!$AH$33:$AO$33</c:f>
              <c:numCache>
                <c:formatCode>_(* #,##0_);_(* \(#,##0\);_(* "-"_);_(@_)</c:formatCode>
                <c:ptCount val="8"/>
                <c:pt idx="0">
                  <c:v>1511.37</c:v>
                </c:pt>
                <c:pt idx="1">
                  <c:v>1658.21</c:v>
                </c:pt>
                <c:pt idx="2">
                  <c:v>751.01</c:v>
                </c:pt>
                <c:pt idx="3">
                  <c:v>517.97</c:v>
                </c:pt>
                <c:pt idx="4">
                  <c:v>1291.06</c:v>
                </c:pt>
                <c:pt idx="5">
                  <c:v>1557.52</c:v>
                </c:pt>
                <c:pt idx="6">
                  <c:v>1373.62</c:v>
                </c:pt>
                <c:pt idx="7">
                  <c:v>981.55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AE-474E-907A-EB707AB99A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7000239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OP_YoY!$N$33:$U$33</c:f>
              <c:numCache>
                <c:formatCode>#,##0.0_ ;[Red]\-#,##0.0\ </c:formatCode>
                <c:ptCount val="8"/>
                <c:pt idx="0">
                  <c:v>23.434577721878735</c:v>
                </c:pt>
                <c:pt idx="1">
                  <c:v>29.192377212665178</c:v>
                </c:pt>
                <c:pt idx="2">
                  <c:v>-39.591544537571792</c:v>
                </c:pt>
                <c:pt idx="3">
                  <c:v>0</c:v>
                </c:pt>
                <c:pt idx="4">
                  <c:v>-14.576840879466971</c:v>
                </c:pt>
                <c:pt idx="5">
                  <c:v>-6.0722103955470086</c:v>
                </c:pt>
                <c:pt idx="6">
                  <c:v>82.903023927777255</c:v>
                </c:pt>
                <c:pt idx="7">
                  <c:v>89.499391856671224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CAE-474E-907A-EB707AB99A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700023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7000239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58600237247921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0696902323989609"/>
          <c:y val="2.2100233745987258E-2"/>
          <c:w val="0.7860979382280735"/>
          <c:h val="0.16298922387665604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xMode val="edge"/>
          <c:yMode val="edge"/>
          <c:x val="2.358490566037736E-2"/>
          <c:y val="0.12666666666666668"/>
          <c:w val="0.95688679245283015"/>
          <c:h val="0.87333333333333329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OP_YoY!$B$34</c:f>
              <c:strCache>
                <c:ptCount val="1"/>
                <c:pt idx="0">
                  <c:v>KSE 유틸리티 영업이익(좌)</c:v>
                </c:pt>
              </c:strCache>
            </c:strRef>
          </c:tx>
          <c:spPr>
            <a:solidFill>
              <a:srgbClr val="A6A6A6"/>
            </a:solidFill>
            <a:ln w="12700">
              <a:solidFill>
                <a:srgbClr val="A6A6A6"/>
              </a:solidFill>
              <a:prstDash val="solid"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0B0F0"/>
              </a:solidFill>
              <a:ln w="1270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D245-4B64-BA1A-468F1F11A23B}"/>
              </c:ext>
            </c:extLst>
          </c:dPt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OP_YoY!$AH$34:$AO$34</c:f>
              <c:numCache>
                <c:formatCode>_(* #,##0_);_(* \(#,##0\);_(* "-"_);_(@_)</c:formatCode>
                <c:ptCount val="8"/>
                <c:pt idx="0">
                  <c:v>5413.46</c:v>
                </c:pt>
                <c:pt idx="1">
                  <c:v>2925.27</c:v>
                </c:pt>
                <c:pt idx="2">
                  <c:v>6452.09</c:v>
                </c:pt>
                <c:pt idx="3">
                  <c:v>2751.61</c:v>
                </c:pt>
                <c:pt idx="4">
                  <c:v>5484.31</c:v>
                </c:pt>
                <c:pt idx="5">
                  <c:v>2029.28</c:v>
                </c:pt>
                <c:pt idx="6">
                  <c:v>3158.34</c:v>
                </c:pt>
                <c:pt idx="7">
                  <c:v>1428.4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45-4B64-BA1A-468F1F11A2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7004415"/>
        <c:axId val="1"/>
      </c:barChart>
      <c:lineChart>
        <c:grouping val="standard"/>
        <c:varyColors val="0"/>
        <c:ser>
          <c:idx val="0"/>
          <c:order val="0"/>
          <c:tx>
            <c:strRef>
              <c:f>OP_YoY!$B$7</c:f>
              <c:strCache>
                <c:ptCount val="1"/>
                <c:pt idx="0">
                  <c:v>YoY(우)</c:v>
                </c:pt>
              </c:strCache>
            </c:strRef>
          </c:tx>
          <c:spPr>
            <a:ln w="12700">
              <a:solidFill>
                <a:srgbClr val="003399"/>
              </a:solidFill>
              <a:prstDash val="solid"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>
                <a:solidFill>
                  <a:schemeClr val="bg1">
                    <a:lumMod val="95000"/>
                  </a:schemeClr>
                </a:solidFill>
                <a:prstDash val="solid"/>
              </a:ln>
            </c:spPr>
          </c:marker>
          <c:cat>
            <c:strRef>
              <c:f>OP_YoY!$AH$7:$AO$7</c:f>
              <c:strCache>
                <c:ptCount val="8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26.2Q(E)</c:v>
                </c:pt>
                <c:pt idx="6">
                  <c:v>26.3Q(E)</c:v>
                </c:pt>
                <c:pt idx="7">
                  <c:v>26.4Q(E)</c:v>
                </c:pt>
              </c:strCache>
            </c:strRef>
          </c:cat>
          <c:val>
            <c:numRef>
              <c:f>OP_YoY!$N$34:$U$34</c:f>
              <c:numCache>
                <c:formatCode>#,##0.0_ ;[Red]\-#,##0.0\ </c:formatCode>
                <c:ptCount val="8"/>
                <c:pt idx="0">
                  <c:v>85.295376052958545</c:v>
                </c:pt>
                <c:pt idx="1">
                  <c:v>50.265058508069906</c:v>
                </c:pt>
                <c:pt idx="2">
                  <c:v>62.892487913253149</c:v>
                </c:pt>
                <c:pt idx="3">
                  <c:v>-30.133101087762419</c:v>
                </c:pt>
                <c:pt idx="4">
                  <c:v>1.3087747946784565</c:v>
                </c:pt>
                <c:pt idx="5">
                  <c:v>-30.629309431266172</c:v>
                </c:pt>
                <c:pt idx="6">
                  <c:v>-51.049349900574846</c:v>
                </c:pt>
                <c:pt idx="7">
                  <c:v>-48.088573598729475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245-4B64-BA1A-468F1F11A2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20700441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5">
            <a:solidFill>
              <a:srgbClr val="000000"/>
            </a:solidFill>
            <a:prstDash val="solid"/>
          </a:ln>
        </c:sp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</a:t>
                </a:r>
                <a:r>
                  <a:rPr lang="ko-KR" altLang="en-US"/>
                  <a:t>십억원</a:t>
                </a:r>
                <a:r>
                  <a:rPr lang="en-US"/>
                  <a:t>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1207004415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"/>
        <c:crosses val="autoZero"/>
        <c:auto val="1"/>
        <c:lblAlgn val="ctr"/>
        <c:lblOffset val="100"/>
        <c:noMultiLvlLbl val="0"/>
      </c:catAx>
      <c:valAx>
        <c:axId val="4"/>
        <c:scaling>
          <c:orientation val="minMax"/>
        </c:scaling>
        <c:delete val="0"/>
        <c:axPos val="r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(%)</a:t>
                </a:r>
                <a:endParaRPr lang="ko-KR"/>
              </a:p>
            </c:rich>
          </c:tx>
          <c:layout>
            <c:manualLayout>
              <c:xMode val="edge"/>
              <c:yMode val="edge"/>
              <c:x val="0.90223809523809528"/>
              <c:y val="0"/>
            </c:manualLayout>
          </c:layout>
          <c:overlay val="0"/>
          <c:spPr>
            <a:noFill/>
            <a:ln w="25400">
              <a:noFill/>
            </a:ln>
          </c:spPr>
        </c:title>
        <c:numFmt formatCode="#,##0;\(#,##0\)" sourceLinked="0"/>
        <c:majorTickMark val="in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crossAx val="3"/>
        <c:crosses val="max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r"/>
      <c:layout>
        <c:manualLayout>
          <c:xMode val="edge"/>
          <c:yMode val="edge"/>
          <c:x val="0.10723571507993872"/>
          <c:y val="2.2100233745987258E-2"/>
          <c:w val="0.85289801296137302"/>
          <c:h val="0.16298922387665604"/>
        </c:manualLayout>
      </c:layout>
      <c:overlay val="0"/>
      <c:spPr>
        <a:noFill/>
        <a:ln w="25400">
          <a:noFill/>
        </a:ln>
      </c:spPr>
    </c:legend>
    <c:plotVisOnly val="1"/>
    <c:dispBlanksAs val="gap"/>
    <c:showDLblsOverMax val="0"/>
  </c:chart>
  <c:spPr>
    <a:solidFill>
      <a:srgbClr val="FFFFFF"/>
    </a:solidFill>
    <a:ln w="25400">
      <a:noFill/>
    </a:ln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1.581136321589682E-2"/>
          <c:y val="0.11568497442513485"/>
          <c:w val="0.96689648337852219"/>
          <c:h val="0.88431502557486519"/>
        </c:manualLayout>
      </c:layout>
      <c:lineChart>
        <c:grouping val="standard"/>
        <c:varyColors val="0"/>
        <c:ser>
          <c:idx val="0"/>
          <c:order val="0"/>
          <c:tx>
            <c:strRef>
              <c:f>'연초이후 (D)_2026'!$K$14</c:f>
              <c:strCache>
                <c:ptCount val="1"/>
                <c:pt idx="0">
                  <c:v>외국인 누적순매수</c:v>
                </c:pt>
              </c:strCache>
            </c:strRef>
          </c:tx>
          <c:spPr>
            <a:ln w="12700" cap="rnd">
              <a:solidFill>
                <a:srgbClr val="003399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'연초이후 (D)_2026'!$J$16:$J$599</c:f>
              <c:numCache>
                <c:formatCode>m/d/yyyy</c:formatCode>
                <c:ptCount val="584"/>
                <c:pt idx="0">
                  <c:v>46027</c:v>
                </c:pt>
                <c:pt idx="1">
                  <c:v>46028</c:v>
                </c:pt>
                <c:pt idx="2">
                  <c:v>46029</c:v>
                </c:pt>
                <c:pt idx="3">
                  <c:v>46030</c:v>
                </c:pt>
                <c:pt idx="4">
                  <c:v>46031</c:v>
                </c:pt>
                <c:pt idx="5">
                  <c:v>46034</c:v>
                </c:pt>
                <c:pt idx="6">
                  <c:v>46035</c:v>
                </c:pt>
                <c:pt idx="7">
                  <c:v>46036</c:v>
                </c:pt>
                <c:pt idx="8">
                  <c:v>46037</c:v>
                </c:pt>
                <c:pt idx="9">
                  <c:v>46038</c:v>
                </c:pt>
                <c:pt idx="10">
                  <c:v>46041</c:v>
                </c:pt>
                <c:pt idx="11">
                  <c:v>46042</c:v>
                </c:pt>
                <c:pt idx="12">
                  <c:v>46043</c:v>
                </c:pt>
                <c:pt idx="13">
                  <c:v>46044</c:v>
                </c:pt>
                <c:pt idx="14">
                  <c:v>46045</c:v>
                </c:pt>
                <c:pt idx="15">
                  <c:v>46048</c:v>
                </c:pt>
                <c:pt idx="16">
                  <c:v>46049</c:v>
                </c:pt>
                <c:pt idx="17">
                  <c:v>46050</c:v>
                </c:pt>
                <c:pt idx="18">
                  <c:v>46051</c:v>
                </c:pt>
                <c:pt idx="19">
                  <c:v>46052</c:v>
                </c:pt>
                <c:pt idx="20">
                  <c:v>46055</c:v>
                </c:pt>
                <c:pt idx="21">
                  <c:v>46056</c:v>
                </c:pt>
                <c:pt idx="22">
                  <c:v>46057</c:v>
                </c:pt>
                <c:pt idx="23">
                  <c:v>46058</c:v>
                </c:pt>
                <c:pt idx="24">
                  <c:v>46059</c:v>
                </c:pt>
                <c:pt idx="25">
                  <c:v>46062</c:v>
                </c:pt>
                <c:pt idx="26">
                  <c:v>46063</c:v>
                </c:pt>
                <c:pt idx="27">
                  <c:v>46064</c:v>
                </c:pt>
                <c:pt idx="28">
                  <c:v>46065</c:v>
                </c:pt>
                <c:pt idx="29">
                  <c:v>46066</c:v>
                </c:pt>
                <c:pt idx="30">
                  <c:v>46072</c:v>
                </c:pt>
                <c:pt idx="31">
                  <c:v>46073</c:v>
                </c:pt>
                <c:pt idx="32">
                  <c:v>46076</c:v>
                </c:pt>
                <c:pt idx="33">
                  <c:v>46077</c:v>
                </c:pt>
                <c:pt idx="34">
                  <c:v>46078</c:v>
                </c:pt>
                <c:pt idx="35">
                  <c:v>46079</c:v>
                </c:pt>
                <c:pt idx="36">
                  <c:v>46080</c:v>
                </c:pt>
                <c:pt idx="37">
                  <c:v>46084</c:v>
                </c:pt>
                <c:pt idx="38">
                  <c:v>46085</c:v>
                </c:pt>
                <c:pt idx="39">
                  <c:v>46086</c:v>
                </c:pt>
                <c:pt idx="40">
                  <c:v>46087</c:v>
                </c:pt>
                <c:pt idx="41">
                  <c:v>46090</c:v>
                </c:pt>
                <c:pt idx="42">
                  <c:v>46091</c:v>
                </c:pt>
                <c:pt idx="43">
                  <c:v>46092</c:v>
                </c:pt>
                <c:pt idx="44">
                  <c:v>46093</c:v>
                </c:pt>
                <c:pt idx="45">
                  <c:v>46094</c:v>
                </c:pt>
                <c:pt idx="46">
                  <c:v>46097</c:v>
                </c:pt>
                <c:pt idx="47">
                  <c:v>46098</c:v>
                </c:pt>
                <c:pt idx="48">
                  <c:v>46099</c:v>
                </c:pt>
                <c:pt idx="49">
                  <c:v>46100</c:v>
                </c:pt>
                <c:pt idx="50">
                  <c:v>46101</c:v>
                </c:pt>
                <c:pt idx="51">
                  <c:v>46104</c:v>
                </c:pt>
                <c:pt idx="52">
                  <c:v>46105</c:v>
                </c:pt>
                <c:pt idx="53">
                  <c:v>46106</c:v>
                </c:pt>
                <c:pt idx="54">
                  <c:v>46107</c:v>
                </c:pt>
                <c:pt idx="55">
                  <c:v>46108</c:v>
                </c:pt>
                <c:pt idx="56">
                  <c:v>46111</c:v>
                </c:pt>
                <c:pt idx="57">
                  <c:v>46112</c:v>
                </c:pt>
                <c:pt idx="58">
                  <c:v>46113</c:v>
                </c:pt>
                <c:pt idx="59">
                  <c:v>46114</c:v>
                </c:pt>
                <c:pt idx="60">
                  <c:v>46115</c:v>
                </c:pt>
                <c:pt idx="61">
                  <c:v>46118</c:v>
                </c:pt>
                <c:pt idx="62">
                  <c:v>46119</c:v>
                </c:pt>
                <c:pt idx="63">
                  <c:v>46120</c:v>
                </c:pt>
                <c:pt idx="64">
                  <c:v>46121</c:v>
                </c:pt>
                <c:pt idx="65">
                  <c:v>46122</c:v>
                </c:pt>
                <c:pt idx="66">
                  <c:v>46125</c:v>
                </c:pt>
                <c:pt idx="67">
                  <c:v>46126</c:v>
                </c:pt>
                <c:pt idx="68">
                  <c:v>46127</c:v>
                </c:pt>
                <c:pt idx="69">
                  <c:v>46128</c:v>
                </c:pt>
                <c:pt idx="70">
                  <c:v>46129</c:v>
                </c:pt>
                <c:pt idx="71">
                  <c:v>46132</c:v>
                </c:pt>
                <c:pt idx="72">
                  <c:v>46133</c:v>
                </c:pt>
                <c:pt idx="73">
                  <c:v>46134</c:v>
                </c:pt>
                <c:pt idx="74">
                  <c:v>46135</c:v>
                </c:pt>
                <c:pt idx="75">
                  <c:v>46136</c:v>
                </c:pt>
                <c:pt idx="76">
                  <c:v>46139</c:v>
                </c:pt>
                <c:pt idx="77">
                  <c:v>46140</c:v>
                </c:pt>
                <c:pt idx="78">
                  <c:v>46141</c:v>
                </c:pt>
                <c:pt idx="79">
                  <c:v>46142</c:v>
                </c:pt>
                <c:pt idx="80">
                  <c:v>46146</c:v>
                </c:pt>
                <c:pt idx="81">
                  <c:v>46148</c:v>
                </c:pt>
                <c:pt idx="82">
                  <c:v>46149</c:v>
                </c:pt>
                <c:pt idx="83">
                  <c:v>46150</c:v>
                </c:pt>
                <c:pt idx="84">
                  <c:v>46153</c:v>
                </c:pt>
                <c:pt idx="85">
                  <c:v>46154</c:v>
                </c:pt>
                <c:pt idx="86">
                  <c:v>46155</c:v>
                </c:pt>
                <c:pt idx="87">
                  <c:v>46156</c:v>
                </c:pt>
                <c:pt idx="88">
                  <c:v>46157</c:v>
                </c:pt>
                <c:pt idx="89">
                  <c:v>46160</c:v>
                </c:pt>
                <c:pt idx="90">
                  <c:v>46161</c:v>
                </c:pt>
                <c:pt idx="91">
                  <c:v>46162</c:v>
                </c:pt>
                <c:pt idx="92">
                  <c:v>46163</c:v>
                </c:pt>
                <c:pt idx="93">
                  <c:v>46164</c:v>
                </c:pt>
                <c:pt idx="94">
                  <c:v>46168</c:v>
                </c:pt>
                <c:pt idx="95">
                  <c:v>46169</c:v>
                </c:pt>
                <c:pt idx="96">
                  <c:v>46170</c:v>
                </c:pt>
                <c:pt idx="97">
                  <c:v>46171</c:v>
                </c:pt>
                <c:pt idx="98">
                  <c:v>46174</c:v>
                </c:pt>
                <c:pt idx="99">
                  <c:v>46175</c:v>
                </c:pt>
                <c:pt idx="100">
                  <c:v>46177</c:v>
                </c:pt>
                <c:pt idx="101">
                  <c:v>46178</c:v>
                </c:pt>
                <c:pt idx="102">
                  <c:v>46181</c:v>
                </c:pt>
                <c:pt idx="103">
                  <c:v>46182</c:v>
                </c:pt>
                <c:pt idx="104">
                  <c:v>46183</c:v>
                </c:pt>
                <c:pt idx="105">
                  <c:v>46184</c:v>
                </c:pt>
                <c:pt idx="106">
                  <c:v>46185</c:v>
                </c:pt>
                <c:pt idx="107">
                  <c:v>46188</c:v>
                </c:pt>
                <c:pt idx="108">
                  <c:v>46189</c:v>
                </c:pt>
                <c:pt idx="109">
                  <c:v>46190</c:v>
                </c:pt>
                <c:pt idx="110">
                  <c:v>46191</c:v>
                </c:pt>
                <c:pt idx="111">
                  <c:v>46192</c:v>
                </c:pt>
                <c:pt idx="112">
                  <c:v>46195</c:v>
                </c:pt>
                <c:pt idx="113">
                  <c:v>46196</c:v>
                </c:pt>
                <c:pt idx="114">
                  <c:v>46197</c:v>
                </c:pt>
                <c:pt idx="115">
                  <c:v>46198</c:v>
                </c:pt>
                <c:pt idx="116">
                  <c:v>46199</c:v>
                </c:pt>
                <c:pt idx="117">
                  <c:v>46202</c:v>
                </c:pt>
                <c:pt idx="118">
                  <c:v>46203</c:v>
                </c:pt>
                <c:pt idx="119">
                  <c:v>46204</c:v>
                </c:pt>
                <c:pt idx="120">
                  <c:v>46205</c:v>
                </c:pt>
                <c:pt idx="121">
                  <c:v>46206</c:v>
                </c:pt>
                <c:pt idx="122">
                  <c:v>46209</c:v>
                </c:pt>
                <c:pt idx="123">
                  <c:v>46210</c:v>
                </c:pt>
                <c:pt idx="124">
                  <c:v>46211</c:v>
                </c:pt>
                <c:pt idx="125">
                  <c:v>46212</c:v>
                </c:pt>
                <c:pt idx="126">
                  <c:v>46213</c:v>
                </c:pt>
                <c:pt idx="127">
                  <c:v>46216</c:v>
                </c:pt>
                <c:pt idx="128">
                  <c:v>46217</c:v>
                </c:pt>
                <c:pt idx="129">
                  <c:v>46218</c:v>
                </c:pt>
                <c:pt idx="130">
                  <c:v>46219</c:v>
                </c:pt>
                <c:pt idx="131">
                  <c:v>46223</c:v>
                </c:pt>
                <c:pt idx="132">
                  <c:v>46224</c:v>
                </c:pt>
                <c:pt idx="133">
                  <c:v>46225</c:v>
                </c:pt>
                <c:pt idx="134">
                  <c:v>46226</c:v>
                </c:pt>
                <c:pt idx="135">
                  <c:v>46227</c:v>
                </c:pt>
                <c:pt idx="136">
                  <c:v>46230</c:v>
                </c:pt>
                <c:pt idx="137">
                  <c:v>46231</c:v>
                </c:pt>
                <c:pt idx="138">
                  <c:v>46232</c:v>
                </c:pt>
                <c:pt idx="139">
                  <c:v>46233</c:v>
                </c:pt>
                <c:pt idx="140">
                  <c:v>46234</c:v>
                </c:pt>
                <c:pt idx="141">
                  <c:v>46237</c:v>
                </c:pt>
                <c:pt idx="142">
                  <c:v>46238</c:v>
                </c:pt>
                <c:pt idx="143">
                  <c:v>46239</c:v>
                </c:pt>
                <c:pt idx="144">
                  <c:v>46240</c:v>
                </c:pt>
                <c:pt idx="145">
                  <c:v>46241</c:v>
                </c:pt>
                <c:pt idx="146">
                  <c:v>46244</c:v>
                </c:pt>
                <c:pt idx="147">
                  <c:v>46245</c:v>
                </c:pt>
                <c:pt idx="148">
                  <c:v>46246</c:v>
                </c:pt>
                <c:pt idx="149">
                  <c:v>46247</c:v>
                </c:pt>
                <c:pt idx="150">
                  <c:v>46248</c:v>
                </c:pt>
                <c:pt idx="151">
                  <c:v>46252</c:v>
                </c:pt>
                <c:pt idx="152">
                  <c:v>46253</c:v>
                </c:pt>
                <c:pt idx="153">
                  <c:v>46254</c:v>
                </c:pt>
                <c:pt idx="154">
                  <c:v>46255</c:v>
                </c:pt>
                <c:pt idx="155">
                  <c:v>46258</c:v>
                </c:pt>
                <c:pt idx="156">
                  <c:v>46259</c:v>
                </c:pt>
                <c:pt idx="157">
                  <c:v>46260</c:v>
                </c:pt>
                <c:pt idx="158">
                  <c:v>46261</c:v>
                </c:pt>
                <c:pt idx="159">
                  <c:v>46262</c:v>
                </c:pt>
                <c:pt idx="160">
                  <c:v>46265</c:v>
                </c:pt>
                <c:pt idx="161">
                  <c:v>46266</c:v>
                </c:pt>
                <c:pt idx="162">
                  <c:v>46267</c:v>
                </c:pt>
                <c:pt idx="163">
                  <c:v>46268</c:v>
                </c:pt>
                <c:pt idx="164">
                  <c:v>46269</c:v>
                </c:pt>
                <c:pt idx="165">
                  <c:v>46272</c:v>
                </c:pt>
                <c:pt idx="166">
                  <c:v>46273</c:v>
                </c:pt>
                <c:pt idx="167">
                  <c:v>46274</c:v>
                </c:pt>
                <c:pt idx="168">
                  <c:v>46275</c:v>
                </c:pt>
                <c:pt idx="169">
                  <c:v>46276</c:v>
                </c:pt>
                <c:pt idx="170">
                  <c:v>46279</c:v>
                </c:pt>
                <c:pt idx="171">
                  <c:v>46280</c:v>
                </c:pt>
                <c:pt idx="172">
                  <c:v>46281</c:v>
                </c:pt>
                <c:pt idx="173">
                  <c:v>46282</c:v>
                </c:pt>
                <c:pt idx="174">
                  <c:v>46283</c:v>
                </c:pt>
                <c:pt idx="175">
                  <c:v>46286</c:v>
                </c:pt>
                <c:pt idx="176">
                  <c:v>46287</c:v>
                </c:pt>
                <c:pt idx="177">
                  <c:v>46288</c:v>
                </c:pt>
                <c:pt idx="178">
                  <c:v>46293</c:v>
                </c:pt>
                <c:pt idx="179">
                  <c:v>46294</c:v>
                </c:pt>
                <c:pt idx="180">
                  <c:v>46295</c:v>
                </c:pt>
                <c:pt idx="181">
                  <c:v>46296</c:v>
                </c:pt>
                <c:pt idx="182">
                  <c:v>46297</c:v>
                </c:pt>
                <c:pt idx="183">
                  <c:v>46301</c:v>
                </c:pt>
                <c:pt idx="184">
                  <c:v>46302</c:v>
                </c:pt>
                <c:pt idx="185">
                  <c:v>46303</c:v>
                </c:pt>
              </c:numCache>
            </c:numRef>
          </c:cat>
          <c:val>
            <c:numRef>
              <c:f>'연초이후 (D)_2026'!$K$16:$K$599</c:f>
              <c:numCache>
                <c:formatCode>#,##0_ </c:formatCode>
                <c:ptCount val="584"/>
                <c:pt idx="0">
                  <c:v>2825.4300000000003</c:v>
                </c:pt>
                <c:pt idx="1">
                  <c:v>2195.21</c:v>
                </c:pt>
                <c:pt idx="2">
                  <c:v>3447.3500000000004</c:v>
                </c:pt>
                <c:pt idx="3">
                  <c:v>3340.7500000000005</c:v>
                </c:pt>
                <c:pt idx="4">
                  <c:v>1729.4300000000005</c:v>
                </c:pt>
                <c:pt idx="5">
                  <c:v>1377.1500000000005</c:v>
                </c:pt>
                <c:pt idx="6">
                  <c:v>1098.2000000000005</c:v>
                </c:pt>
                <c:pt idx="7">
                  <c:v>720.15000000000055</c:v>
                </c:pt>
                <c:pt idx="8">
                  <c:v>1073.1800000000005</c:v>
                </c:pt>
                <c:pt idx="9">
                  <c:v>1509.9400000000005</c:v>
                </c:pt>
                <c:pt idx="10">
                  <c:v>2059.0100000000007</c:v>
                </c:pt>
                <c:pt idx="11">
                  <c:v>2175.0000000000005</c:v>
                </c:pt>
                <c:pt idx="12">
                  <c:v>2620.7400000000007</c:v>
                </c:pt>
                <c:pt idx="13">
                  <c:v>2372.9600000000005</c:v>
                </c:pt>
                <c:pt idx="14">
                  <c:v>2518.0400000000004</c:v>
                </c:pt>
                <c:pt idx="15">
                  <c:v>2351.6000000000004</c:v>
                </c:pt>
                <c:pt idx="16">
                  <c:v>3196.9000000000005</c:v>
                </c:pt>
                <c:pt idx="17">
                  <c:v>3590.0600000000004</c:v>
                </c:pt>
                <c:pt idx="18">
                  <c:v>2097.7600000000002</c:v>
                </c:pt>
                <c:pt idx="19">
                  <c:v>118.54000000000019</c:v>
                </c:pt>
                <c:pt idx="20">
                  <c:v>-2414.4700000000003</c:v>
                </c:pt>
                <c:pt idx="21">
                  <c:v>-1697.4700000000003</c:v>
                </c:pt>
                <c:pt idx="22">
                  <c:v>-2635.3</c:v>
                </c:pt>
                <c:pt idx="23">
                  <c:v>-7673.76</c:v>
                </c:pt>
                <c:pt idx="24">
                  <c:v>-11001.45</c:v>
                </c:pt>
                <c:pt idx="25">
                  <c:v>-10562.58</c:v>
                </c:pt>
                <c:pt idx="26">
                  <c:v>-10415.64</c:v>
                </c:pt>
                <c:pt idx="27">
                  <c:v>-9558.4399999999987</c:v>
                </c:pt>
                <c:pt idx="28">
                  <c:v>-6550.5499999999993</c:v>
                </c:pt>
                <c:pt idx="29">
                  <c:v>-7477.3599999999988</c:v>
                </c:pt>
                <c:pt idx="30">
                  <c:v>-8411.8599999999988</c:v>
                </c:pt>
                <c:pt idx="31">
                  <c:v>-9155.9199999999983</c:v>
                </c:pt>
                <c:pt idx="32">
                  <c:v>-10266.839999999998</c:v>
                </c:pt>
                <c:pt idx="33">
                  <c:v>-10457.149999999998</c:v>
                </c:pt>
                <c:pt idx="34">
                  <c:v>-11762.849999999999</c:v>
                </c:pt>
                <c:pt idx="35">
                  <c:v>-13873.409999999998</c:v>
                </c:pt>
                <c:pt idx="36">
                  <c:v>-20954.579999999998</c:v>
                </c:pt>
                <c:pt idx="37">
                  <c:v>-26128.269999999997</c:v>
                </c:pt>
                <c:pt idx="38">
                  <c:v>-25891.589999999997</c:v>
                </c:pt>
                <c:pt idx="39">
                  <c:v>-26048.589999999997</c:v>
                </c:pt>
                <c:pt idx="40">
                  <c:v>-27999.709999999995</c:v>
                </c:pt>
                <c:pt idx="41">
                  <c:v>-31197.639999999996</c:v>
                </c:pt>
                <c:pt idx="42">
                  <c:v>-30163.219999999994</c:v>
                </c:pt>
                <c:pt idx="43">
                  <c:v>-30417.969999999994</c:v>
                </c:pt>
                <c:pt idx="44">
                  <c:v>-32809.079999999994</c:v>
                </c:pt>
                <c:pt idx="45">
                  <c:v>-34268.719999999994</c:v>
                </c:pt>
                <c:pt idx="46">
                  <c:v>-35120.629999999997</c:v>
                </c:pt>
                <c:pt idx="47">
                  <c:v>-35293.939999999995</c:v>
                </c:pt>
                <c:pt idx="48">
                  <c:v>-34405.229999999996</c:v>
                </c:pt>
                <c:pt idx="49">
                  <c:v>-36289.1</c:v>
                </c:pt>
                <c:pt idx="50">
                  <c:v>-37534.639999999999</c:v>
                </c:pt>
                <c:pt idx="51">
                  <c:v>-41232.959999999999</c:v>
                </c:pt>
                <c:pt idx="52">
                  <c:v>-43212.31</c:v>
                </c:pt>
                <c:pt idx="53">
                  <c:v>-44498.939999999995</c:v>
                </c:pt>
                <c:pt idx="54">
                  <c:v>-47449.049999999996</c:v>
                </c:pt>
                <c:pt idx="55">
                  <c:v>-50889.049999999996</c:v>
                </c:pt>
                <c:pt idx="56">
                  <c:v>-52987.159999999996</c:v>
                </c:pt>
                <c:pt idx="57">
                  <c:v>-56835.229999999996</c:v>
                </c:pt>
                <c:pt idx="58">
                  <c:v>-57463.039999999994</c:v>
                </c:pt>
                <c:pt idx="59">
                  <c:v>-57603.649999999994</c:v>
                </c:pt>
                <c:pt idx="60">
                  <c:v>-56804.169999999991</c:v>
                </c:pt>
                <c:pt idx="61">
                  <c:v>-56960.549999999988</c:v>
                </c:pt>
                <c:pt idx="62">
                  <c:v>-56565.51999999999</c:v>
                </c:pt>
                <c:pt idx="63">
                  <c:v>-54620.209999999992</c:v>
                </c:pt>
                <c:pt idx="64">
                  <c:v>-52901.26999999999</c:v>
                </c:pt>
                <c:pt idx="65">
                  <c:v>-51837.689999999988</c:v>
                </c:pt>
                <c:pt idx="66">
                  <c:v>-52299.149999999987</c:v>
                </c:pt>
                <c:pt idx="67">
                  <c:v>-51462.419999999984</c:v>
                </c:pt>
                <c:pt idx="68">
                  <c:v>-50973.369999999981</c:v>
                </c:pt>
                <c:pt idx="69">
                  <c:v>-50498.799999999981</c:v>
                </c:pt>
                <c:pt idx="70">
                  <c:v>-52501.889999999978</c:v>
                </c:pt>
                <c:pt idx="71">
                  <c:v>-52738.879999999976</c:v>
                </c:pt>
                <c:pt idx="72">
                  <c:v>-51587.269999999975</c:v>
                </c:pt>
                <c:pt idx="73">
                  <c:v>-52269.449999999975</c:v>
                </c:pt>
                <c:pt idx="74">
                  <c:v>-52355.419999999976</c:v>
                </c:pt>
                <c:pt idx="75">
                  <c:v>-54305.009999999973</c:v>
                </c:pt>
                <c:pt idx="76">
                  <c:v>-53437.509999999973</c:v>
                </c:pt>
                <c:pt idx="77">
                  <c:v>-53631.019999999975</c:v>
                </c:pt>
                <c:pt idx="78">
                  <c:v>-54244.799999999974</c:v>
                </c:pt>
                <c:pt idx="79">
                  <c:v>-55706.959999999977</c:v>
                </c:pt>
                <c:pt idx="80">
                  <c:v>-52761.239999999976</c:v>
                </c:pt>
                <c:pt idx="81">
                  <c:v>-49651.609999999979</c:v>
                </c:pt>
                <c:pt idx="82">
                  <c:v>-56368.879999999976</c:v>
                </c:pt>
                <c:pt idx="83">
                  <c:v>-61680.609999999971</c:v>
                </c:pt>
                <c:pt idx="84">
                  <c:v>-64517.079999999973</c:v>
                </c:pt>
                <c:pt idx="85">
                  <c:v>-70142.899999999965</c:v>
                </c:pt>
                <c:pt idx="86">
                  <c:v>-73901.489999999962</c:v>
                </c:pt>
                <c:pt idx="87">
                  <c:v>-76069.479999999967</c:v>
                </c:pt>
                <c:pt idx="88">
                  <c:v>-81730.229999999967</c:v>
                </c:pt>
                <c:pt idx="89">
                  <c:v>-85382.099999999962</c:v>
                </c:pt>
                <c:pt idx="90">
                  <c:v>-91129.489999999962</c:v>
                </c:pt>
                <c:pt idx="91">
                  <c:v>-94079.419999999955</c:v>
                </c:pt>
                <c:pt idx="92">
                  <c:v>-94299.03999999995</c:v>
                </c:pt>
                <c:pt idx="93">
                  <c:v>-96225.529999999955</c:v>
                </c:pt>
                <c:pt idx="94">
                  <c:v>-96357.509999999951</c:v>
                </c:pt>
                <c:pt idx="95">
                  <c:v>-96618.149999999951</c:v>
                </c:pt>
                <c:pt idx="96">
                  <c:v>-99353.499999999956</c:v>
                </c:pt>
                <c:pt idx="97">
                  <c:v>-100421.63999999996</c:v>
                </c:pt>
                <c:pt idx="98">
                  <c:v>-103249.74999999996</c:v>
                </c:pt>
                <c:pt idx="99">
                  <c:v>-109568.87999999996</c:v>
                </c:pt>
                <c:pt idx="100">
                  <c:v>-116270.28999999996</c:v>
                </c:pt>
                <c:pt idx="101">
                  <c:v>-119051.74999999997</c:v>
                </c:pt>
                <c:pt idx="102">
                  <c:v>-119335.64999999997</c:v>
                </c:pt>
                <c:pt idx="103">
                  <c:v>-121319.96999999997</c:v>
                </c:pt>
                <c:pt idx="104">
                  <c:v>-124127.97999999997</c:v>
                </c:pt>
                <c:pt idx="105">
                  <c:v>-125607.59999999996</c:v>
                </c:pt>
                <c:pt idx="106">
                  <c:v>-123391.80999999997</c:v>
                </c:pt>
                <c:pt idx="107">
                  <c:v>-122288.48999999996</c:v>
                </c:pt>
                <c:pt idx="108">
                  <c:v>-120757.59999999996</c:v>
                </c:pt>
                <c:pt idx="109">
                  <c:v>-121752.18999999996</c:v>
                </c:pt>
                <c:pt idx="110">
                  <c:v>-120481.14999999997</c:v>
                </c:pt>
                <c:pt idx="111">
                  <c:v>-120833.09999999996</c:v>
                </c:pt>
                <c:pt idx="112">
                  <c:v>-123380.81999999996</c:v>
                </c:pt>
                <c:pt idx="113">
                  <c:v>-127622.88999999996</c:v>
                </c:pt>
                <c:pt idx="114">
                  <c:v>-132275.73999999996</c:v>
                </c:pt>
                <c:pt idx="115">
                  <c:v>-133154.00999999995</c:v>
                </c:pt>
                <c:pt idx="116">
                  <c:v>-137470.27999999994</c:v>
                </c:pt>
                <c:pt idx="117">
                  <c:v>-145226.30999999994</c:v>
                </c:pt>
                <c:pt idx="118">
                  <c:v>-149046.46999999994</c:v>
                </c:pt>
                <c:pt idx="119">
                  <c:v>-150747.64999999994</c:v>
                </c:pt>
                <c:pt idx="120">
                  <c:v>-155152.11999999994</c:v>
                </c:pt>
                <c:pt idx="121">
                  <c:v>-157307.69999999992</c:v>
                </c:pt>
                <c:pt idx="122">
                  <c:v>-158645.61999999994</c:v>
                </c:pt>
                <c:pt idx="123">
                  <c:v>-161575.56999999995</c:v>
                </c:pt>
                <c:pt idx="124">
                  <c:v>-161236.54999999996</c:v>
                </c:pt>
                <c:pt idx="125">
                  <c:v>-161093.70999999996</c:v>
                </c:pt>
                <c:pt idx="126">
                  <c:v>-161423.85999999996</c:v>
                </c:pt>
                <c:pt idx="127">
                  <c:v>-163114.11999999997</c:v>
                </c:pt>
                <c:pt idx="128">
                  <c:v>-162140.41999999995</c:v>
                </c:pt>
                <c:pt idx="129">
                  <c:v>-159827.85999999996</c:v>
                </c:pt>
                <c:pt idx="130">
                  <c:v>-161209.22999999995</c:v>
                </c:pt>
                <c:pt idx="131">
                  <c:v>-160682.03999999995</c:v>
                </c:pt>
                <c:pt idx="132">
                  <c:v>-160373.34999999995</c:v>
                </c:pt>
                <c:pt idx="133">
                  <c:v>-157743.42999999993</c:v>
                </c:pt>
                <c:pt idx="134">
                  <c:v>-155594.76999999993</c:v>
                </c:pt>
                <c:pt idx="135">
                  <c:v>-158877.55999999994</c:v>
                </c:pt>
                <c:pt idx="136">
                  <c:v>-161777.57999999993</c:v>
                </c:pt>
                <c:pt idx="137">
                  <c:v>-166303.62999999992</c:v>
                </c:pt>
                <c:pt idx="138">
                  <c:v>-167548.34999999992</c:v>
                </c:pt>
                <c:pt idx="139">
                  <c:v>-166217.35999999993</c:v>
                </c:pt>
                <c:pt idx="140">
                  <c:v>-158940.02999999994</c:v>
                </c:pt>
                <c:pt idx="141">
                  <c:v>-161778.54999999993</c:v>
                </c:pt>
                <c:pt idx="142">
                  <c:v>-162149.48999999993</c:v>
                </c:pt>
                <c:pt idx="143">
                  <c:v>-160698.15999999995</c:v>
                </c:pt>
                <c:pt idx="144">
                  <c:v>-164009.62999999995</c:v>
                </c:pt>
                <c:pt idx="145">
                  <c:v>-164879.17999999993</c:v>
                </c:pt>
                <c:pt idx="146">
                  <c:v>-166375.14999999994</c:v>
                </c:pt>
                <c:pt idx="147">
                  <c:v>-166320.95999999993</c:v>
                </c:pt>
                <c:pt idx="148">
                  <c:v>-163478.21999999994</c:v>
                </c:pt>
                <c:pt idx="149">
                  <c:v>-161353.75999999995</c:v>
                </c:pt>
                <c:pt idx="150">
                  <c:v>-158305.11999999994</c:v>
                </c:pt>
                <c:pt idx="151">
                  <c:v>-158219.05999999994</c:v>
                </c:pt>
                <c:pt idx="152">
                  <c:v>-161706.94999999995</c:v>
                </c:pt>
                <c:pt idx="153">
                  <c:v>-159985.14999999997</c:v>
                </c:pt>
                <c:pt idx="154">
                  <c:v>-160156.35999999996</c:v>
                </c:pt>
                <c:pt idx="155">
                  <c:v>-163837.16999999995</c:v>
                </c:pt>
                <c:pt idx="156">
                  <c:v>-167656.55999999997</c:v>
                </c:pt>
                <c:pt idx="157">
                  <c:v>-167760.46999999997</c:v>
                </c:pt>
                <c:pt idx="158">
                  <c:v>-167616.91999999998</c:v>
                </c:pt>
                <c:pt idx="159">
                  <c:v>-168471.67999999999</c:v>
                </c:pt>
                <c:pt idx="160">
                  <c:v>-169115.61</c:v>
                </c:pt>
                <c:pt idx="161">
                  <c:v>-169607.27</c:v>
                </c:pt>
                <c:pt idx="162">
                  <c:v>-171534.72999999998</c:v>
                </c:pt>
                <c:pt idx="163">
                  <c:v>-171489.50999999998</c:v>
                </c:pt>
                <c:pt idx="164">
                  <c:v>-170985.80999999997</c:v>
                </c:pt>
                <c:pt idx="165">
                  <c:v>-168398.98999999996</c:v>
                </c:pt>
                <c:pt idx="166">
                  <c:v>-167750.76999999996</c:v>
                </c:pt>
                <c:pt idx="167">
                  <c:v>-168177.71999999997</c:v>
                </c:pt>
                <c:pt idx="168">
                  <c:v>-170800.75999999998</c:v>
                </c:pt>
                <c:pt idx="169">
                  <c:v>-173111.74999999997</c:v>
                </c:pt>
                <c:pt idx="170">
                  <c:v>-176462.30999999997</c:v>
                </c:pt>
                <c:pt idx="171">
                  <c:v>-178016.46999999997</c:v>
                </c:pt>
                <c:pt idx="172">
                  <c:v>-179699.23999999996</c:v>
                </c:pt>
                <c:pt idx="173">
                  <c:v>-182335.43999999997</c:v>
                </c:pt>
                <c:pt idx="174">
                  <c:v>-181874.48999999996</c:v>
                </c:pt>
                <c:pt idx="175">
                  <c:v>-181856.00999999995</c:v>
                </c:pt>
                <c:pt idx="176">
                  <c:v>-181798.70999999996</c:v>
                </c:pt>
                <c:pt idx="177">
                  <c:v>-182293.61999999997</c:v>
                </c:pt>
                <c:pt idx="178">
                  <c:v>-185576.65999999997</c:v>
                </c:pt>
                <c:pt idx="179">
                  <c:v>-188571.02999999997</c:v>
                </c:pt>
                <c:pt idx="180">
                  <c:v>-190640.23999999996</c:v>
                </c:pt>
                <c:pt idx="181">
                  <c:v>-190515.90999999997</c:v>
                </c:pt>
                <c:pt idx="182">
                  <c:v>-190617.02999999997</c:v>
                </c:pt>
                <c:pt idx="183">
                  <c:v>-192373.68999999997</c:v>
                </c:pt>
                <c:pt idx="184">
                  <c:v>-195005.13999999998</c:v>
                </c:pt>
                <c:pt idx="185">
                  <c:v>-197086.21999999997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09-44DC-89D2-BECCB2BF6CA2}"/>
            </c:ext>
          </c:extLst>
        </c:ser>
        <c:ser>
          <c:idx val="1"/>
          <c:order val="1"/>
          <c:tx>
            <c:strRef>
              <c:f>'연초이후 (D)_2026'!$L$14</c:f>
              <c:strCache>
                <c:ptCount val="1"/>
                <c:pt idx="0">
                  <c:v>기관 누적순매수</c:v>
                </c:pt>
              </c:strCache>
            </c:strRef>
          </c:tx>
          <c:spPr>
            <a:ln w="12700" cap="rnd">
              <a:solidFill>
                <a:srgbClr val="A6A6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'연초이후 (D)_2026'!$J$16:$J$599</c:f>
              <c:numCache>
                <c:formatCode>m/d/yyyy</c:formatCode>
                <c:ptCount val="584"/>
                <c:pt idx="0">
                  <c:v>46027</c:v>
                </c:pt>
                <c:pt idx="1">
                  <c:v>46028</c:v>
                </c:pt>
                <c:pt idx="2">
                  <c:v>46029</c:v>
                </c:pt>
                <c:pt idx="3">
                  <c:v>46030</c:v>
                </c:pt>
                <c:pt idx="4">
                  <c:v>46031</c:v>
                </c:pt>
                <c:pt idx="5">
                  <c:v>46034</c:v>
                </c:pt>
                <c:pt idx="6">
                  <c:v>46035</c:v>
                </c:pt>
                <c:pt idx="7">
                  <c:v>46036</c:v>
                </c:pt>
                <c:pt idx="8">
                  <c:v>46037</c:v>
                </c:pt>
                <c:pt idx="9">
                  <c:v>46038</c:v>
                </c:pt>
                <c:pt idx="10">
                  <c:v>46041</c:v>
                </c:pt>
                <c:pt idx="11">
                  <c:v>46042</c:v>
                </c:pt>
                <c:pt idx="12">
                  <c:v>46043</c:v>
                </c:pt>
                <c:pt idx="13">
                  <c:v>46044</c:v>
                </c:pt>
                <c:pt idx="14">
                  <c:v>46045</c:v>
                </c:pt>
                <c:pt idx="15">
                  <c:v>46048</c:v>
                </c:pt>
                <c:pt idx="16">
                  <c:v>46049</c:v>
                </c:pt>
                <c:pt idx="17">
                  <c:v>46050</c:v>
                </c:pt>
                <c:pt idx="18">
                  <c:v>46051</c:v>
                </c:pt>
                <c:pt idx="19">
                  <c:v>46052</c:v>
                </c:pt>
                <c:pt idx="20">
                  <c:v>46055</c:v>
                </c:pt>
                <c:pt idx="21">
                  <c:v>46056</c:v>
                </c:pt>
                <c:pt idx="22">
                  <c:v>46057</c:v>
                </c:pt>
                <c:pt idx="23">
                  <c:v>46058</c:v>
                </c:pt>
                <c:pt idx="24">
                  <c:v>46059</c:v>
                </c:pt>
                <c:pt idx="25">
                  <c:v>46062</c:v>
                </c:pt>
                <c:pt idx="26">
                  <c:v>46063</c:v>
                </c:pt>
                <c:pt idx="27">
                  <c:v>46064</c:v>
                </c:pt>
                <c:pt idx="28">
                  <c:v>46065</c:v>
                </c:pt>
                <c:pt idx="29">
                  <c:v>46066</c:v>
                </c:pt>
                <c:pt idx="30">
                  <c:v>46072</c:v>
                </c:pt>
                <c:pt idx="31">
                  <c:v>46073</c:v>
                </c:pt>
                <c:pt idx="32">
                  <c:v>46076</c:v>
                </c:pt>
                <c:pt idx="33">
                  <c:v>46077</c:v>
                </c:pt>
                <c:pt idx="34">
                  <c:v>46078</c:v>
                </c:pt>
                <c:pt idx="35">
                  <c:v>46079</c:v>
                </c:pt>
                <c:pt idx="36">
                  <c:v>46080</c:v>
                </c:pt>
                <c:pt idx="37">
                  <c:v>46084</c:v>
                </c:pt>
                <c:pt idx="38">
                  <c:v>46085</c:v>
                </c:pt>
                <c:pt idx="39">
                  <c:v>46086</c:v>
                </c:pt>
                <c:pt idx="40">
                  <c:v>46087</c:v>
                </c:pt>
                <c:pt idx="41">
                  <c:v>46090</c:v>
                </c:pt>
                <c:pt idx="42">
                  <c:v>46091</c:v>
                </c:pt>
                <c:pt idx="43">
                  <c:v>46092</c:v>
                </c:pt>
                <c:pt idx="44">
                  <c:v>46093</c:v>
                </c:pt>
                <c:pt idx="45">
                  <c:v>46094</c:v>
                </c:pt>
                <c:pt idx="46">
                  <c:v>46097</c:v>
                </c:pt>
                <c:pt idx="47">
                  <c:v>46098</c:v>
                </c:pt>
                <c:pt idx="48">
                  <c:v>46099</c:v>
                </c:pt>
                <c:pt idx="49">
                  <c:v>46100</c:v>
                </c:pt>
                <c:pt idx="50">
                  <c:v>46101</c:v>
                </c:pt>
                <c:pt idx="51">
                  <c:v>46104</c:v>
                </c:pt>
                <c:pt idx="52">
                  <c:v>46105</c:v>
                </c:pt>
                <c:pt idx="53">
                  <c:v>46106</c:v>
                </c:pt>
                <c:pt idx="54">
                  <c:v>46107</c:v>
                </c:pt>
                <c:pt idx="55">
                  <c:v>46108</c:v>
                </c:pt>
                <c:pt idx="56">
                  <c:v>46111</c:v>
                </c:pt>
                <c:pt idx="57">
                  <c:v>46112</c:v>
                </c:pt>
                <c:pt idx="58">
                  <c:v>46113</c:v>
                </c:pt>
                <c:pt idx="59">
                  <c:v>46114</c:v>
                </c:pt>
                <c:pt idx="60">
                  <c:v>46115</c:v>
                </c:pt>
                <c:pt idx="61">
                  <c:v>46118</c:v>
                </c:pt>
                <c:pt idx="62">
                  <c:v>46119</c:v>
                </c:pt>
                <c:pt idx="63">
                  <c:v>46120</c:v>
                </c:pt>
                <c:pt idx="64">
                  <c:v>46121</c:v>
                </c:pt>
                <c:pt idx="65">
                  <c:v>46122</c:v>
                </c:pt>
                <c:pt idx="66">
                  <c:v>46125</c:v>
                </c:pt>
                <c:pt idx="67">
                  <c:v>46126</c:v>
                </c:pt>
                <c:pt idx="68">
                  <c:v>46127</c:v>
                </c:pt>
                <c:pt idx="69">
                  <c:v>46128</c:v>
                </c:pt>
                <c:pt idx="70">
                  <c:v>46129</c:v>
                </c:pt>
                <c:pt idx="71">
                  <c:v>46132</c:v>
                </c:pt>
                <c:pt idx="72">
                  <c:v>46133</c:v>
                </c:pt>
                <c:pt idx="73">
                  <c:v>46134</c:v>
                </c:pt>
                <c:pt idx="74">
                  <c:v>46135</c:v>
                </c:pt>
                <c:pt idx="75">
                  <c:v>46136</c:v>
                </c:pt>
                <c:pt idx="76">
                  <c:v>46139</c:v>
                </c:pt>
                <c:pt idx="77">
                  <c:v>46140</c:v>
                </c:pt>
                <c:pt idx="78">
                  <c:v>46141</c:v>
                </c:pt>
                <c:pt idx="79">
                  <c:v>46142</c:v>
                </c:pt>
                <c:pt idx="80">
                  <c:v>46146</c:v>
                </c:pt>
                <c:pt idx="81">
                  <c:v>46148</c:v>
                </c:pt>
                <c:pt idx="82">
                  <c:v>46149</c:v>
                </c:pt>
                <c:pt idx="83">
                  <c:v>46150</c:v>
                </c:pt>
                <c:pt idx="84">
                  <c:v>46153</c:v>
                </c:pt>
                <c:pt idx="85">
                  <c:v>46154</c:v>
                </c:pt>
                <c:pt idx="86">
                  <c:v>46155</c:v>
                </c:pt>
                <c:pt idx="87">
                  <c:v>46156</c:v>
                </c:pt>
                <c:pt idx="88">
                  <c:v>46157</c:v>
                </c:pt>
                <c:pt idx="89">
                  <c:v>46160</c:v>
                </c:pt>
                <c:pt idx="90">
                  <c:v>46161</c:v>
                </c:pt>
                <c:pt idx="91">
                  <c:v>46162</c:v>
                </c:pt>
                <c:pt idx="92">
                  <c:v>46163</c:v>
                </c:pt>
                <c:pt idx="93">
                  <c:v>46164</c:v>
                </c:pt>
                <c:pt idx="94">
                  <c:v>46168</c:v>
                </c:pt>
                <c:pt idx="95">
                  <c:v>46169</c:v>
                </c:pt>
                <c:pt idx="96">
                  <c:v>46170</c:v>
                </c:pt>
                <c:pt idx="97">
                  <c:v>46171</c:v>
                </c:pt>
                <c:pt idx="98">
                  <c:v>46174</c:v>
                </c:pt>
                <c:pt idx="99">
                  <c:v>46175</c:v>
                </c:pt>
                <c:pt idx="100">
                  <c:v>46177</c:v>
                </c:pt>
                <c:pt idx="101">
                  <c:v>46178</c:v>
                </c:pt>
                <c:pt idx="102">
                  <c:v>46181</c:v>
                </c:pt>
                <c:pt idx="103">
                  <c:v>46182</c:v>
                </c:pt>
                <c:pt idx="104">
                  <c:v>46183</c:v>
                </c:pt>
                <c:pt idx="105">
                  <c:v>46184</c:v>
                </c:pt>
                <c:pt idx="106">
                  <c:v>46185</c:v>
                </c:pt>
                <c:pt idx="107">
                  <c:v>46188</c:v>
                </c:pt>
                <c:pt idx="108">
                  <c:v>46189</c:v>
                </c:pt>
                <c:pt idx="109">
                  <c:v>46190</c:v>
                </c:pt>
                <c:pt idx="110">
                  <c:v>46191</c:v>
                </c:pt>
                <c:pt idx="111">
                  <c:v>46192</c:v>
                </c:pt>
                <c:pt idx="112">
                  <c:v>46195</c:v>
                </c:pt>
                <c:pt idx="113">
                  <c:v>46196</c:v>
                </c:pt>
                <c:pt idx="114">
                  <c:v>46197</c:v>
                </c:pt>
                <c:pt idx="115">
                  <c:v>46198</c:v>
                </c:pt>
                <c:pt idx="116">
                  <c:v>46199</c:v>
                </c:pt>
                <c:pt idx="117">
                  <c:v>46202</c:v>
                </c:pt>
                <c:pt idx="118">
                  <c:v>46203</c:v>
                </c:pt>
                <c:pt idx="119">
                  <c:v>46204</c:v>
                </c:pt>
                <c:pt idx="120">
                  <c:v>46205</c:v>
                </c:pt>
                <c:pt idx="121">
                  <c:v>46206</c:v>
                </c:pt>
                <c:pt idx="122">
                  <c:v>46209</c:v>
                </c:pt>
                <c:pt idx="123">
                  <c:v>46210</c:v>
                </c:pt>
                <c:pt idx="124">
                  <c:v>46211</c:v>
                </c:pt>
                <c:pt idx="125">
                  <c:v>46212</c:v>
                </c:pt>
                <c:pt idx="126">
                  <c:v>46213</c:v>
                </c:pt>
                <c:pt idx="127">
                  <c:v>46216</c:v>
                </c:pt>
                <c:pt idx="128">
                  <c:v>46217</c:v>
                </c:pt>
                <c:pt idx="129">
                  <c:v>46218</c:v>
                </c:pt>
                <c:pt idx="130">
                  <c:v>46219</c:v>
                </c:pt>
                <c:pt idx="131">
                  <c:v>46223</c:v>
                </c:pt>
                <c:pt idx="132">
                  <c:v>46224</c:v>
                </c:pt>
                <c:pt idx="133">
                  <c:v>46225</c:v>
                </c:pt>
                <c:pt idx="134">
                  <c:v>46226</c:v>
                </c:pt>
                <c:pt idx="135">
                  <c:v>46227</c:v>
                </c:pt>
                <c:pt idx="136">
                  <c:v>46230</c:v>
                </c:pt>
                <c:pt idx="137">
                  <c:v>46231</c:v>
                </c:pt>
                <c:pt idx="138">
                  <c:v>46232</c:v>
                </c:pt>
                <c:pt idx="139">
                  <c:v>46233</c:v>
                </c:pt>
                <c:pt idx="140">
                  <c:v>46234</c:v>
                </c:pt>
                <c:pt idx="141">
                  <c:v>46237</c:v>
                </c:pt>
                <c:pt idx="142">
                  <c:v>46238</c:v>
                </c:pt>
                <c:pt idx="143">
                  <c:v>46239</c:v>
                </c:pt>
                <c:pt idx="144">
                  <c:v>46240</c:v>
                </c:pt>
                <c:pt idx="145">
                  <c:v>46241</c:v>
                </c:pt>
                <c:pt idx="146">
                  <c:v>46244</c:v>
                </c:pt>
                <c:pt idx="147">
                  <c:v>46245</c:v>
                </c:pt>
                <c:pt idx="148">
                  <c:v>46246</c:v>
                </c:pt>
                <c:pt idx="149">
                  <c:v>46247</c:v>
                </c:pt>
                <c:pt idx="150">
                  <c:v>46248</c:v>
                </c:pt>
                <c:pt idx="151">
                  <c:v>46252</c:v>
                </c:pt>
                <c:pt idx="152">
                  <c:v>46253</c:v>
                </c:pt>
                <c:pt idx="153">
                  <c:v>46254</c:v>
                </c:pt>
                <c:pt idx="154">
                  <c:v>46255</c:v>
                </c:pt>
                <c:pt idx="155">
                  <c:v>46258</c:v>
                </c:pt>
                <c:pt idx="156">
                  <c:v>46259</c:v>
                </c:pt>
                <c:pt idx="157">
                  <c:v>46260</c:v>
                </c:pt>
                <c:pt idx="158">
                  <c:v>46261</c:v>
                </c:pt>
                <c:pt idx="159">
                  <c:v>46262</c:v>
                </c:pt>
                <c:pt idx="160">
                  <c:v>46265</c:v>
                </c:pt>
                <c:pt idx="161">
                  <c:v>46266</c:v>
                </c:pt>
                <c:pt idx="162">
                  <c:v>46267</c:v>
                </c:pt>
                <c:pt idx="163">
                  <c:v>46268</c:v>
                </c:pt>
                <c:pt idx="164">
                  <c:v>46269</c:v>
                </c:pt>
                <c:pt idx="165">
                  <c:v>46272</c:v>
                </c:pt>
                <c:pt idx="166">
                  <c:v>46273</c:v>
                </c:pt>
                <c:pt idx="167">
                  <c:v>46274</c:v>
                </c:pt>
                <c:pt idx="168">
                  <c:v>46275</c:v>
                </c:pt>
                <c:pt idx="169">
                  <c:v>46276</c:v>
                </c:pt>
                <c:pt idx="170">
                  <c:v>46279</c:v>
                </c:pt>
                <c:pt idx="171">
                  <c:v>46280</c:v>
                </c:pt>
                <c:pt idx="172">
                  <c:v>46281</c:v>
                </c:pt>
                <c:pt idx="173">
                  <c:v>46282</c:v>
                </c:pt>
                <c:pt idx="174">
                  <c:v>46283</c:v>
                </c:pt>
                <c:pt idx="175">
                  <c:v>46286</c:v>
                </c:pt>
                <c:pt idx="176">
                  <c:v>46287</c:v>
                </c:pt>
                <c:pt idx="177">
                  <c:v>46288</c:v>
                </c:pt>
                <c:pt idx="178">
                  <c:v>46293</c:v>
                </c:pt>
                <c:pt idx="179">
                  <c:v>46294</c:v>
                </c:pt>
                <c:pt idx="180">
                  <c:v>46295</c:v>
                </c:pt>
                <c:pt idx="181">
                  <c:v>46296</c:v>
                </c:pt>
                <c:pt idx="182">
                  <c:v>46297</c:v>
                </c:pt>
                <c:pt idx="183">
                  <c:v>46301</c:v>
                </c:pt>
                <c:pt idx="184">
                  <c:v>46302</c:v>
                </c:pt>
                <c:pt idx="185">
                  <c:v>46303</c:v>
                </c:pt>
              </c:numCache>
            </c:numRef>
          </c:cat>
          <c:val>
            <c:numRef>
              <c:f>'연초이후 (D)_2026'!$L$16:$L$599</c:f>
              <c:numCache>
                <c:formatCode>#,##0_ </c:formatCode>
                <c:ptCount val="584"/>
                <c:pt idx="0">
                  <c:v>-952.21999999999991</c:v>
                </c:pt>
                <c:pt idx="1">
                  <c:v>-1018.6599999999999</c:v>
                </c:pt>
                <c:pt idx="2">
                  <c:v>-1958.3799999999999</c:v>
                </c:pt>
                <c:pt idx="3">
                  <c:v>-3359.79</c:v>
                </c:pt>
                <c:pt idx="4">
                  <c:v>-2155.1999999999998</c:v>
                </c:pt>
                <c:pt idx="5">
                  <c:v>-1945.1299999999999</c:v>
                </c:pt>
                <c:pt idx="6">
                  <c:v>-1157</c:v>
                </c:pt>
                <c:pt idx="7">
                  <c:v>-568.29</c:v>
                </c:pt>
                <c:pt idx="8">
                  <c:v>722.26</c:v>
                </c:pt>
                <c:pt idx="9">
                  <c:v>1030.6100000000001</c:v>
                </c:pt>
                <c:pt idx="10">
                  <c:v>1004.9700000000001</c:v>
                </c:pt>
                <c:pt idx="11">
                  <c:v>355.00000000000011</c:v>
                </c:pt>
                <c:pt idx="12">
                  <c:v>676.67000000000007</c:v>
                </c:pt>
                <c:pt idx="13">
                  <c:v>519.84</c:v>
                </c:pt>
                <c:pt idx="14">
                  <c:v>998.8</c:v>
                </c:pt>
                <c:pt idx="15">
                  <c:v>-542.62000000000012</c:v>
                </c:pt>
                <c:pt idx="16">
                  <c:v>-295.22000000000014</c:v>
                </c:pt>
                <c:pt idx="17">
                  <c:v>-1697.3200000000002</c:v>
                </c:pt>
                <c:pt idx="18">
                  <c:v>-1864.63</c:v>
                </c:pt>
                <c:pt idx="19">
                  <c:v>-2288.73</c:v>
                </c:pt>
                <c:pt idx="20">
                  <c:v>-4501.2800000000007</c:v>
                </c:pt>
                <c:pt idx="21">
                  <c:v>-2330.4900000000007</c:v>
                </c:pt>
                <c:pt idx="22">
                  <c:v>-546.86000000000058</c:v>
                </c:pt>
                <c:pt idx="23">
                  <c:v>-2616.1300000000006</c:v>
                </c:pt>
                <c:pt idx="24">
                  <c:v>-1674.7600000000007</c:v>
                </c:pt>
                <c:pt idx="25">
                  <c:v>1037.5799999999995</c:v>
                </c:pt>
                <c:pt idx="26">
                  <c:v>1601.8899999999994</c:v>
                </c:pt>
                <c:pt idx="27">
                  <c:v>2294.5499999999993</c:v>
                </c:pt>
                <c:pt idx="28">
                  <c:v>3674.5499999999993</c:v>
                </c:pt>
                <c:pt idx="29">
                  <c:v>3757.6199999999994</c:v>
                </c:pt>
                <c:pt idx="30">
                  <c:v>5411.8399999999992</c:v>
                </c:pt>
                <c:pt idx="31">
                  <c:v>7026.7899999999991</c:v>
                </c:pt>
                <c:pt idx="32">
                  <c:v>6899.6699999999992</c:v>
                </c:pt>
                <c:pt idx="33">
                  <c:v>9276.9399999999987</c:v>
                </c:pt>
                <c:pt idx="34">
                  <c:v>10747.059999999998</c:v>
                </c:pt>
                <c:pt idx="35">
                  <c:v>12003.969999999998</c:v>
                </c:pt>
                <c:pt idx="36">
                  <c:v>12570.589999999998</c:v>
                </c:pt>
                <c:pt idx="37">
                  <c:v>11684.669999999998</c:v>
                </c:pt>
                <c:pt idx="38">
                  <c:v>11086.849999999999</c:v>
                </c:pt>
                <c:pt idx="39">
                  <c:v>9368.2899999999991</c:v>
                </c:pt>
                <c:pt idx="40">
                  <c:v>8254.1299999999992</c:v>
                </c:pt>
                <c:pt idx="41">
                  <c:v>6710.07</c:v>
                </c:pt>
                <c:pt idx="42">
                  <c:v>7626.4699999999993</c:v>
                </c:pt>
                <c:pt idx="43">
                  <c:v>8408.6099999999988</c:v>
                </c:pt>
                <c:pt idx="44">
                  <c:v>8486.14</c:v>
                </c:pt>
                <c:pt idx="45">
                  <c:v>7442.74</c:v>
                </c:pt>
                <c:pt idx="46">
                  <c:v>7533.8099999999995</c:v>
                </c:pt>
                <c:pt idx="47">
                  <c:v>8267.869999999999</c:v>
                </c:pt>
                <c:pt idx="48">
                  <c:v>11377.13</c:v>
                </c:pt>
                <c:pt idx="49">
                  <c:v>10712.23</c:v>
                </c:pt>
                <c:pt idx="50">
                  <c:v>9686.2099999999991</c:v>
                </c:pt>
                <c:pt idx="51">
                  <c:v>5868.9099999999989</c:v>
                </c:pt>
                <c:pt idx="52">
                  <c:v>6837.2199999999993</c:v>
                </c:pt>
                <c:pt idx="53">
                  <c:v>9160.18</c:v>
                </c:pt>
                <c:pt idx="54">
                  <c:v>8860.26</c:v>
                </c:pt>
                <c:pt idx="55">
                  <c:v>9638.73</c:v>
                </c:pt>
                <c:pt idx="56">
                  <c:v>10483.689999999999</c:v>
                </c:pt>
                <c:pt idx="57">
                  <c:v>11508.749999999998</c:v>
                </c:pt>
                <c:pt idx="58">
                  <c:v>15550.619999999999</c:v>
                </c:pt>
                <c:pt idx="59">
                  <c:v>14098.91</c:v>
                </c:pt>
                <c:pt idx="60">
                  <c:v>14837.869999999999</c:v>
                </c:pt>
                <c:pt idx="61">
                  <c:v>15675.019999999999</c:v>
                </c:pt>
                <c:pt idx="62">
                  <c:v>15274.939999999999</c:v>
                </c:pt>
                <c:pt idx="63">
                  <c:v>18001.71</c:v>
                </c:pt>
                <c:pt idx="64">
                  <c:v>15489.22</c:v>
                </c:pt>
                <c:pt idx="65">
                  <c:v>15286.109999999999</c:v>
                </c:pt>
                <c:pt idx="66">
                  <c:v>14616.269999999999</c:v>
                </c:pt>
                <c:pt idx="67">
                  <c:v>15870.73</c:v>
                </c:pt>
                <c:pt idx="68">
                  <c:v>15907.539999999999</c:v>
                </c:pt>
                <c:pt idx="69">
                  <c:v>16985.849999999999</c:v>
                </c:pt>
                <c:pt idx="70">
                  <c:v>17135.96</c:v>
                </c:pt>
                <c:pt idx="71">
                  <c:v>17429.75</c:v>
                </c:pt>
                <c:pt idx="72">
                  <c:v>18347.82</c:v>
                </c:pt>
                <c:pt idx="73">
                  <c:v>17943.23</c:v>
                </c:pt>
                <c:pt idx="74">
                  <c:v>17646.68</c:v>
                </c:pt>
                <c:pt idx="75">
                  <c:v>18451.990000000002</c:v>
                </c:pt>
                <c:pt idx="76">
                  <c:v>19586.920000000002</c:v>
                </c:pt>
                <c:pt idx="77">
                  <c:v>19940.120000000003</c:v>
                </c:pt>
                <c:pt idx="78">
                  <c:v>20417.190000000002</c:v>
                </c:pt>
                <c:pt idx="79">
                  <c:v>20700.980000000003</c:v>
                </c:pt>
                <c:pt idx="80">
                  <c:v>22710.760000000002</c:v>
                </c:pt>
                <c:pt idx="81">
                  <c:v>20421.340000000004</c:v>
                </c:pt>
                <c:pt idx="82">
                  <c:v>21313.030000000002</c:v>
                </c:pt>
                <c:pt idx="83">
                  <c:v>22567.270000000004</c:v>
                </c:pt>
                <c:pt idx="84">
                  <c:v>22521.460000000003</c:v>
                </c:pt>
                <c:pt idx="85">
                  <c:v>21307.660000000003</c:v>
                </c:pt>
                <c:pt idx="86">
                  <c:v>22995.260000000002</c:v>
                </c:pt>
                <c:pt idx="87">
                  <c:v>23187.980000000003</c:v>
                </c:pt>
                <c:pt idx="88">
                  <c:v>21453.260000000002</c:v>
                </c:pt>
                <c:pt idx="89">
                  <c:v>22843.640000000003</c:v>
                </c:pt>
                <c:pt idx="90">
                  <c:v>23001.120000000003</c:v>
                </c:pt>
                <c:pt idx="91">
                  <c:v>24108.080000000002</c:v>
                </c:pt>
                <c:pt idx="92">
                  <c:v>27008.910000000003</c:v>
                </c:pt>
                <c:pt idx="93">
                  <c:v>27767.230000000003</c:v>
                </c:pt>
                <c:pt idx="94">
                  <c:v>28584.000000000004</c:v>
                </c:pt>
                <c:pt idx="95">
                  <c:v>28571.450000000004</c:v>
                </c:pt>
                <c:pt idx="96">
                  <c:v>27529.290000000005</c:v>
                </c:pt>
                <c:pt idx="97">
                  <c:v>29898.070000000003</c:v>
                </c:pt>
                <c:pt idx="98">
                  <c:v>32340.800000000003</c:v>
                </c:pt>
                <c:pt idx="99">
                  <c:v>32286.22</c:v>
                </c:pt>
                <c:pt idx="100">
                  <c:v>33811.67</c:v>
                </c:pt>
                <c:pt idx="101">
                  <c:v>32430.809999999998</c:v>
                </c:pt>
                <c:pt idx="102">
                  <c:v>30714.39</c:v>
                </c:pt>
                <c:pt idx="103">
                  <c:v>33219.21</c:v>
                </c:pt>
                <c:pt idx="104">
                  <c:v>30952.68</c:v>
                </c:pt>
                <c:pt idx="105">
                  <c:v>30196.54</c:v>
                </c:pt>
                <c:pt idx="106">
                  <c:v>32483.52</c:v>
                </c:pt>
                <c:pt idx="107">
                  <c:v>32929.67</c:v>
                </c:pt>
                <c:pt idx="108">
                  <c:v>33637.31</c:v>
                </c:pt>
                <c:pt idx="109">
                  <c:v>34232.97</c:v>
                </c:pt>
                <c:pt idx="110">
                  <c:v>33464.75</c:v>
                </c:pt>
                <c:pt idx="111">
                  <c:v>32240.32</c:v>
                </c:pt>
                <c:pt idx="112">
                  <c:v>32543.71</c:v>
                </c:pt>
                <c:pt idx="113">
                  <c:v>28067.699999999997</c:v>
                </c:pt>
                <c:pt idx="114">
                  <c:v>29977.249999999996</c:v>
                </c:pt>
                <c:pt idx="115">
                  <c:v>33301.67</c:v>
                </c:pt>
                <c:pt idx="116">
                  <c:v>29179.289999999997</c:v>
                </c:pt>
                <c:pt idx="117">
                  <c:v>32111.96</c:v>
                </c:pt>
                <c:pt idx="118">
                  <c:v>35045.159999999996</c:v>
                </c:pt>
                <c:pt idx="119">
                  <c:v>34975.17</c:v>
                </c:pt>
                <c:pt idx="120">
                  <c:v>32892.639999999999</c:v>
                </c:pt>
                <c:pt idx="121">
                  <c:v>37300.519999999997</c:v>
                </c:pt>
                <c:pt idx="122">
                  <c:v>35838.68</c:v>
                </c:pt>
                <c:pt idx="123">
                  <c:v>35527.919999999998</c:v>
                </c:pt>
                <c:pt idx="124">
                  <c:v>35172.699999999997</c:v>
                </c:pt>
                <c:pt idx="125">
                  <c:v>36461.149999999994</c:v>
                </c:pt>
                <c:pt idx="126">
                  <c:v>37592.539999999994</c:v>
                </c:pt>
                <c:pt idx="127">
                  <c:v>35358.719999999994</c:v>
                </c:pt>
                <c:pt idx="128">
                  <c:v>38570.389999999992</c:v>
                </c:pt>
                <c:pt idx="129">
                  <c:v>38769.599999999991</c:v>
                </c:pt>
                <c:pt idx="130">
                  <c:v>36386.499999999993</c:v>
                </c:pt>
                <c:pt idx="131">
                  <c:v>35463.009999999995</c:v>
                </c:pt>
                <c:pt idx="132">
                  <c:v>36837.449999999997</c:v>
                </c:pt>
                <c:pt idx="133">
                  <c:v>35441.149999999994</c:v>
                </c:pt>
                <c:pt idx="134">
                  <c:v>35538.699999999997</c:v>
                </c:pt>
                <c:pt idx="135">
                  <c:v>33587.259999999995</c:v>
                </c:pt>
                <c:pt idx="136">
                  <c:v>34446.799999999996</c:v>
                </c:pt>
                <c:pt idx="137">
                  <c:v>34629.829999999994</c:v>
                </c:pt>
                <c:pt idx="138">
                  <c:v>37806.769999999997</c:v>
                </c:pt>
                <c:pt idx="139">
                  <c:v>37887.289999999994</c:v>
                </c:pt>
                <c:pt idx="140">
                  <c:v>39037.579999999994</c:v>
                </c:pt>
                <c:pt idx="141">
                  <c:v>37085.949999999997</c:v>
                </c:pt>
                <c:pt idx="142">
                  <c:v>36547.49</c:v>
                </c:pt>
                <c:pt idx="143">
                  <c:v>36263.729999999996</c:v>
                </c:pt>
                <c:pt idx="144">
                  <c:v>36142.299999999996</c:v>
                </c:pt>
                <c:pt idx="145">
                  <c:v>36727.67</c:v>
                </c:pt>
                <c:pt idx="146">
                  <c:v>37296.82</c:v>
                </c:pt>
                <c:pt idx="147">
                  <c:v>37318.07</c:v>
                </c:pt>
                <c:pt idx="148">
                  <c:v>37845.97</c:v>
                </c:pt>
                <c:pt idx="149">
                  <c:v>38529.380000000005</c:v>
                </c:pt>
                <c:pt idx="150">
                  <c:v>37499.560000000005</c:v>
                </c:pt>
                <c:pt idx="151">
                  <c:v>36704.420000000006</c:v>
                </c:pt>
                <c:pt idx="152">
                  <c:v>35365.470000000008</c:v>
                </c:pt>
                <c:pt idx="153">
                  <c:v>34875.960000000006</c:v>
                </c:pt>
                <c:pt idx="154">
                  <c:v>35124.040000000008</c:v>
                </c:pt>
                <c:pt idx="155">
                  <c:v>33833.920000000006</c:v>
                </c:pt>
                <c:pt idx="156">
                  <c:v>35005.000000000007</c:v>
                </c:pt>
                <c:pt idx="157">
                  <c:v>35766.510000000009</c:v>
                </c:pt>
                <c:pt idx="158">
                  <c:v>35950.040000000008</c:v>
                </c:pt>
                <c:pt idx="159">
                  <c:v>34762.490000000005</c:v>
                </c:pt>
                <c:pt idx="160">
                  <c:v>33973.350000000006</c:v>
                </c:pt>
                <c:pt idx="161">
                  <c:v>33344.740000000005</c:v>
                </c:pt>
                <c:pt idx="162">
                  <c:v>31308.600000000006</c:v>
                </c:pt>
                <c:pt idx="163">
                  <c:v>32222.950000000004</c:v>
                </c:pt>
                <c:pt idx="164">
                  <c:v>33892.360000000008</c:v>
                </c:pt>
                <c:pt idx="165">
                  <c:v>36541.420000000006</c:v>
                </c:pt>
                <c:pt idx="166">
                  <c:v>37184.110000000008</c:v>
                </c:pt>
                <c:pt idx="167">
                  <c:v>38126.340000000011</c:v>
                </c:pt>
                <c:pt idx="168">
                  <c:v>38700.700000000012</c:v>
                </c:pt>
                <c:pt idx="169">
                  <c:v>37482.310000000012</c:v>
                </c:pt>
                <c:pt idx="170">
                  <c:v>36295.450000000012</c:v>
                </c:pt>
                <c:pt idx="171">
                  <c:v>35343.23000000001</c:v>
                </c:pt>
                <c:pt idx="172">
                  <c:v>36580.37000000001</c:v>
                </c:pt>
                <c:pt idx="173">
                  <c:v>36830.080000000009</c:v>
                </c:pt>
                <c:pt idx="174">
                  <c:v>38362.250000000007</c:v>
                </c:pt>
                <c:pt idx="175">
                  <c:v>39881.200000000004</c:v>
                </c:pt>
                <c:pt idx="176">
                  <c:v>39751.740000000005</c:v>
                </c:pt>
                <c:pt idx="177">
                  <c:v>40075.090000000004</c:v>
                </c:pt>
                <c:pt idx="178">
                  <c:v>39058.210000000006</c:v>
                </c:pt>
                <c:pt idx="179">
                  <c:v>39161.87000000001</c:v>
                </c:pt>
                <c:pt idx="180">
                  <c:v>38362.62000000001</c:v>
                </c:pt>
                <c:pt idx="181">
                  <c:v>38687.810000000012</c:v>
                </c:pt>
                <c:pt idx="182">
                  <c:v>39103.330000000009</c:v>
                </c:pt>
                <c:pt idx="183">
                  <c:v>39099.650000000009</c:v>
                </c:pt>
                <c:pt idx="184">
                  <c:v>38389.570000000007</c:v>
                </c:pt>
                <c:pt idx="185">
                  <c:v>36714.610000000008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09-44DC-89D2-BECCB2BF6CA2}"/>
            </c:ext>
          </c:extLst>
        </c:ser>
        <c:ser>
          <c:idx val="2"/>
          <c:order val="2"/>
          <c:tx>
            <c:strRef>
              <c:f>'연초이후 (D)_2026'!$M$14</c:f>
              <c:strCache>
                <c:ptCount val="1"/>
                <c:pt idx="0">
                  <c:v>개인 누적순매수 </c:v>
                </c:pt>
              </c:strCache>
            </c:strRef>
          </c:tx>
          <c:spPr>
            <a:ln w="12700" cap="rnd">
              <a:solidFill>
                <a:srgbClr val="C1E1FF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'연초이후 (D)_2026'!$J$16:$J$599</c:f>
              <c:numCache>
                <c:formatCode>m/d/yyyy</c:formatCode>
                <c:ptCount val="584"/>
                <c:pt idx="0">
                  <c:v>46027</c:v>
                </c:pt>
                <c:pt idx="1">
                  <c:v>46028</c:v>
                </c:pt>
                <c:pt idx="2">
                  <c:v>46029</c:v>
                </c:pt>
                <c:pt idx="3">
                  <c:v>46030</c:v>
                </c:pt>
                <c:pt idx="4">
                  <c:v>46031</c:v>
                </c:pt>
                <c:pt idx="5">
                  <c:v>46034</c:v>
                </c:pt>
                <c:pt idx="6">
                  <c:v>46035</c:v>
                </c:pt>
                <c:pt idx="7">
                  <c:v>46036</c:v>
                </c:pt>
                <c:pt idx="8">
                  <c:v>46037</c:v>
                </c:pt>
                <c:pt idx="9">
                  <c:v>46038</c:v>
                </c:pt>
                <c:pt idx="10">
                  <c:v>46041</c:v>
                </c:pt>
                <c:pt idx="11">
                  <c:v>46042</c:v>
                </c:pt>
                <c:pt idx="12">
                  <c:v>46043</c:v>
                </c:pt>
                <c:pt idx="13">
                  <c:v>46044</c:v>
                </c:pt>
                <c:pt idx="14">
                  <c:v>46045</c:v>
                </c:pt>
                <c:pt idx="15">
                  <c:v>46048</c:v>
                </c:pt>
                <c:pt idx="16">
                  <c:v>46049</c:v>
                </c:pt>
                <c:pt idx="17">
                  <c:v>46050</c:v>
                </c:pt>
                <c:pt idx="18">
                  <c:v>46051</c:v>
                </c:pt>
                <c:pt idx="19">
                  <c:v>46052</c:v>
                </c:pt>
                <c:pt idx="20">
                  <c:v>46055</c:v>
                </c:pt>
                <c:pt idx="21">
                  <c:v>46056</c:v>
                </c:pt>
                <c:pt idx="22">
                  <c:v>46057</c:v>
                </c:pt>
                <c:pt idx="23">
                  <c:v>46058</c:v>
                </c:pt>
                <c:pt idx="24">
                  <c:v>46059</c:v>
                </c:pt>
                <c:pt idx="25">
                  <c:v>46062</c:v>
                </c:pt>
                <c:pt idx="26">
                  <c:v>46063</c:v>
                </c:pt>
                <c:pt idx="27">
                  <c:v>46064</c:v>
                </c:pt>
                <c:pt idx="28">
                  <c:v>46065</c:v>
                </c:pt>
                <c:pt idx="29">
                  <c:v>46066</c:v>
                </c:pt>
                <c:pt idx="30">
                  <c:v>46072</c:v>
                </c:pt>
                <c:pt idx="31">
                  <c:v>46073</c:v>
                </c:pt>
                <c:pt idx="32">
                  <c:v>46076</c:v>
                </c:pt>
                <c:pt idx="33">
                  <c:v>46077</c:v>
                </c:pt>
                <c:pt idx="34">
                  <c:v>46078</c:v>
                </c:pt>
                <c:pt idx="35">
                  <c:v>46079</c:v>
                </c:pt>
                <c:pt idx="36">
                  <c:v>46080</c:v>
                </c:pt>
                <c:pt idx="37">
                  <c:v>46084</c:v>
                </c:pt>
                <c:pt idx="38">
                  <c:v>46085</c:v>
                </c:pt>
                <c:pt idx="39">
                  <c:v>46086</c:v>
                </c:pt>
                <c:pt idx="40">
                  <c:v>46087</c:v>
                </c:pt>
                <c:pt idx="41">
                  <c:v>46090</c:v>
                </c:pt>
                <c:pt idx="42">
                  <c:v>46091</c:v>
                </c:pt>
                <c:pt idx="43">
                  <c:v>46092</c:v>
                </c:pt>
                <c:pt idx="44">
                  <c:v>46093</c:v>
                </c:pt>
                <c:pt idx="45">
                  <c:v>46094</c:v>
                </c:pt>
                <c:pt idx="46">
                  <c:v>46097</c:v>
                </c:pt>
                <c:pt idx="47">
                  <c:v>46098</c:v>
                </c:pt>
                <c:pt idx="48">
                  <c:v>46099</c:v>
                </c:pt>
                <c:pt idx="49">
                  <c:v>46100</c:v>
                </c:pt>
                <c:pt idx="50">
                  <c:v>46101</c:v>
                </c:pt>
                <c:pt idx="51">
                  <c:v>46104</c:v>
                </c:pt>
                <c:pt idx="52">
                  <c:v>46105</c:v>
                </c:pt>
                <c:pt idx="53">
                  <c:v>46106</c:v>
                </c:pt>
                <c:pt idx="54">
                  <c:v>46107</c:v>
                </c:pt>
                <c:pt idx="55">
                  <c:v>46108</c:v>
                </c:pt>
                <c:pt idx="56">
                  <c:v>46111</c:v>
                </c:pt>
                <c:pt idx="57">
                  <c:v>46112</c:v>
                </c:pt>
                <c:pt idx="58">
                  <c:v>46113</c:v>
                </c:pt>
                <c:pt idx="59">
                  <c:v>46114</c:v>
                </c:pt>
                <c:pt idx="60">
                  <c:v>46115</c:v>
                </c:pt>
                <c:pt idx="61">
                  <c:v>46118</c:v>
                </c:pt>
                <c:pt idx="62">
                  <c:v>46119</c:v>
                </c:pt>
                <c:pt idx="63">
                  <c:v>46120</c:v>
                </c:pt>
                <c:pt idx="64">
                  <c:v>46121</c:v>
                </c:pt>
                <c:pt idx="65">
                  <c:v>46122</c:v>
                </c:pt>
                <c:pt idx="66">
                  <c:v>46125</c:v>
                </c:pt>
                <c:pt idx="67">
                  <c:v>46126</c:v>
                </c:pt>
                <c:pt idx="68">
                  <c:v>46127</c:v>
                </c:pt>
                <c:pt idx="69">
                  <c:v>46128</c:v>
                </c:pt>
                <c:pt idx="70">
                  <c:v>46129</c:v>
                </c:pt>
                <c:pt idx="71">
                  <c:v>46132</c:v>
                </c:pt>
                <c:pt idx="72">
                  <c:v>46133</c:v>
                </c:pt>
                <c:pt idx="73">
                  <c:v>46134</c:v>
                </c:pt>
                <c:pt idx="74">
                  <c:v>46135</c:v>
                </c:pt>
                <c:pt idx="75">
                  <c:v>46136</c:v>
                </c:pt>
                <c:pt idx="76">
                  <c:v>46139</c:v>
                </c:pt>
                <c:pt idx="77">
                  <c:v>46140</c:v>
                </c:pt>
                <c:pt idx="78">
                  <c:v>46141</c:v>
                </c:pt>
                <c:pt idx="79">
                  <c:v>46142</c:v>
                </c:pt>
                <c:pt idx="80">
                  <c:v>46146</c:v>
                </c:pt>
                <c:pt idx="81">
                  <c:v>46148</c:v>
                </c:pt>
                <c:pt idx="82">
                  <c:v>46149</c:v>
                </c:pt>
                <c:pt idx="83">
                  <c:v>46150</c:v>
                </c:pt>
                <c:pt idx="84">
                  <c:v>46153</c:v>
                </c:pt>
                <c:pt idx="85">
                  <c:v>46154</c:v>
                </c:pt>
                <c:pt idx="86">
                  <c:v>46155</c:v>
                </c:pt>
                <c:pt idx="87">
                  <c:v>46156</c:v>
                </c:pt>
                <c:pt idx="88">
                  <c:v>46157</c:v>
                </c:pt>
                <c:pt idx="89">
                  <c:v>46160</c:v>
                </c:pt>
                <c:pt idx="90">
                  <c:v>46161</c:v>
                </c:pt>
                <c:pt idx="91">
                  <c:v>46162</c:v>
                </c:pt>
                <c:pt idx="92">
                  <c:v>46163</c:v>
                </c:pt>
                <c:pt idx="93">
                  <c:v>46164</c:v>
                </c:pt>
                <c:pt idx="94">
                  <c:v>46168</c:v>
                </c:pt>
                <c:pt idx="95">
                  <c:v>46169</c:v>
                </c:pt>
                <c:pt idx="96">
                  <c:v>46170</c:v>
                </c:pt>
                <c:pt idx="97">
                  <c:v>46171</c:v>
                </c:pt>
                <c:pt idx="98">
                  <c:v>46174</c:v>
                </c:pt>
                <c:pt idx="99">
                  <c:v>46175</c:v>
                </c:pt>
                <c:pt idx="100">
                  <c:v>46177</c:v>
                </c:pt>
                <c:pt idx="101">
                  <c:v>46178</c:v>
                </c:pt>
                <c:pt idx="102">
                  <c:v>46181</c:v>
                </c:pt>
                <c:pt idx="103">
                  <c:v>46182</c:v>
                </c:pt>
                <c:pt idx="104">
                  <c:v>46183</c:v>
                </c:pt>
                <c:pt idx="105">
                  <c:v>46184</c:v>
                </c:pt>
                <c:pt idx="106">
                  <c:v>46185</c:v>
                </c:pt>
                <c:pt idx="107">
                  <c:v>46188</c:v>
                </c:pt>
                <c:pt idx="108">
                  <c:v>46189</c:v>
                </c:pt>
                <c:pt idx="109">
                  <c:v>46190</c:v>
                </c:pt>
                <c:pt idx="110">
                  <c:v>46191</c:v>
                </c:pt>
                <c:pt idx="111">
                  <c:v>46192</c:v>
                </c:pt>
                <c:pt idx="112">
                  <c:v>46195</c:v>
                </c:pt>
                <c:pt idx="113">
                  <c:v>46196</c:v>
                </c:pt>
                <c:pt idx="114">
                  <c:v>46197</c:v>
                </c:pt>
                <c:pt idx="115">
                  <c:v>46198</c:v>
                </c:pt>
                <c:pt idx="116">
                  <c:v>46199</c:v>
                </c:pt>
                <c:pt idx="117">
                  <c:v>46202</c:v>
                </c:pt>
                <c:pt idx="118">
                  <c:v>46203</c:v>
                </c:pt>
                <c:pt idx="119">
                  <c:v>46204</c:v>
                </c:pt>
                <c:pt idx="120">
                  <c:v>46205</c:v>
                </c:pt>
                <c:pt idx="121">
                  <c:v>46206</c:v>
                </c:pt>
                <c:pt idx="122">
                  <c:v>46209</c:v>
                </c:pt>
                <c:pt idx="123">
                  <c:v>46210</c:v>
                </c:pt>
                <c:pt idx="124">
                  <c:v>46211</c:v>
                </c:pt>
                <c:pt idx="125">
                  <c:v>46212</c:v>
                </c:pt>
                <c:pt idx="126">
                  <c:v>46213</c:v>
                </c:pt>
                <c:pt idx="127">
                  <c:v>46216</c:v>
                </c:pt>
                <c:pt idx="128">
                  <c:v>46217</c:v>
                </c:pt>
                <c:pt idx="129">
                  <c:v>46218</c:v>
                </c:pt>
                <c:pt idx="130">
                  <c:v>46219</c:v>
                </c:pt>
                <c:pt idx="131">
                  <c:v>46223</c:v>
                </c:pt>
                <c:pt idx="132">
                  <c:v>46224</c:v>
                </c:pt>
                <c:pt idx="133">
                  <c:v>46225</c:v>
                </c:pt>
                <c:pt idx="134">
                  <c:v>46226</c:v>
                </c:pt>
                <c:pt idx="135">
                  <c:v>46227</c:v>
                </c:pt>
                <c:pt idx="136">
                  <c:v>46230</c:v>
                </c:pt>
                <c:pt idx="137">
                  <c:v>46231</c:v>
                </c:pt>
                <c:pt idx="138">
                  <c:v>46232</c:v>
                </c:pt>
                <c:pt idx="139">
                  <c:v>46233</c:v>
                </c:pt>
                <c:pt idx="140">
                  <c:v>46234</c:v>
                </c:pt>
                <c:pt idx="141">
                  <c:v>46237</c:v>
                </c:pt>
                <c:pt idx="142">
                  <c:v>46238</c:v>
                </c:pt>
                <c:pt idx="143">
                  <c:v>46239</c:v>
                </c:pt>
                <c:pt idx="144">
                  <c:v>46240</c:v>
                </c:pt>
                <c:pt idx="145">
                  <c:v>46241</c:v>
                </c:pt>
                <c:pt idx="146">
                  <c:v>46244</c:v>
                </c:pt>
                <c:pt idx="147">
                  <c:v>46245</c:v>
                </c:pt>
                <c:pt idx="148">
                  <c:v>46246</c:v>
                </c:pt>
                <c:pt idx="149">
                  <c:v>46247</c:v>
                </c:pt>
                <c:pt idx="150">
                  <c:v>46248</c:v>
                </c:pt>
                <c:pt idx="151">
                  <c:v>46252</c:v>
                </c:pt>
                <c:pt idx="152">
                  <c:v>46253</c:v>
                </c:pt>
                <c:pt idx="153">
                  <c:v>46254</c:v>
                </c:pt>
                <c:pt idx="154">
                  <c:v>46255</c:v>
                </c:pt>
                <c:pt idx="155">
                  <c:v>46258</c:v>
                </c:pt>
                <c:pt idx="156">
                  <c:v>46259</c:v>
                </c:pt>
                <c:pt idx="157">
                  <c:v>46260</c:v>
                </c:pt>
                <c:pt idx="158">
                  <c:v>46261</c:v>
                </c:pt>
                <c:pt idx="159">
                  <c:v>46262</c:v>
                </c:pt>
                <c:pt idx="160">
                  <c:v>46265</c:v>
                </c:pt>
                <c:pt idx="161">
                  <c:v>46266</c:v>
                </c:pt>
                <c:pt idx="162">
                  <c:v>46267</c:v>
                </c:pt>
                <c:pt idx="163">
                  <c:v>46268</c:v>
                </c:pt>
                <c:pt idx="164">
                  <c:v>46269</c:v>
                </c:pt>
                <c:pt idx="165">
                  <c:v>46272</c:v>
                </c:pt>
                <c:pt idx="166">
                  <c:v>46273</c:v>
                </c:pt>
                <c:pt idx="167">
                  <c:v>46274</c:v>
                </c:pt>
                <c:pt idx="168">
                  <c:v>46275</c:v>
                </c:pt>
                <c:pt idx="169">
                  <c:v>46276</c:v>
                </c:pt>
                <c:pt idx="170">
                  <c:v>46279</c:v>
                </c:pt>
                <c:pt idx="171">
                  <c:v>46280</c:v>
                </c:pt>
                <c:pt idx="172">
                  <c:v>46281</c:v>
                </c:pt>
                <c:pt idx="173">
                  <c:v>46282</c:v>
                </c:pt>
                <c:pt idx="174">
                  <c:v>46283</c:v>
                </c:pt>
                <c:pt idx="175">
                  <c:v>46286</c:v>
                </c:pt>
                <c:pt idx="176">
                  <c:v>46287</c:v>
                </c:pt>
                <c:pt idx="177">
                  <c:v>46288</c:v>
                </c:pt>
                <c:pt idx="178">
                  <c:v>46293</c:v>
                </c:pt>
                <c:pt idx="179">
                  <c:v>46294</c:v>
                </c:pt>
                <c:pt idx="180">
                  <c:v>46295</c:v>
                </c:pt>
                <c:pt idx="181">
                  <c:v>46296</c:v>
                </c:pt>
                <c:pt idx="182">
                  <c:v>46297</c:v>
                </c:pt>
                <c:pt idx="183">
                  <c:v>46301</c:v>
                </c:pt>
                <c:pt idx="184">
                  <c:v>46302</c:v>
                </c:pt>
                <c:pt idx="185">
                  <c:v>46303</c:v>
                </c:pt>
              </c:numCache>
            </c:numRef>
          </c:cat>
          <c:val>
            <c:numRef>
              <c:f>'연초이후 (D)_2026'!$M$16:$M$599</c:f>
              <c:numCache>
                <c:formatCode>#,##0_ </c:formatCode>
                <c:ptCount val="584"/>
                <c:pt idx="0">
                  <c:v>-1939.3200000000002</c:v>
                </c:pt>
                <c:pt idx="1">
                  <c:v>-1343.0100000000002</c:v>
                </c:pt>
                <c:pt idx="2">
                  <c:v>-1637.38</c:v>
                </c:pt>
                <c:pt idx="3">
                  <c:v>-383.42000000000007</c:v>
                </c:pt>
                <c:pt idx="4">
                  <c:v>-249.50000000000009</c:v>
                </c:pt>
                <c:pt idx="5">
                  <c:v>-350.82000000000005</c:v>
                </c:pt>
                <c:pt idx="6">
                  <c:v>-1063.33</c:v>
                </c:pt>
                <c:pt idx="7">
                  <c:v>-1501.06</c:v>
                </c:pt>
                <c:pt idx="8">
                  <c:v>-3324.5699999999997</c:v>
                </c:pt>
                <c:pt idx="9">
                  <c:v>-4262.82</c:v>
                </c:pt>
                <c:pt idx="10">
                  <c:v>-5014.0999999999995</c:v>
                </c:pt>
                <c:pt idx="11">
                  <c:v>-4661.66</c:v>
                </c:pt>
                <c:pt idx="12">
                  <c:v>-5658.2</c:v>
                </c:pt>
                <c:pt idx="13">
                  <c:v>-5502.66</c:v>
                </c:pt>
                <c:pt idx="14">
                  <c:v>-6226.6</c:v>
                </c:pt>
                <c:pt idx="15">
                  <c:v>-4510.9400000000005</c:v>
                </c:pt>
                <c:pt idx="16">
                  <c:v>-5530.6500000000005</c:v>
                </c:pt>
                <c:pt idx="17">
                  <c:v>-4317.5700000000006</c:v>
                </c:pt>
                <c:pt idx="18">
                  <c:v>-2700.2900000000009</c:v>
                </c:pt>
                <c:pt idx="19">
                  <c:v>-402.36000000000104</c:v>
                </c:pt>
                <c:pt idx="20">
                  <c:v>4185.0599999999995</c:v>
                </c:pt>
                <c:pt idx="21">
                  <c:v>1242.7899999999995</c:v>
                </c:pt>
                <c:pt idx="22">
                  <c:v>230.9199999999995</c:v>
                </c:pt>
                <c:pt idx="23">
                  <c:v>7009.9899999999989</c:v>
                </c:pt>
                <c:pt idx="24">
                  <c:v>9183.5899999999983</c:v>
                </c:pt>
                <c:pt idx="25">
                  <c:v>5888.8899999999985</c:v>
                </c:pt>
                <c:pt idx="26">
                  <c:v>5010.909999999998</c:v>
                </c:pt>
                <c:pt idx="27">
                  <c:v>3296.0199999999977</c:v>
                </c:pt>
                <c:pt idx="28">
                  <c:v>-1158.6700000000019</c:v>
                </c:pt>
                <c:pt idx="29">
                  <c:v>-444.55000000000189</c:v>
                </c:pt>
                <c:pt idx="30">
                  <c:v>-1305.4700000000018</c:v>
                </c:pt>
                <c:pt idx="31">
                  <c:v>-2292.7200000000021</c:v>
                </c:pt>
                <c:pt idx="32">
                  <c:v>-1211.2100000000021</c:v>
                </c:pt>
                <c:pt idx="33">
                  <c:v>-3497.3200000000024</c:v>
                </c:pt>
                <c:pt idx="34">
                  <c:v>-3266.6100000000024</c:v>
                </c:pt>
                <c:pt idx="35">
                  <c:v>-2616.8600000000024</c:v>
                </c:pt>
                <c:pt idx="36">
                  <c:v>3632.7099999999973</c:v>
                </c:pt>
                <c:pt idx="37">
                  <c:v>9430.1499999999978</c:v>
                </c:pt>
                <c:pt idx="38">
                  <c:v>9509.7299999999977</c:v>
                </c:pt>
                <c:pt idx="39">
                  <c:v>11332.539999999997</c:v>
                </c:pt>
                <c:pt idx="40">
                  <c:v>14281.329999999998</c:v>
                </c:pt>
                <c:pt idx="41">
                  <c:v>18905.539999999997</c:v>
                </c:pt>
                <c:pt idx="42">
                  <c:v>17071.589999999997</c:v>
                </c:pt>
                <c:pt idx="43">
                  <c:v>16562.969999999998</c:v>
                </c:pt>
                <c:pt idx="44">
                  <c:v>18792.12</c:v>
                </c:pt>
                <c:pt idx="45">
                  <c:v>21243.29</c:v>
                </c:pt>
                <c:pt idx="46">
                  <c:v>21959.64</c:v>
                </c:pt>
                <c:pt idx="47">
                  <c:v>21384.43</c:v>
                </c:pt>
                <c:pt idx="48">
                  <c:v>17512.760000000002</c:v>
                </c:pt>
                <c:pt idx="49">
                  <c:v>19924.330000000002</c:v>
                </c:pt>
                <c:pt idx="50">
                  <c:v>22158.170000000002</c:v>
                </c:pt>
                <c:pt idx="51">
                  <c:v>29161.040000000001</c:v>
                </c:pt>
                <c:pt idx="52">
                  <c:v>29888</c:v>
                </c:pt>
                <c:pt idx="53">
                  <c:v>28547.77</c:v>
                </c:pt>
                <c:pt idx="54">
                  <c:v>31607.57</c:v>
                </c:pt>
                <c:pt idx="55">
                  <c:v>33867.18</c:v>
                </c:pt>
                <c:pt idx="56">
                  <c:v>34761.699999999997</c:v>
                </c:pt>
                <c:pt idx="57">
                  <c:v>37201.68</c:v>
                </c:pt>
                <c:pt idx="58">
                  <c:v>33438.839999999997</c:v>
                </c:pt>
                <c:pt idx="59">
                  <c:v>34648.589999999997</c:v>
                </c:pt>
                <c:pt idx="60">
                  <c:v>32553.359999999997</c:v>
                </c:pt>
                <c:pt idx="61">
                  <c:v>31503.189999999995</c:v>
                </c:pt>
                <c:pt idx="62">
                  <c:v>31160.259999999995</c:v>
                </c:pt>
                <c:pt idx="63">
                  <c:v>25744.139999999996</c:v>
                </c:pt>
                <c:pt idx="64">
                  <c:v>26039.139999999996</c:v>
                </c:pt>
                <c:pt idx="65">
                  <c:v>24811.099999999995</c:v>
                </c:pt>
                <c:pt idx="66">
                  <c:v>25528.439999999995</c:v>
                </c:pt>
                <c:pt idx="67">
                  <c:v>23136.559999999994</c:v>
                </c:pt>
                <c:pt idx="68">
                  <c:v>22196.529999999995</c:v>
                </c:pt>
                <c:pt idx="69">
                  <c:v>20391.549999999996</c:v>
                </c:pt>
                <c:pt idx="70">
                  <c:v>21837.959999999995</c:v>
                </c:pt>
                <c:pt idx="71">
                  <c:v>21522.129999999994</c:v>
                </c:pt>
                <c:pt idx="72">
                  <c:v>19601.699999999993</c:v>
                </c:pt>
                <c:pt idx="73">
                  <c:v>20800.069999999992</c:v>
                </c:pt>
                <c:pt idx="74">
                  <c:v>21251.429999999993</c:v>
                </c:pt>
                <c:pt idx="75">
                  <c:v>22434.679999999993</c:v>
                </c:pt>
                <c:pt idx="76">
                  <c:v>20458.919999999995</c:v>
                </c:pt>
                <c:pt idx="77">
                  <c:v>20328.359999999993</c:v>
                </c:pt>
                <c:pt idx="78">
                  <c:v>20496.489999999994</c:v>
                </c:pt>
                <c:pt idx="79">
                  <c:v>21678.929999999993</c:v>
                </c:pt>
                <c:pt idx="80">
                  <c:v>16885.379999999994</c:v>
                </c:pt>
                <c:pt idx="81">
                  <c:v>16313.919999999995</c:v>
                </c:pt>
                <c:pt idx="82">
                  <c:v>22306.379999999994</c:v>
                </c:pt>
                <c:pt idx="83">
                  <c:v>26277.049999999996</c:v>
                </c:pt>
                <c:pt idx="84">
                  <c:v>29143.909999999996</c:v>
                </c:pt>
                <c:pt idx="85">
                  <c:v>35825.74</c:v>
                </c:pt>
                <c:pt idx="86">
                  <c:v>37712.579999999994</c:v>
                </c:pt>
                <c:pt idx="87">
                  <c:v>39562.49</c:v>
                </c:pt>
                <c:pt idx="88">
                  <c:v>46793.27</c:v>
                </c:pt>
                <c:pt idx="89">
                  <c:v>49002.7</c:v>
                </c:pt>
                <c:pt idx="90">
                  <c:v>54631.649999999994</c:v>
                </c:pt>
                <c:pt idx="91">
                  <c:v>56342.09</c:v>
                </c:pt>
                <c:pt idx="92">
                  <c:v>53666.729999999996</c:v>
                </c:pt>
                <c:pt idx="93">
                  <c:v>54732.189999999995</c:v>
                </c:pt>
                <c:pt idx="94">
                  <c:v>54157.649999999994</c:v>
                </c:pt>
                <c:pt idx="95">
                  <c:v>54564.09</c:v>
                </c:pt>
                <c:pt idx="96">
                  <c:v>58178.67</c:v>
                </c:pt>
                <c:pt idx="97">
                  <c:v>56773.259999999995</c:v>
                </c:pt>
                <c:pt idx="98">
                  <c:v>57159.49</c:v>
                </c:pt>
                <c:pt idx="99">
                  <c:v>63513.24</c:v>
                </c:pt>
                <c:pt idx="100">
                  <c:v>68526.73</c:v>
                </c:pt>
                <c:pt idx="101">
                  <c:v>72750.73</c:v>
                </c:pt>
                <c:pt idx="102">
                  <c:v>74513.489999999991</c:v>
                </c:pt>
                <c:pt idx="103">
                  <c:v>73896.799999999988</c:v>
                </c:pt>
                <c:pt idx="104">
                  <c:v>78761.089999999982</c:v>
                </c:pt>
                <c:pt idx="105">
                  <c:v>80841.339999999982</c:v>
                </c:pt>
                <c:pt idx="106">
                  <c:v>76523.889999999985</c:v>
                </c:pt>
                <c:pt idx="107">
                  <c:v>75011.539999999979</c:v>
                </c:pt>
                <c:pt idx="108">
                  <c:v>72827.389999999985</c:v>
                </c:pt>
                <c:pt idx="109">
                  <c:v>73352.799999999988</c:v>
                </c:pt>
                <c:pt idx="110">
                  <c:v>72937.179999999993</c:v>
                </c:pt>
                <c:pt idx="111">
                  <c:v>74585.01999999999</c:v>
                </c:pt>
                <c:pt idx="112">
                  <c:v>76735.609999999986</c:v>
                </c:pt>
                <c:pt idx="113">
                  <c:v>85326.569999999978</c:v>
                </c:pt>
                <c:pt idx="114">
                  <c:v>87957.819999999978</c:v>
                </c:pt>
                <c:pt idx="115">
                  <c:v>85544.189999999973</c:v>
                </c:pt>
                <c:pt idx="116">
                  <c:v>93736.099999999977</c:v>
                </c:pt>
                <c:pt idx="117">
                  <c:v>98333.619999999981</c:v>
                </c:pt>
                <c:pt idx="118">
                  <c:v>99173.769999999975</c:v>
                </c:pt>
                <c:pt idx="119">
                  <c:v>100910.72999999998</c:v>
                </c:pt>
                <c:pt idx="120">
                  <c:v>107152.00999999998</c:v>
                </c:pt>
                <c:pt idx="121">
                  <c:v>104857.76999999997</c:v>
                </c:pt>
                <c:pt idx="122">
                  <c:v>107540.67999999998</c:v>
                </c:pt>
                <c:pt idx="123">
                  <c:v>110676.54999999997</c:v>
                </c:pt>
                <c:pt idx="124">
                  <c:v>110640.76999999997</c:v>
                </c:pt>
                <c:pt idx="125">
                  <c:v>109313.00999999998</c:v>
                </c:pt>
                <c:pt idx="126">
                  <c:v>108532.54999999997</c:v>
                </c:pt>
                <c:pt idx="127">
                  <c:v>112419.42999999998</c:v>
                </c:pt>
                <c:pt idx="128">
                  <c:v>108278.33999999998</c:v>
                </c:pt>
                <c:pt idx="129">
                  <c:v>105811.71999999999</c:v>
                </c:pt>
                <c:pt idx="130">
                  <c:v>109476.38999999998</c:v>
                </c:pt>
                <c:pt idx="131">
                  <c:v>109825.39999999998</c:v>
                </c:pt>
                <c:pt idx="132">
                  <c:v>108183.34999999998</c:v>
                </c:pt>
                <c:pt idx="133">
                  <c:v>106965.73999999998</c:v>
                </c:pt>
                <c:pt idx="134">
                  <c:v>104758.02999999997</c:v>
                </c:pt>
                <c:pt idx="135">
                  <c:v>109936.25999999997</c:v>
                </c:pt>
                <c:pt idx="136">
                  <c:v>111915.09999999996</c:v>
                </c:pt>
                <c:pt idx="137">
                  <c:v>116230.29999999996</c:v>
                </c:pt>
                <c:pt idx="138">
                  <c:v>114260.19999999995</c:v>
                </c:pt>
                <c:pt idx="139">
                  <c:v>112829.31999999995</c:v>
                </c:pt>
                <c:pt idx="140">
                  <c:v>104545.31999999995</c:v>
                </c:pt>
                <c:pt idx="141">
                  <c:v>109197.62999999995</c:v>
                </c:pt>
                <c:pt idx="142">
                  <c:v>110016.28999999995</c:v>
                </c:pt>
                <c:pt idx="143">
                  <c:v>108831.88999999996</c:v>
                </c:pt>
                <c:pt idx="144">
                  <c:v>112168.58999999995</c:v>
                </c:pt>
                <c:pt idx="145">
                  <c:v>112436.11999999995</c:v>
                </c:pt>
                <c:pt idx="146">
                  <c:v>113336.36999999995</c:v>
                </c:pt>
                <c:pt idx="147">
                  <c:v>113265.60999999996</c:v>
                </c:pt>
                <c:pt idx="148">
                  <c:v>110074.52999999996</c:v>
                </c:pt>
                <c:pt idx="149">
                  <c:v>107333.49999999996</c:v>
                </c:pt>
                <c:pt idx="150">
                  <c:v>105351.46999999996</c:v>
                </c:pt>
                <c:pt idx="151">
                  <c:v>106093.46999999996</c:v>
                </c:pt>
                <c:pt idx="152">
                  <c:v>110729.13999999996</c:v>
                </c:pt>
                <c:pt idx="153">
                  <c:v>108457.89999999995</c:v>
                </c:pt>
                <c:pt idx="154">
                  <c:v>107292.65999999995</c:v>
                </c:pt>
                <c:pt idx="155">
                  <c:v>110614.39999999995</c:v>
                </c:pt>
                <c:pt idx="156">
                  <c:v>111665.30999999995</c:v>
                </c:pt>
                <c:pt idx="157">
                  <c:v>109419.21999999996</c:v>
                </c:pt>
                <c:pt idx="158">
                  <c:v>107507.64999999995</c:v>
                </c:pt>
                <c:pt idx="159">
                  <c:v>107927.02999999996</c:v>
                </c:pt>
                <c:pt idx="160">
                  <c:v>107780.61999999995</c:v>
                </c:pt>
                <c:pt idx="161">
                  <c:v>107240.41999999995</c:v>
                </c:pt>
                <c:pt idx="162">
                  <c:v>109543.27999999996</c:v>
                </c:pt>
                <c:pt idx="163">
                  <c:v>108588.10999999996</c:v>
                </c:pt>
                <c:pt idx="164">
                  <c:v>104865.16999999995</c:v>
                </c:pt>
                <c:pt idx="165">
                  <c:v>98027.78999999995</c:v>
                </c:pt>
                <c:pt idx="166">
                  <c:v>94994.889999999956</c:v>
                </c:pt>
                <c:pt idx="167">
                  <c:v>92707.029999999955</c:v>
                </c:pt>
                <c:pt idx="168">
                  <c:v>93087.219999999958</c:v>
                </c:pt>
                <c:pt idx="169">
                  <c:v>94954.759999999951</c:v>
                </c:pt>
                <c:pt idx="170">
                  <c:v>97989.869999999952</c:v>
                </c:pt>
                <c:pt idx="171">
                  <c:v>98849.419999999955</c:v>
                </c:pt>
                <c:pt idx="172">
                  <c:v>97643.28999999995</c:v>
                </c:pt>
                <c:pt idx="173">
                  <c:v>98319.339999999953</c:v>
                </c:pt>
                <c:pt idx="174">
                  <c:v>94683.419999999955</c:v>
                </c:pt>
                <c:pt idx="175">
                  <c:v>91498.379999999961</c:v>
                </c:pt>
                <c:pt idx="176">
                  <c:v>89935.649999999965</c:v>
                </c:pt>
                <c:pt idx="177">
                  <c:v>88481.339999999967</c:v>
                </c:pt>
                <c:pt idx="178">
                  <c:v>91128.009999999966</c:v>
                </c:pt>
                <c:pt idx="179">
                  <c:v>92372.679999999964</c:v>
                </c:pt>
                <c:pt idx="180">
                  <c:v>93583.579999999958</c:v>
                </c:pt>
                <c:pt idx="181">
                  <c:v>92173.339999999953</c:v>
                </c:pt>
                <c:pt idx="182">
                  <c:v>90383.619999999952</c:v>
                </c:pt>
                <c:pt idx="183">
                  <c:v>91127.679999999949</c:v>
                </c:pt>
                <c:pt idx="184">
                  <c:v>93746.019999999946</c:v>
                </c:pt>
                <c:pt idx="185">
                  <c:v>96743.239999999947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709-44DC-89D2-BECCB2BF6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5614200"/>
        <c:axId val="475615376"/>
      </c:lineChart>
      <c:dateAx>
        <c:axId val="475614200"/>
        <c:scaling>
          <c:orientation val="minMax"/>
        </c:scaling>
        <c:delete val="0"/>
        <c:axPos val="b"/>
        <c:numFmt formatCode="yy/mm" sourceLinked="0"/>
        <c:majorTickMark val="out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475615376"/>
        <c:crosses val="autoZero"/>
        <c:auto val="1"/>
        <c:lblOffset val="100"/>
        <c:baseTimeUnit val="days"/>
        <c:majorUnit val="2"/>
        <c:majorTimeUnit val="months"/>
      </c:dateAx>
      <c:valAx>
        <c:axId val="475615376"/>
        <c:scaling>
          <c:orientation val="minMax"/>
        </c:scaling>
        <c:delete val="0"/>
        <c:axPos val="l"/>
        <c:numFmt formatCode="#,##0_ " sourceLinked="1"/>
        <c:majorTickMark val="out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475614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311728395061726"/>
          <c:y val="7.6305555555555597E-3"/>
          <c:w val="0.85688271604938271"/>
          <c:h val="0.18870944444444446"/>
        </c:manualLayout>
      </c:layout>
      <c:overlay val="0"/>
      <c:spPr>
        <a:noFill/>
        <a:ln w="25400"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rgbClr val="000000"/>
              </a:solidFill>
              <a:latin typeface="나눔고딕"/>
              <a:ea typeface="나눔고딕"/>
              <a:cs typeface="나눔고딕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25400" cap="flat" cmpd="sng" algn="ctr">
      <a:noFill/>
      <a:round/>
    </a:ln>
    <a:effectLst/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3">
    <c:autoUpdate val="0"/>
  </c:externalData>
  <c:userShapes r:id="rId4"/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1.581136321589682E-2"/>
          <c:y val="0.11568497442513485"/>
          <c:w val="0.96689648337852219"/>
          <c:h val="0.88431502557486519"/>
        </c:manualLayout>
      </c:layout>
      <c:lineChart>
        <c:grouping val="standard"/>
        <c:varyColors val="0"/>
        <c:ser>
          <c:idx val="0"/>
          <c:order val="0"/>
          <c:tx>
            <c:strRef>
              <c:f>'5월이후'!$K$14</c:f>
              <c:strCache>
                <c:ptCount val="1"/>
                <c:pt idx="0">
                  <c:v>외국인 누적순매수</c:v>
                </c:pt>
              </c:strCache>
            </c:strRef>
          </c:tx>
          <c:spPr>
            <a:ln w="12700" cap="rnd">
              <a:solidFill>
                <a:srgbClr val="003399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'5월이후'!$J$16:$J$599</c:f>
              <c:numCache>
                <c:formatCode>m/d/yyyy</c:formatCode>
                <c:ptCount val="584"/>
                <c:pt idx="0">
                  <c:v>45779</c:v>
                </c:pt>
                <c:pt idx="1">
                  <c:v>45784</c:v>
                </c:pt>
                <c:pt idx="2">
                  <c:v>45785</c:v>
                </c:pt>
                <c:pt idx="3">
                  <c:v>45786</c:v>
                </c:pt>
                <c:pt idx="4">
                  <c:v>45789</c:v>
                </c:pt>
                <c:pt idx="5">
                  <c:v>45790</c:v>
                </c:pt>
                <c:pt idx="6">
                  <c:v>45791</c:v>
                </c:pt>
                <c:pt idx="7">
                  <c:v>45792</c:v>
                </c:pt>
                <c:pt idx="8">
                  <c:v>45793</c:v>
                </c:pt>
                <c:pt idx="9">
                  <c:v>45796</c:v>
                </c:pt>
                <c:pt idx="10">
                  <c:v>45797</c:v>
                </c:pt>
                <c:pt idx="11">
                  <c:v>45798</c:v>
                </c:pt>
                <c:pt idx="12">
                  <c:v>45799</c:v>
                </c:pt>
                <c:pt idx="13">
                  <c:v>45800</c:v>
                </c:pt>
                <c:pt idx="14">
                  <c:v>45803</c:v>
                </c:pt>
                <c:pt idx="15">
                  <c:v>45804</c:v>
                </c:pt>
                <c:pt idx="16">
                  <c:v>45805</c:v>
                </c:pt>
                <c:pt idx="17">
                  <c:v>45806</c:v>
                </c:pt>
                <c:pt idx="18">
                  <c:v>45807</c:v>
                </c:pt>
                <c:pt idx="19">
                  <c:v>45810</c:v>
                </c:pt>
                <c:pt idx="20">
                  <c:v>45812</c:v>
                </c:pt>
                <c:pt idx="21">
                  <c:v>45813</c:v>
                </c:pt>
                <c:pt idx="22">
                  <c:v>45817</c:v>
                </c:pt>
                <c:pt idx="23">
                  <c:v>45818</c:v>
                </c:pt>
                <c:pt idx="24">
                  <c:v>45819</c:v>
                </c:pt>
                <c:pt idx="25">
                  <c:v>45820</c:v>
                </c:pt>
                <c:pt idx="26">
                  <c:v>45821</c:v>
                </c:pt>
                <c:pt idx="27">
                  <c:v>45824</c:v>
                </c:pt>
                <c:pt idx="28">
                  <c:v>45825</c:v>
                </c:pt>
                <c:pt idx="29">
                  <c:v>45826</c:v>
                </c:pt>
                <c:pt idx="30">
                  <c:v>45827</c:v>
                </c:pt>
                <c:pt idx="31">
                  <c:v>45828</c:v>
                </c:pt>
                <c:pt idx="32">
                  <c:v>45831</c:v>
                </c:pt>
                <c:pt idx="33">
                  <c:v>45832</c:v>
                </c:pt>
                <c:pt idx="34">
                  <c:v>45833</c:v>
                </c:pt>
                <c:pt idx="35">
                  <c:v>45834</c:v>
                </c:pt>
                <c:pt idx="36">
                  <c:v>45835</c:v>
                </c:pt>
                <c:pt idx="37">
                  <c:v>45838</c:v>
                </c:pt>
                <c:pt idx="38">
                  <c:v>45839</c:v>
                </c:pt>
                <c:pt idx="39">
                  <c:v>45840</c:v>
                </c:pt>
                <c:pt idx="40">
                  <c:v>45841</c:v>
                </c:pt>
                <c:pt idx="41">
                  <c:v>45842</c:v>
                </c:pt>
                <c:pt idx="42">
                  <c:v>45845</c:v>
                </c:pt>
                <c:pt idx="43">
                  <c:v>45846</c:v>
                </c:pt>
                <c:pt idx="44">
                  <c:v>45847</c:v>
                </c:pt>
                <c:pt idx="45">
                  <c:v>45848</c:v>
                </c:pt>
                <c:pt idx="46">
                  <c:v>45849</c:v>
                </c:pt>
                <c:pt idx="47">
                  <c:v>45852</c:v>
                </c:pt>
                <c:pt idx="48">
                  <c:v>45853</c:v>
                </c:pt>
                <c:pt idx="49">
                  <c:v>45854</c:v>
                </c:pt>
                <c:pt idx="50">
                  <c:v>45855</c:v>
                </c:pt>
                <c:pt idx="51">
                  <c:v>45856</c:v>
                </c:pt>
                <c:pt idx="52">
                  <c:v>45859</c:v>
                </c:pt>
                <c:pt idx="53">
                  <c:v>45860</c:v>
                </c:pt>
                <c:pt idx="54">
                  <c:v>45861</c:v>
                </c:pt>
                <c:pt idx="55">
                  <c:v>45862</c:v>
                </c:pt>
                <c:pt idx="56">
                  <c:v>45863</c:v>
                </c:pt>
                <c:pt idx="57">
                  <c:v>45866</c:v>
                </c:pt>
                <c:pt idx="58">
                  <c:v>45867</c:v>
                </c:pt>
                <c:pt idx="59">
                  <c:v>45868</c:v>
                </c:pt>
                <c:pt idx="60">
                  <c:v>45869</c:v>
                </c:pt>
                <c:pt idx="61">
                  <c:v>45870</c:v>
                </c:pt>
                <c:pt idx="62">
                  <c:v>45873</c:v>
                </c:pt>
                <c:pt idx="63">
                  <c:v>45874</c:v>
                </c:pt>
                <c:pt idx="64">
                  <c:v>45875</c:v>
                </c:pt>
                <c:pt idx="65">
                  <c:v>45876</c:v>
                </c:pt>
                <c:pt idx="66">
                  <c:v>45877</c:v>
                </c:pt>
                <c:pt idx="67">
                  <c:v>45880</c:v>
                </c:pt>
                <c:pt idx="68">
                  <c:v>45881</c:v>
                </c:pt>
                <c:pt idx="69">
                  <c:v>45882</c:v>
                </c:pt>
                <c:pt idx="70">
                  <c:v>45883</c:v>
                </c:pt>
                <c:pt idx="71">
                  <c:v>45887</c:v>
                </c:pt>
                <c:pt idx="72">
                  <c:v>45888</c:v>
                </c:pt>
                <c:pt idx="73">
                  <c:v>45889</c:v>
                </c:pt>
                <c:pt idx="74">
                  <c:v>45890</c:v>
                </c:pt>
                <c:pt idx="75">
                  <c:v>45891</c:v>
                </c:pt>
                <c:pt idx="76">
                  <c:v>45894</c:v>
                </c:pt>
                <c:pt idx="77">
                  <c:v>45895</c:v>
                </c:pt>
                <c:pt idx="78">
                  <c:v>45896</c:v>
                </c:pt>
                <c:pt idx="79">
                  <c:v>45897</c:v>
                </c:pt>
                <c:pt idx="80">
                  <c:v>45898</c:v>
                </c:pt>
                <c:pt idx="81">
                  <c:v>45901</c:v>
                </c:pt>
                <c:pt idx="82">
                  <c:v>45902</c:v>
                </c:pt>
                <c:pt idx="83">
                  <c:v>45903</c:v>
                </c:pt>
                <c:pt idx="84">
                  <c:v>45904</c:v>
                </c:pt>
                <c:pt idx="85">
                  <c:v>45905</c:v>
                </c:pt>
                <c:pt idx="86">
                  <c:v>45908</c:v>
                </c:pt>
                <c:pt idx="87">
                  <c:v>45909</c:v>
                </c:pt>
                <c:pt idx="88">
                  <c:v>45910</c:v>
                </c:pt>
                <c:pt idx="89">
                  <c:v>45911</c:v>
                </c:pt>
                <c:pt idx="90">
                  <c:v>45912</c:v>
                </c:pt>
                <c:pt idx="91">
                  <c:v>45915</c:v>
                </c:pt>
                <c:pt idx="92">
                  <c:v>45916</c:v>
                </c:pt>
                <c:pt idx="93">
                  <c:v>45917</c:v>
                </c:pt>
                <c:pt idx="94">
                  <c:v>45918</c:v>
                </c:pt>
                <c:pt idx="95">
                  <c:v>45919</c:v>
                </c:pt>
                <c:pt idx="96">
                  <c:v>45922</c:v>
                </c:pt>
                <c:pt idx="97">
                  <c:v>45923</c:v>
                </c:pt>
                <c:pt idx="98">
                  <c:v>45924</c:v>
                </c:pt>
                <c:pt idx="99">
                  <c:v>45925</c:v>
                </c:pt>
                <c:pt idx="100">
                  <c:v>45926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45940</c:v>
                </c:pt>
                <c:pt idx="106">
                  <c:v>45943</c:v>
                </c:pt>
                <c:pt idx="107">
                  <c:v>45944</c:v>
                </c:pt>
                <c:pt idx="108">
                  <c:v>45945</c:v>
                </c:pt>
                <c:pt idx="109">
                  <c:v>45946</c:v>
                </c:pt>
                <c:pt idx="110">
                  <c:v>45947</c:v>
                </c:pt>
                <c:pt idx="111">
                  <c:v>45950</c:v>
                </c:pt>
                <c:pt idx="112">
                  <c:v>45951</c:v>
                </c:pt>
                <c:pt idx="113">
                  <c:v>45952</c:v>
                </c:pt>
                <c:pt idx="114">
                  <c:v>45953</c:v>
                </c:pt>
                <c:pt idx="115">
                  <c:v>45954</c:v>
                </c:pt>
                <c:pt idx="116">
                  <c:v>45957</c:v>
                </c:pt>
                <c:pt idx="117">
                  <c:v>45958</c:v>
                </c:pt>
                <c:pt idx="118">
                  <c:v>45959</c:v>
                </c:pt>
                <c:pt idx="119">
                  <c:v>45960</c:v>
                </c:pt>
                <c:pt idx="120">
                  <c:v>45961</c:v>
                </c:pt>
                <c:pt idx="121">
                  <c:v>45964</c:v>
                </c:pt>
                <c:pt idx="122">
                  <c:v>45965</c:v>
                </c:pt>
                <c:pt idx="123">
                  <c:v>45966</c:v>
                </c:pt>
                <c:pt idx="124">
                  <c:v>45967</c:v>
                </c:pt>
                <c:pt idx="125">
                  <c:v>45968</c:v>
                </c:pt>
                <c:pt idx="126">
                  <c:v>45971</c:v>
                </c:pt>
                <c:pt idx="127">
                  <c:v>45972</c:v>
                </c:pt>
                <c:pt idx="128">
                  <c:v>45973</c:v>
                </c:pt>
                <c:pt idx="129">
                  <c:v>45974</c:v>
                </c:pt>
                <c:pt idx="130">
                  <c:v>45975</c:v>
                </c:pt>
                <c:pt idx="131">
                  <c:v>45978</c:v>
                </c:pt>
                <c:pt idx="132">
                  <c:v>45979</c:v>
                </c:pt>
                <c:pt idx="133">
                  <c:v>45980</c:v>
                </c:pt>
                <c:pt idx="134">
                  <c:v>45981</c:v>
                </c:pt>
                <c:pt idx="135">
                  <c:v>45982</c:v>
                </c:pt>
                <c:pt idx="136">
                  <c:v>45985</c:v>
                </c:pt>
                <c:pt idx="137">
                  <c:v>45986</c:v>
                </c:pt>
                <c:pt idx="138">
                  <c:v>45987</c:v>
                </c:pt>
                <c:pt idx="139">
                  <c:v>45988</c:v>
                </c:pt>
                <c:pt idx="140">
                  <c:v>45989</c:v>
                </c:pt>
                <c:pt idx="141">
                  <c:v>45992</c:v>
                </c:pt>
                <c:pt idx="142">
                  <c:v>45993</c:v>
                </c:pt>
                <c:pt idx="143">
                  <c:v>45994</c:v>
                </c:pt>
                <c:pt idx="144">
                  <c:v>45995</c:v>
                </c:pt>
                <c:pt idx="145">
                  <c:v>45996</c:v>
                </c:pt>
                <c:pt idx="146">
                  <c:v>45999</c:v>
                </c:pt>
                <c:pt idx="147">
                  <c:v>46000</c:v>
                </c:pt>
                <c:pt idx="148">
                  <c:v>46001</c:v>
                </c:pt>
                <c:pt idx="149">
                  <c:v>46002</c:v>
                </c:pt>
                <c:pt idx="150">
                  <c:v>46003</c:v>
                </c:pt>
                <c:pt idx="151">
                  <c:v>46006</c:v>
                </c:pt>
                <c:pt idx="152">
                  <c:v>46007</c:v>
                </c:pt>
                <c:pt idx="153">
                  <c:v>46008</c:v>
                </c:pt>
                <c:pt idx="154">
                  <c:v>46009</c:v>
                </c:pt>
                <c:pt idx="155">
                  <c:v>46010</c:v>
                </c:pt>
                <c:pt idx="156">
                  <c:v>46013</c:v>
                </c:pt>
                <c:pt idx="157">
                  <c:v>46014</c:v>
                </c:pt>
                <c:pt idx="158">
                  <c:v>46015</c:v>
                </c:pt>
                <c:pt idx="159">
                  <c:v>46017</c:v>
                </c:pt>
                <c:pt idx="160">
                  <c:v>46020</c:v>
                </c:pt>
                <c:pt idx="161">
                  <c:v>46021</c:v>
                </c:pt>
                <c:pt idx="162">
                  <c:v>46024</c:v>
                </c:pt>
                <c:pt idx="163">
                  <c:v>46027</c:v>
                </c:pt>
                <c:pt idx="164">
                  <c:v>46028</c:v>
                </c:pt>
                <c:pt idx="165">
                  <c:v>46029</c:v>
                </c:pt>
                <c:pt idx="166">
                  <c:v>46030</c:v>
                </c:pt>
                <c:pt idx="167">
                  <c:v>46031</c:v>
                </c:pt>
                <c:pt idx="168">
                  <c:v>46034</c:v>
                </c:pt>
                <c:pt idx="169">
                  <c:v>46035</c:v>
                </c:pt>
                <c:pt idx="170">
                  <c:v>46036</c:v>
                </c:pt>
                <c:pt idx="171">
                  <c:v>46037</c:v>
                </c:pt>
                <c:pt idx="172">
                  <c:v>46038</c:v>
                </c:pt>
                <c:pt idx="173">
                  <c:v>46041</c:v>
                </c:pt>
                <c:pt idx="174">
                  <c:v>46042</c:v>
                </c:pt>
                <c:pt idx="175">
                  <c:v>46043</c:v>
                </c:pt>
                <c:pt idx="176">
                  <c:v>46044</c:v>
                </c:pt>
                <c:pt idx="177">
                  <c:v>46045</c:v>
                </c:pt>
                <c:pt idx="178">
                  <c:v>46048</c:v>
                </c:pt>
                <c:pt idx="179">
                  <c:v>46049</c:v>
                </c:pt>
                <c:pt idx="180">
                  <c:v>46050</c:v>
                </c:pt>
                <c:pt idx="181">
                  <c:v>46051</c:v>
                </c:pt>
                <c:pt idx="182">
                  <c:v>46052</c:v>
                </c:pt>
                <c:pt idx="183">
                  <c:v>46055</c:v>
                </c:pt>
                <c:pt idx="184">
                  <c:v>46056</c:v>
                </c:pt>
                <c:pt idx="185">
                  <c:v>46057</c:v>
                </c:pt>
                <c:pt idx="186">
                  <c:v>46058</c:v>
                </c:pt>
                <c:pt idx="187">
                  <c:v>46059</c:v>
                </c:pt>
                <c:pt idx="188">
                  <c:v>46062</c:v>
                </c:pt>
                <c:pt idx="189">
                  <c:v>46063</c:v>
                </c:pt>
                <c:pt idx="190">
                  <c:v>46064</c:v>
                </c:pt>
                <c:pt idx="191">
                  <c:v>46065</c:v>
                </c:pt>
                <c:pt idx="192">
                  <c:v>46066</c:v>
                </c:pt>
                <c:pt idx="193">
                  <c:v>46072</c:v>
                </c:pt>
                <c:pt idx="194">
                  <c:v>46073</c:v>
                </c:pt>
                <c:pt idx="195">
                  <c:v>46076</c:v>
                </c:pt>
                <c:pt idx="196">
                  <c:v>46077</c:v>
                </c:pt>
                <c:pt idx="197">
                  <c:v>46078</c:v>
                </c:pt>
                <c:pt idx="198">
                  <c:v>46079</c:v>
                </c:pt>
                <c:pt idx="199">
                  <c:v>46080</c:v>
                </c:pt>
                <c:pt idx="200">
                  <c:v>46084</c:v>
                </c:pt>
                <c:pt idx="201">
                  <c:v>46085</c:v>
                </c:pt>
                <c:pt idx="202">
                  <c:v>46086</c:v>
                </c:pt>
                <c:pt idx="203">
                  <c:v>46087</c:v>
                </c:pt>
                <c:pt idx="204">
                  <c:v>46090</c:v>
                </c:pt>
                <c:pt idx="205">
                  <c:v>46091</c:v>
                </c:pt>
                <c:pt idx="206">
                  <c:v>46092</c:v>
                </c:pt>
                <c:pt idx="207">
                  <c:v>46093</c:v>
                </c:pt>
                <c:pt idx="208">
                  <c:v>46094</c:v>
                </c:pt>
                <c:pt idx="209">
                  <c:v>46097</c:v>
                </c:pt>
                <c:pt idx="210">
                  <c:v>46098</c:v>
                </c:pt>
                <c:pt idx="211">
                  <c:v>46099</c:v>
                </c:pt>
                <c:pt idx="212">
                  <c:v>46100</c:v>
                </c:pt>
                <c:pt idx="213">
                  <c:v>46101</c:v>
                </c:pt>
                <c:pt idx="214">
                  <c:v>46104</c:v>
                </c:pt>
                <c:pt idx="215">
                  <c:v>46105</c:v>
                </c:pt>
                <c:pt idx="216">
                  <c:v>46106</c:v>
                </c:pt>
                <c:pt idx="217">
                  <c:v>46107</c:v>
                </c:pt>
                <c:pt idx="218">
                  <c:v>46108</c:v>
                </c:pt>
                <c:pt idx="219">
                  <c:v>46111</c:v>
                </c:pt>
                <c:pt idx="220">
                  <c:v>46112</c:v>
                </c:pt>
                <c:pt idx="221">
                  <c:v>46113</c:v>
                </c:pt>
                <c:pt idx="222">
                  <c:v>46114</c:v>
                </c:pt>
                <c:pt idx="223">
                  <c:v>46115</c:v>
                </c:pt>
                <c:pt idx="224">
                  <c:v>46118</c:v>
                </c:pt>
                <c:pt idx="225">
                  <c:v>46119</c:v>
                </c:pt>
                <c:pt idx="226">
                  <c:v>46120</c:v>
                </c:pt>
                <c:pt idx="227">
                  <c:v>46121</c:v>
                </c:pt>
                <c:pt idx="228">
                  <c:v>46122</c:v>
                </c:pt>
                <c:pt idx="229">
                  <c:v>46125</c:v>
                </c:pt>
                <c:pt idx="230">
                  <c:v>46126</c:v>
                </c:pt>
                <c:pt idx="231">
                  <c:v>46127</c:v>
                </c:pt>
                <c:pt idx="232">
                  <c:v>46128</c:v>
                </c:pt>
                <c:pt idx="233">
                  <c:v>46129</c:v>
                </c:pt>
                <c:pt idx="234">
                  <c:v>46132</c:v>
                </c:pt>
                <c:pt idx="235">
                  <c:v>46133</c:v>
                </c:pt>
                <c:pt idx="236">
                  <c:v>46134</c:v>
                </c:pt>
                <c:pt idx="237">
                  <c:v>46135</c:v>
                </c:pt>
                <c:pt idx="238">
                  <c:v>46136</c:v>
                </c:pt>
                <c:pt idx="239">
                  <c:v>46139</c:v>
                </c:pt>
                <c:pt idx="240">
                  <c:v>46140</c:v>
                </c:pt>
                <c:pt idx="241">
                  <c:v>46141</c:v>
                </c:pt>
                <c:pt idx="242">
                  <c:v>46142</c:v>
                </c:pt>
                <c:pt idx="243">
                  <c:v>46146</c:v>
                </c:pt>
                <c:pt idx="244">
                  <c:v>46148</c:v>
                </c:pt>
                <c:pt idx="245">
                  <c:v>46149</c:v>
                </c:pt>
                <c:pt idx="246">
                  <c:v>46150</c:v>
                </c:pt>
                <c:pt idx="247">
                  <c:v>46153</c:v>
                </c:pt>
                <c:pt idx="248">
                  <c:v>46154</c:v>
                </c:pt>
                <c:pt idx="249">
                  <c:v>46155</c:v>
                </c:pt>
                <c:pt idx="250">
                  <c:v>46156</c:v>
                </c:pt>
                <c:pt idx="251">
                  <c:v>46157</c:v>
                </c:pt>
                <c:pt idx="252">
                  <c:v>46160</c:v>
                </c:pt>
                <c:pt idx="253">
                  <c:v>46161</c:v>
                </c:pt>
                <c:pt idx="254">
                  <c:v>46162</c:v>
                </c:pt>
                <c:pt idx="255">
                  <c:v>46163</c:v>
                </c:pt>
                <c:pt idx="256">
                  <c:v>46164</c:v>
                </c:pt>
                <c:pt idx="257">
                  <c:v>46168</c:v>
                </c:pt>
                <c:pt idx="258">
                  <c:v>46169</c:v>
                </c:pt>
                <c:pt idx="259">
                  <c:v>46170</c:v>
                </c:pt>
                <c:pt idx="260">
                  <c:v>46171</c:v>
                </c:pt>
                <c:pt idx="261">
                  <c:v>46174</c:v>
                </c:pt>
                <c:pt idx="262">
                  <c:v>46175</c:v>
                </c:pt>
                <c:pt idx="263">
                  <c:v>46177</c:v>
                </c:pt>
                <c:pt idx="264">
                  <c:v>46178</c:v>
                </c:pt>
                <c:pt idx="265">
                  <c:v>46181</c:v>
                </c:pt>
                <c:pt idx="266">
                  <c:v>46182</c:v>
                </c:pt>
                <c:pt idx="267">
                  <c:v>46183</c:v>
                </c:pt>
                <c:pt idx="268">
                  <c:v>46184</c:v>
                </c:pt>
                <c:pt idx="269">
                  <c:v>46185</c:v>
                </c:pt>
                <c:pt idx="270">
                  <c:v>46188</c:v>
                </c:pt>
                <c:pt idx="271">
                  <c:v>46189</c:v>
                </c:pt>
                <c:pt idx="272">
                  <c:v>46190</c:v>
                </c:pt>
                <c:pt idx="273">
                  <c:v>46191</c:v>
                </c:pt>
                <c:pt idx="274">
                  <c:v>46192</c:v>
                </c:pt>
                <c:pt idx="275">
                  <c:v>46195</c:v>
                </c:pt>
                <c:pt idx="276">
                  <c:v>46196</c:v>
                </c:pt>
                <c:pt idx="277">
                  <c:v>46197</c:v>
                </c:pt>
                <c:pt idx="278">
                  <c:v>46198</c:v>
                </c:pt>
                <c:pt idx="279">
                  <c:v>46199</c:v>
                </c:pt>
                <c:pt idx="280">
                  <c:v>46202</c:v>
                </c:pt>
                <c:pt idx="281">
                  <c:v>46203</c:v>
                </c:pt>
                <c:pt idx="282">
                  <c:v>46204</c:v>
                </c:pt>
                <c:pt idx="283">
                  <c:v>46205</c:v>
                </c:pt>
                <c:pt idx="284">
                  <c:v>46206</c:v>
                </c:pt>
                <c:pt idx="285">
                  <c:v>46209</c:v>
                </c:pt>
                <c:pt idx="286">
                  <c:v>46210</c:v>
                </c:pt>
                <c:pt idx="287">
                  <c:v>46211</c:v>
                </c:pt>
                <c:pt idx="288">
                  <c:v>46212</c:v>
                </c:pt>
                <c:pt idx="289">
                  <c:v>46213</c:v>
                </c:pt>
                <c:pt idx="290">
                  <c:v>46216</c:v>
                </c:pt>
                <c:pt idx="291">
                  <c:v>46217</c:v>
                </c:pt>
                <c:pt idx="292">
                  <c:v>46218</c:v>
                </c:pt>
                <c:pt idx="293">
                  <c:v>46219</c:v>
                </c:pt>
                <c:pt idx="294">
                  <c:v>46223</c:v>
                </c:pt>
                <c:pt idx="295">
                  <c:v>46224</c:v>
                </c:pt>
                <c:pt idx="296">
                  <c:v>46225</c:v>
                </c:pt>
                <c:pt idx="297">
                  <c:v>46226</c:v>
                </c:pt>
                <c:pt idx="298">
                  <c:v>46227</c:v>
                </c:pt>
                <c:pt idx="299">
                  <c:v>46230</c:v>
                </c:pt>
                <c:pt idx="300">
                  <c:v>46231</c:v>
                </c:pt>
                <c:pt idx="301">
                  <c:v>46232</c:v>
                </c:pt>
                <c:pt idx="302">
                  <c:v>46233</c:v>
                </c:pt>
                <c:pt idx="303">
                  <c:v>46234</c:v>
                </c:pt>
                <c:pt idx="304">
                  <c:v>46237</c:v>
                </c:pt>
                <c:pt idx="305">
                  <c:v>46238</c:v>
                </c:pt>
                <c:pt idx="306">
                  <c:v>46239</c:v>
                </c:pt>
                <c:pt idx="307">
                  <c:v>46240</c:v>
                </c:pt>
                <c:pt idx="308">
                  <c:v>46241</c:v>
                </c:pt>
                <c:pt idx="309">
                  <c:v>46244</c:v>
                </c:pt>
                <c:pt idx="310">
                  <c:v>46245</c:v>
                </c:pt>
                <c:pt idx="311">
                  <c:v>46246</c:v>
                </c:pt>
                <c:pt idx="312">
                  <c:v>46247</c:v>
                </c:pt>
                <c:pt idx="313">
                  <c:v>46248</c:v>
                </c:pt>
                <c:pt idx="314">
                  <c:v>46252</c:v>
                </c:pt>
                <c:pt idx="315">
                  <c:v>46253</c:v>
                </c:pt>
                <c:pt idx="316">
                  <c:v>46254</c:v>
                </c:pt>
                <c:pt idx="317">
                  <c:v>46255</c:v>
                </c:pt>
                <c:pt idx="318">
                  <c:v>46258</c:v>
                </c:pt>
                <c:pt idx="319">
                  <c:v>46259</c:v>
                </c:pt>
                <c:pt idx="320">
                  <c:v>46260</c:v>
                </c:pt>
                <c:pt idx="321">
                  <c:v>46261</c:v>
                </c:pt>
                <c:pt idx="322">
                  <c:v>46262</c:v>
                </c:pt>
                <c:pt idx="323">
                  <c:v>46265</c:v>
                </c:pt>
                <c:pt idx="324">
                  <c:v>46266</c:v>
                </c:pt>
                <c:pt idx="325">
                  <c:v>46267</c:v>
                </c:pt>
                <c:pt idx="326">
                  <c:v>46268</c:v>
                </c:pt>
                <c:pt idx="327">
                  <c:v>46269</c:v>
                </c:pt>
                <c:pt idx="328">
                  <c:v>46272</c:v>
                </c:pt>
                <c:pt idx="329">
                  <c:v>46273</c:v>
                </c:pt>
                <c:pt idx="330">
                  <c:v>46274</c:v>
                </c:pt>
                <c:pt idx="331">
                  <c:v>46275</c:v>
                </c:pt>
                <c:pt idx="332">
                  <c:v>46276</c:v>
                </c:pt>
                <c:pt idx="333">
                  <c:v>46279</c:v>
                </c:pt>
                <c:pt idx="334">
                  <c:v>46280</c:v>
                </c:pt>
                <c:pt idx="335">
                  <c:v>46281</c:v>
                </c:pt>
                <c:pt idx="336">
                  <c:v>46282</c:v>
                </c:pt>
                <c:pt idx="337">
                  <c:v>46283</c:v>
                </c:pt>
                <c:pt idx="338">
                  <c:v>46286</c:v>
                </c:pt>
                <c:pt idx="339">
                  <c:v>46287</c:v>
                </c:pt>
                <c:pt idx="340">
                  <c:v>46288</c:v>
                </c:pt>
                <c:pt idx="341">
                  <c:v>46293</c:v>
                </c:pt>
                <c:pt idx="342">
                  <c:v>46294</c:v>
                </c:pt>
                <c:pt idx="343">
                  <c:v>46295</c:v>
                </c:pt>
                <c:pt idx="344">
                  <c:v>46296</c:v>
                </c:pt>
                <c:pt idx="345">
                  <c:v>46297</c:v>
                </c:pt>
                <c:pt idx="346">
                  <c:v>46301</c:v>
                </c:pt>
                <c:pt idx="347">
                  <c:v>46302</c:v>
                </c:pt>
                <c:pt idx="348">
                  <c:v>46303</c:v>
                </c:pt>
              </c:numCache>
            </c:numRef>
          </c:cat>
          <c:val>
            <c:numRef>
              <c:f>'5월이후'!$K$16:$K$599</c:f>
              <c:numCache>
                <c:formatCode>#,##0_ </c:formatCode>
                <c:ptCount val="584"/>
                <c:pt idx="0">
                  <c:v>-335.4</c:v>
                </c:pt>
                <c:pt idx="1">
                  <c:v>14.400000000000034</c:v>
                </c:pt>
                <c:pt idx="2">
                  <c:v>144.86000000000004</c:v>
                </c:pt>
                <c:pt idx="3">
                  <c:v>212.92000000000004</c:v>
                </c:pt>
                <c:pt idx="4">
                  <c:v>213.07000000000005</c:v>
                </c:pt>
                <c:pt idx="5">
                  <c:v>383.69000000000005</c:v>
                </c:pt>
                <c:pt idx="6">
                  <c:v>859.93000000000006</c:v>
                </c:pt>
                <c:pt idx="7">
                  <c:v>1133.6200000000001</c:v>
                </c:pt>
                <c:pt idx="8">
                  <c:v>1303.4000000000001</c:v>
                </c:pt>
                <c:pt idx="9">
                  <c:v>1189.5700000000002</c:v>
                </c:pt>
                <c:pt idx="10">
                  <c:v>1075.1200000000001</c:v>
                </c:pt>
                <c:pt idx="11">
                  <c:v>1270.1500000000001</c:v>
                </c:pt>
                <c:pt idx="12">
                  <c:v>1043.6600000000001</c:v>
                </c:pt>
                <c:pt idx="13">
                  <c:v>985.38000000000011</c:v>
                </c:pt>
                <c:pt idx="14">
                  <c:v>1087.17</c:v>
                </c:pt>
                <c:pt idx="15">
                  <c:v>1011.5300000000001</c:v>
                </c:pt>
                <c:pt idx="16">
                  <c:v>1314.1200000000001</c:v>
                </c:pt>
                <c:pt idx="17">
                  <c:v>1608.77</c:v>
                </c:pt>
                <c:pt idx="18">
                  <c:v>997</c:v>
                </c:pt>
                <c:pt idx="19">
                  <c:v>1125.47</c:v>
                </c:pt>
                <c:pt idx="20">
                  <c:v>2180.4</c:v>
                </c:pt>
                <c:pt idx="21">
                  <c:v>3164.63</c:v>
                </c:pt>
                <c:pt idx="22">
                  <c:v>4144.58</c:v>
                </c:pt>
                <c:pt idx="23">
                  <c:v>4777.82</c:v>
                </c:pt>
                <c:pt idx="24">
                  <c:v>4943.38</c:v>
                </c:pt>
                <c:pt idx="25">
                  <c:v>5351.43</c:v>
                </c:pt>
                <c:pt idx="26">
                  <c:v>5473.35</c:v>
                </c:pt>
                <c:pt idx="27">
                  <c:v>5150.9900000000007</c:v>
                </c:pt>
                <c:pt idx="28">
                  <c:v>5054.2500000000009</c:v>
                </c:pt>
                <c:pt idx="29">
                  <c:v>5340.7000000000007</c:v>
                </c:pt>
                <c:pt idx="30">
                  <c:v>5253.2800000000007</c:v>
                </c:pt>
                <c:pt idx="31">
                  <c:v>5815.8000000000011</c:v>
                </c:pt>
                <c:pt idx="32">
                  <c:v>5447.2500000000009</c:v>
                </c:pt>
                <c:pt idx="33">
                  <c:v>5890.880000000001</c:v>
                </c:pt>
                <c:pt idx="34">
                  <c:v>5779.4800000000014</c:v>
                </c:pt>
                <c:pt idx="35">
                  <c:v>5198.8700000000017</c:v>
                </c:pt>
                <c:pt idx="36">
                  <c:v>4340.9500000000016</c:v>
                </c:pt>
                <c:pt idx="37">
                  <c:v>3689.6100000000015</c:v>
                </c:pt>
                <c:pt idx="38">
                  <c:v>3866.0600000000013</c:v>
                </c:pt>
                <c:pt idx="39">
                  <c:v>3538.7700000000013</c:v>
                </c:pt>
                <c:pt idx="40">
                  <c:v>4184.4100000000017</c:v>
                </c:pt>
                <c:pt idx="41">
                  <c:v>4346.5300000000016</c:v>
                </c:pt>
                <c:pt idx="42">
                  <c:v>4255.340000000002</c:v>
                </c:pt>
                <c:pt idx="43">
                  <c:v>4499.3100000000022</c:v>
                </c:pt>
                <c:pt idx="44">
                  <c:v>4086.5300000000025</c:v>
                </c:pt>
                <c:pt idx="45">
                  <c:v>4558.8500000000022</c:v>
                </c:pt>
                <c:pt idx="46">
                  <c:v>4884.4400000000023</c:v>
                </c:pt>
                <c:pt idx="47">
                  <c:v>5255.7900000000027</c:v>
                </c:pt>
                <c:pt idx="48">
                  <c:v>5469.9800000000023</c:v>
                </c:pt>
                <c:pt idx="49">
                  <c:v>5523.4000000000024</c:v>
                </c:pt>
                <c:pt idx="50">
                  <c:v>5570.5700000000024</c:v>
                </c:pt>
                <c:pt idx="51">
                  <c:v>5760.2800000000025</c:v>
                </c:pt>
                <c:pt idx="52">
                  <c:v>6656.3500000000022</c:v>
                </c:pt>
                <c:pt idx="53">
                  <c:v>6527.4300000000021</c:v>
                </c:pt>
                <c:pt idx="54">
                  <c:v>6949.3700000000017</c:v>
                </c:pt>
                <c:pt idx="55">
                  <c:v>7692.4500000000016</c:v>
                </c:pt>
                <c:pt idx="56">
                  <c:v>7961.1900000000014</c:v>
                </c:pt>
                <c:pt idx="57">
                  <c:v>8441.340000000002</c:v>
                </c:pt>
                <c:pt idx="58">
                  <c:v>9046.0700000000015</c:v>
                </c:pt>
                <c:pt idx="59">
                  <c:v>9626.1600000000017</c:v>
                </c:pt>
                <c:pt idx="60">
                  <c:v>9970.5700000000015</c:v>
                </c:pt>
                <c:pt idx="61">
                  <c:v>9314.3000000000011</c:v>
                </c:pt>
                <c:pt idx="62">
                  <c:v>9397.0700000000015</c:v>
                </c:pt>
                <c:pt idx="63">
                  <c:v>9692.340000000002</c:v>
                </c:pt>
                <c:pt idx="64">
                  <c:v>9973.8000000000011</c:v>
                </c:pt>
                <c:pt idx="65">
                  <c:v>9956.2000000000007</c:v>
                </c:pt>
                <c:pt idx="66">
                  <c:v>9796.630000000001</c:v>
                </c:pt>
                <c:pt idx="67">
                  <c:v>10016.880000000001</c:v>
                </c:pt>
                <c:pt idx="68">
                  <c:v>9957.51</c:v>
                </c:pt>
                <c:pt idx="69">
                  <c:v>10594.06</c:v>
                </c:pt>
                <c:pt idx="70">
                  <c:v>10514.1</c:v>
                </c:pt>
                <c:pt idx="71">
                  <c:v>10024.48</c:v>
                </c:pt>
                <c:pt idx="72">
                  <c:v>9569.9</c:v>
                </c:pt>
                <c:pt idx="73">
                  <c:v>9356.2199999999993</c:v>
                </c:pt>
                <c:pt idx="74">
                  <c:v>9339.0999999999985</c:v>
                </c:pt>
                <c:pt idx="75">
                  <c:v>9520.8199999999979</c:v>
                </c:pt>
                <c:pt idx="76">
                  <c:v>9639.5699999999979</c:v>
                </c:pt>
                <c:pt idx="77">
                  <c:v>8953.5899999999983</c:v>
                </c:pt>
                <c:pt idx="78">
                  <c:v>8749.8799999999992</c:v>
                </c:pt>
                <c:pt idx="79">
                  <c:v>8725.58</c:v>
                </c:pt>
                <c:pt idx="80">
                  <c:v>8353.1</c:v>
                </c:pt>
                <c:pt idx="81">
                  <c:v>8085.68</c:v>
                </c:pt>
                <c:pt idx="82">
                  <c:v>8487.85</c:v>
                </c:pt>
                <c:pt idx="83">
                  <c:v>8924.25</c:v>
                </c:pt>
                <c:pt idx="84">
                  <c:v>9127.74</c:v>
                </c:pt>
                <c:pt idx="85">
                  <c:v>8989.76</c:v>
                </c:pt>
                <c:pt idx="86">
                  <c:v>9221.32</c:v>
                </c:pt>
                <c:pt idx="87">
                  <c:v>9905.52</c:v>
                </c:pt>
                <c:pt idx="88">
                  <c:v>11290.36</c:v>
                </c:pt>
                <c:pt idx="89">
                  <c:v>11592.730000000001</c:v>
                </c:pt>
                <c:pt idx="90">
                  <c:v>13009.930000000002</c:v>
                </c:pt>
                <c:pt idx="91">
                  <c:v>13276.770000000002</c:v>
                </c:pt>
                <c:pt idx="92">
                  <c:v>15075.670000000002</c:v>
                </c:pt>
                <c:pt idx="93">
                  <c:v>15039.530000000002</c:v>
                </c:pt>
                <c:pt idx="94">
                  <c:v>15327.190000000002</c:v>
                </c:pt>
                <c:pt idx="95">
                  <c:v>15020.960000000003</c:v>
                </c:pt>
                <c:pt idx="96">
                  <c:v>15589.200000000003</c:v>
                </c:pt>
                <c:pt idx="97">
                  <c:v>15925.780000000002</c:v>
                </c:pt>
                <c:pt idx="98">
                  <c:v>15679.230000000003</c:v>
                </c:pt>
                <c:pt idx="99">
                  <c:v>15895.680000000004</c:v>
                </c:pt>
                <c:pt idx="100">
                  <c:v>15325.260000000004</c:v>
                </c:pt>
                <c:pt idx="101">
                  <c:v>15773.660000000003</c:v>
                </c:pt>
                <c:pt idx="102">
                  <c:v>15799.630000000003</c:v>
                </c:pt>
                <c:pt idx="103">
                  <c:v>16632.950000000004</c:v>
                </c:pt>
                <c:pt idx="104">
                  <c:v>19772.920000000006</c:v>
                </c:pt>
                <c:pt idx="105">
                  <c:v>20834.280000000006</c:v>
                </c:pt>
                <c:pt idx="106">
                  <c:v>20010.960000000006</c:v>
                </c:pt>
                <c:pt idx="107">
                  <c:v>20566.200000000008</c:v>
                </c:pt>
                <c:pt idx="108">
                  <c:v>20729.100000000009</c:v>
                </c:pt>
                <c:pt idx="109">
                  <c:v>21388.240000000009</c:v>
                </c:pt>
                <c:pt idx="110">
                  <c:v>21830.820000000011</c:v>
                </c:pt>
                <c:pt idx="111">
                  <c:v>21583.150000000012</c:v>
                </c:pt>
                <c:pt idx="112">
                  <c:v>21564.330000000013</c:v>
                </c:pt>
                <c:pt idx="113">
                  <c:v>20863.270000000011</c:v>
                </c:pt>
                <c:pt idx="114">
                  <c:v>20454.19000000001</c:v>
                </c:pt>
                <c:pt idx="115">
                  <c:v>21039.060000000009</c:v>
                </c:pt>
                <c:pt idx="116">
                  <c:v>21688.520000000008</c:v>
                </c:pt>
                <c:pt idx="117">
                  <c:v>20047.490000000009</c:v>
                </c:pt>
                <c:pt idx="118">
                  <c:v>19945.670000000009</c:v>
                </c:pt>
                <c:pt idx="119">
                  <c:v>19827.910000000011</c:v>
                </c:pt>
                <c:pt idx="120">
                  <c:v>21144.28000000001</c:v>
                </c:pt>
                <c:pt idx="121">
                  <c:v>20347.900000000009</c:v>
                </c:pt>
                <c:pt idx="122">
                  <c:v>18112.970000000008</c:v>
                </c:pt>
                <c:pt idx="123">
                  <c:v>16043.010000000009</c:v>
                </c:pt>
                <c:pt idx="124">
                  <c:v>14342.990000000009</c:v>
                </c:pt>
                <c:pt idx="125">
                  <c:v>13880.480000000009</c:v>
                </c:pt>
                <c:pt idx="126">
                  <c:v>13735.27000000001</c:v>
                </c:pt>
                <c:pt idx="127">
                  <c:v>13809.650000000009</c:v>
                </c:pt>
                <c:pt idx="128">
                  <c:v>13383.350000000009</c:v>
                </c:pt>
                <c:pt idx="129">
                  <c:v>14383.070000000009</c:v>
                </c:pt>
                <c:pt idx="130">
                  <c:v>12016.290000000008</c:v>
                </c:pt>
                <c:pt idx="131">
                  <c:v>12534.570000000009</c:v>
                </c:pt>
                <c:pt idx="132">
                  <c:v>11982.460000000008</c:v>
                </c:pt>
                <c:pt idx="133">
                  <c:v>10931.300000000008</c:v>
                </c:pt>
                <c:pt idx="134">
                  <c:v>11676.070000000009</c:v>
                </c:pt>
                <c:pt idx="135">
                  <c:v>8845.2700000000077</c:v>
                </c:pt>
                <c:pt idx="136">
                  <c:v>8049.6200000000081</c:v>
                </c:pt>
                <c:pt idx="137">
                  <c:v>8047.910000000008</c:v>
                </c:pt>
                <c:pt idx="138">
                  <c:v>8571.4100000000071</c:v>
                </c:pt>
                <c:pt idx="139">
                  <c:v>8729.1500000000069</c:v>
                </c:pt>
                <c:pt idx="140">
                  <c:v>6688.1200000000072</c:v>
                </c:pt>
                <c:pt idx="141">
                  <c:v>6911.7000000000071</c:v>
                </c:pt>
                <c:pt idx="142">
                  <c:v>8132.2900000000072</c:v>
                </c:pt>
                <c:pt idx="143">
                  <c:v>8415.2400000000071</c:v>
                </c:pt>
                <c:pt idx="144">
                  <c:v>7717.4000000000069</c:v>
                </c:pt>
                <c:pt idx="145">
                  <c:v>8717.9600000000064</c:v>
                </c:pt>
                <c:pt idx="146">
                  <c:v>9040.6500000000069</c:v>
                </c:pt>
                <c:pt idx="147">
                  <c:v>8949.6600000000071</c:v>
                </c:pt>
                <c:pt idx="148">
                  <c:v>9323.3400000000074</c:v>
                </c:pt>
                <c:pt idx="149">
                  <c:v>9688.320000000007</c:v>
                </c:pt>
                <c:pt idx="150">
                  <c:v>9735.2600000000075</c:v>
                </c:pt>
                <c:pt idx="151">
                  <c:v>8775.3600000000079</c:v>
                </c:pt>
                <c:pt idx="152">
                  <c:v>7740.3200000000079</c:v>
                </c:pt>
                <c:pt idx="153">
                  <c:v>7712.5300000000079</c:v>
                </c:pt>
                <c:pt idx="154">
                  <c:v>7365.7600000000075</c:v>
                </c:pt>
                <c:pt idx="155">
                  <c:v>6618.6300000000074</c:v>
                </c:pt>
                <c:pt idx="156">
                  <c:v>7732.6600000000071</c:v>
                </c:pt>
                <c:pt idx="157">
                  <c:v>8687.0000000000073</c:v>
                </c:pt>
                <c:pt idx="158">
                  <c:v>9208.5800000000072</c:v>
                </c:pt>
                <c:pt idx="159">
                  <c:v>10989.270000000008</c:v>
                </c:pt>
                <c:pt idx="160">
                  <c:v>11324.830000000007</c:v>
                </c:pt>
                <c:pt idx="161">
                  <c:v>10836.260000000007</c:v>
                </c:pt>
                <c:pt idx="162">
                  <c:v>11480.930000000008</c:v>
                </c:pt>
                <c:pt idx="163">
                  <c:v>13661.690000000008</c:v>
                </c:pt>
                <c:pt idx="164">
                  <c:v>13031.470000000008</c:v>
                </c:pt>
                <c:pt idx="165">
                  <c:v>14283.610000000008</c:v>
                </c:pt>
                <c:pt idx="166">
                  <c:v>14177.010000000007</c:v>
                </c:pt>
                <c:pt idx="167">
                  <c:v>12565.690000000008</c:v>
                </c:pt>
                <c:pt idx="168">
                  <c:v>12213.410000000007</c:v>
                </c:pt>
                <c:pt idx="169">
                  <c:v>11934.460000000006</c:v>
                </c:pt>
                <c:pt idx="170">
                  <c:v>11556.410000000007</c:v>
                </c:pt>
                <c:pt idx="171">
                  <c:v>11909.440000000008</c:v>
                </c:pt>
                <c:pt idx="172">
                  <c:v>12346.200000000008</c:v>
                </c:pt>
                <c:pt idx="173">
                  <c:v>12895.270000000008</c:v>
                </c:pt>
                <c:pt idx="174">
                  <c:v>13011.260000000007</c:v>
                </c:pt>
                <c:pt idx="175">
                  <c:v>13457.000000000007</c:v>
                </c:pt>
                <c:pt idx="176">
                  <c:v>13209.220000000007</c:v>
                </c:pt>
                <c:pt idx="177">
                  <c:v>13354.300000000007</c:v>
                </c:pt>
                <c:pt idx="178">
                  <c:v>13187.860000000006</c:v>
                </c:pt>
                <c:pt idx="179">
                  <c:v>14033.160000000005</c:v>
                </c:pt>
                <c:pt idx="180">
                  <c:v>14426.320000000005</c:v>
                </c:pt>
                <c:pt idx="181">
                  <c:v>12934.020000000006</c:v>
                </c:pt>
                <c:pt idx="182">
                  <c:v>10954.800000000007</c:v>
                </c:pt>
                <c:pt idx="183">
                  <c:v>8421.7900000000063</c:v>
                </c:pt>
                <c:pt idx="184">
                  <c:v>9138.7900000000063</c:v>
                </c:pt>
                <c:pt idx="185">
                  <c:v>8200.9600000000064</c:v>
                </c:pt>
                <c:pt idx="186">
                  <c:v>3162.5000000000064</c:v>
                </c:pt>
                <c:pt idx="187">
                  <c:v>-165.18999999999369</c:v>
                </c:pt>
                <c:pt idx="188">
                  <c:v>273.68000000000632</c:v>
                </c:pt>
                <c:pt idx="189">
                  <c:v>420.62000000000631</c:v>
                </c:pt>
                <c:pt idx="190">
                  <c:v>1277.8200000000063</c:v>
                </c:pt>
                <c:pt idx="191">
                  <c:v>4285.7100000000064</c:v>
                </c:pt>
                <c:pt idx="192">
                  <c:v>3358.9000000000065</c:v>
                </c:pt>
                <c:pt idx="193">
                  <c:v>2424.4000000000065</c:v>
                </c:pt>
                <c:pt idx="194">
                  <c:v>1680.3400000000065</c:v>
                </c:pt>
                <c:pt idx="195">
                  <c:v>569.42000000000644</c:v>
                </c:pt>
                <c:pt idx="196">
                  <c:v>379.11000000000644</c:v>
                </c:pt>
                <c:pt idx="197">
                  <c:v>-926.58999999999355</c:v>
                </c:pt>
                <c:pt idx="198">
                  <c:v>-3037.1499999999933</c:v>
                </c:pt>
                <c:pt idx="199">
                  <c:v>-10118.319999999992</c:v>
                </c:pt>
                <c:pt idx="200">
                  <c:v>-15292.009999999991</c:v>
                </c:pt>
                <c:pt idx="201">
                  <c:v>-15055.329999999991</c:v>
                </c:pt>
                <c:pt idx="202">
                  <c:v>-15212.329999999991</c:v>
                </c:pt>
                <c:pt idx="203">
                  <c:v>-17163.44999999999</c:v>
                </c:pt>
                <c:pt idx="204">
                  <c:v>-20361.37999999999</c:v>
                </c:pt>
                <c:pt idx="205">
                  <c:v>-19326.959999999992</c:v>
                </c:pt>
                <c:pt idx="206">
                  <c:v>-19581.709999999992</c:v>
                </c:pt>
                <c:pt idx="207">
                  <c:v>-21972.819999999992</c:v>
                </c:pt>
                <c:pt idx="208">
                  <c:v>-23432.459999999992</c:v>
                </c:pt>
                <c:pt idx="209">
                  <c:v>-24284.369999999992</c:v>
                </c:pt>
                <c:pt idx="210">
                  <c:v>-24457.679999999993</c:v>
                </c:pt>
                <c:pt idx="211">
                  <c:v>-23568.969999999994</c:v>
                </c:pt>
                <c:pt idx="212">
                  <c:v>-25452.839999999993</c:v>
                </c:pt>
                <c:pt idx="213">
                  <c:v>-26698.379999999994</c:v>
                </c:pt>
                <c:pt idx="214">
                  <c:v>-30396.699999999993</c:v>
                </c:pt>
                <c:pt idx="215">
                  <c:v>-32376.049999999992</c:v>
                </c:pt>
                <c:pt idx="216">
                  <c:v>-33662.679999999993</c:v>
                </c:pt>
                <c:pt idx="217">
                  <c:v>-36612.789999999994</c:v>
                </c:pt>
                <c:pt idx="218">
                  <c:v>-40052.789999999994</c:v>
                </c:pt>
                <c:pt idx="219">
                  <c:v>-42150.899999999994</c:v>
                </c:pt>
                <c:pt idx="220">
                  <c:v>-45998.969999999994</c:v>
                </c:pt>
                <c:pt idx="221">
                  <c:v>-46626.779999999992</c:v>
                </c:pt>
                <c:pt idx="222">
                  <c:v>-46767.389999999992</c:v>
                </c:pt>
                <c:pt idx="223">
                  <c:v>-45967.909999999989</c:v>
                </c:pt>
                <c:pt idx="224">
                  <c:v>-46124.289999999986</c:v>
                </c:pt>
                <c:pt idx="225">
                  <c:v>-45729.259999999987</c:v>
                </c:pt>
                <c:pt idx="226">
                  <c:v>-43783.94999999999</c:v>
                </c:pt>
                <c:pt idx="227">
                  <c:v>-42065.009999999987</c:v>
                </c:pt>
                <c:pt idx="228">
                  <c:v>-41001.429999999986</c:v>
                </c:pt>
                <c:pt idx="229">
                  <c:v>-41462.889999999985</c:v>
                </c:pt>
                <c:pt idx="230">
                  <c:v>-40626.159999999982</c:v>
                </c:pt>
                <c:pt idx="231">
                  <c:v>-40137.109999999979</c:v>
                </c:pt>
                <c:pt idx="232">
                  <c:v>-39662.539999999979</c:v>
                </c:pt>
                <c:pt idx="233">
                  <c:v>-41665.629999999976</c:v>
                </c:pt>
                <c:pt idx="234">
                  <c:v>-41902.619999999974</c:v>
                </c:pt>
                <c:pt idx="235">
                  <c:v>-40751.009999999973</c:v>
                </c:pt>
                <c:pt idx="236">
                  <c:v>-41433.189999999973</c:v>
                </c:pt>
                <c:pt idx="237">
                  <c:v>-41519.159999999974</c:v>
                </c:pt>
                <c:pt idx="238">
                  <c:v>-43468.749999999971</c:v>
                </c:pt>
                <c:pt idx="239">
                  <c:v>-42601.249999999971</c:v>
                </c:pt>
                <c:pt idx="240">
                  <c:v>-42794.759999999973</c:v>
                </c:pt>
                <c:pt idx="241">
                  <c:v>-43408.539999999972</c:v>
                </c:pt>
                <c:pt idx="242">
                  <c:v>-44870.699999999975</c:v>
                </c:pt>
                <c:pt idx="243">
                  <c:v>-41924.979999999974</c:v>
                </c:pt>
                <c:pt idx="244">
                  <c:v>-38815.349999999977</c:v>
                </c:pt>
                <c:pt idx="245">
                  <c:v>-45532.619999999981</c:v>
                </c:pt>
                <c:pt idx="246">
                  <c:v>-50844.349999999977</c:v>
                </c:pt>
                <c:pt idx="247">
                  <c:v>-53680.819999999978</c:v>
                </c:pt>
                <c:pt idx="248">
                  <c:v>-59306.639999999978</c:v>
                </c:pt>
                <c:pt idx="249">
                  <c:v>-63065.229999999981</c:v>
                </c:pt>
                <c:pt idx="250">
                  <c:v>-65233.219999999979</c:v>
                </c:pt>
                <c:pt idx="251">
                  <c:v>-70893.969999999972</c:v>
                </c:pt>
                <c:pt idx="252">
                  <c:v>-74545.839999999967</c:v>
                </c:pt>
                <c:pt idx="253">
                  <c:v>-80293.229999999967</c:v>
                </c:pt>
                <c:pt idx="254">
                  <c:v>-83243.15999999996</c:v>
                </c:pt>
                <c:pt idx="255">
                  <c:v>-83462.779999999955</c:v>
                </c:pt>
                <c:pt idx="256">
                  <c:v>-85389.26999999996</c:v>
                </c:pt>
                <c:pt idx="257">
                  <c:v>-85521.249999999956</c:v>
                </c:pt>
                <c:pt idx="258">
                  <c:v>-85781.889999999956</c:v>
                </c:pt>
                <c:pt idx="259">
                  <c:v>-88517.239999999962</c:v>
                </c:pt>
                <c:pt idx="260">
                  <c:v>-89585.379999999961</c:v>
                </c:pt>
                <c:pt idx="261">
                  <c:v>-92413.489999999962</c:v>
                </c:pt>
                <c:pt idx="262">
                  <c:v>-98732.619999999966</c:v>
                </c:pt>
                <c:pt idx="263">
                  <c:v>-105434.02999999997</c:v>
                </c:pt>
                <c:pt idx="264">
                  <c:v>-108215.48999999998</c:v>
                </c:pt>
                <c:pt idx="265">
                  <c:v>-108499.38999999997</c:v>
                </c:pt>
                <c:pt idx="266">
                  <c:v>-110483.70999999998</c:v>
                </c:pt>
                <c:pt idx="267">
                  <c:v>-113291.71999999997</c:v>
                </c:pt>
                <c:pt idx="268">
                  <c:v>-114771.33999999997</c:v>
                </c:pt>
                <c:pt idx="269">
                  <c:v>-112555.54999999997</c:v>
                </c:pt>
                <c:pt idx="270">
                  <c:v>-111452.22999999997</c:v>
                </c:pt>
                <c:pt idx="271">
                  <c:v>-109921.33999999997</c:v>
                </c:pt>
                <c:pt idx="272">
                  <c:v>-110915.92999999996</c:v>
                </c:pt>
                <c:pt idx="273">
                  <c:v>-109644.88999999997</c:v>
                </c:pt>
                <c:pt idx="274">
                  <c:v>-109996.83999999997</c:v>
                </c:pt>
                <c:pt idx="275">
                  <c:v>-112544.55999999997</c:v>
                </c:pt>
                <c:pt idx="276">
                  <c:v>-116786.62999999998</c:v>
                </c:pt>
                <c:pt idx="277">
                  <c:v>-121439.47999999998</c:v>
                </c:pt>
                <c:pt idx="278">
                  <c:v>-122317.74999999999</c:v>
                </c:pt>
                <c:pt idx="279">
                  <c:v>-126634.01999999999</c:v>
                </c:pt>
                <c:pt idx="280">
                  <c:v>-134390.04999999999</c:v>
                </c:pt>
                <c:pt idx="281">
                  <c:v>-138210.21</c:v>
                </c:pt>
                <c:pt idx="282">
                  <c:v>-139911.38999999998</c:v>
                </c:pt>
                <c:pt idx="283">
                  <c:v>-144315.85999999999</c:v>
                </c:pt>
                <c:pt idx="284">
                  <c:v>-146471.43999999997</c:v>
                </c:pt>
                <c:pt idx="285">
                  <c:v>-147809.35999999999</c:v>
                </c:pt>
                <c:pt idx="286">
                  <c:v>-150739.31</c:v>
                </c:pt>
                <c:pt idx="287">
                  <c:v>-150400.29</c:v>
                </c:pt>
                <c:pt idx="288">
                  <c:v>-150257.45000000001</c:v>
                </c:pt>
                <c:pt idx="289">
                  <c:v>-150587.6</c:v>
                </c:pt>
                <c:pt idx="290">
                  <c:v>-152277.86000000002</c:v>
                </c:pt>
                <c:pt idx="291">
                  <c:v>-151304.16</c:v>
                </c:pt>
                <c:pt idx="292">
                  <c:v>-148991.6</c:v>
                </c:pt>
                <c:pt idx="293">
                  <c:v>-150372.97</c:v>
                </c:pt>
                <c:pt idx="294">
                  <c:v>-149845.78</c:v>
                </c:pt>
                <c:pt idx="295">
                  <c:v>-149537.09</c:v>
                </c:pt>
                <c:pt idx="296">
                  <c:v>-146907.16999999998</c:v>
                </c:pt>
                <c:pt idx="297">
                  <c:v>-144758.50999999998</c:v>
                </c:pt>
                <c:pt idx="298">
                  <c:v>-148041.29999999999</c:v>
                </c:pt>
                <c:pt idx="299">
                  <c:v>-150941.31999999998</c:v>
                </c:pt>
                <c:pt idx="300">
                  <c:v>-155467.36999999997</c:v>
                </c:pt>
                <c:pt idx="301">
                  <c:v>-156712.08999999997</c:v>
                </c:pt>
                <c:pt idx="302">
                  <c:v>-155381.09999999998</c:v>
                </c:pt>
                <c:pt idx="303">
                  <c:v>-148103.76999999999</c:v>
                </c:pt>
                <c:pt idx="304">
                  <c:v>-150942.28999999998</c:v>
                </c:pt>
                <c:pt idx="305">
                  <c:v>-151313.22999999998</c:v>
                </c:pt>
                <c:pt idx="306">
                  <c:v>-149861.9</c:v>
                </c:pt>
                <c:pt idx="307">
                  <c:v>-153173.37</c:v>
                </c:pt>
                <c:pt idx="308">
                  <c:v>-154042.91999999998</c:v>
                </c:pt>
                <c:pt idx="309">
                  <c:v>-155538.88999999998</c:v>
                </c:pt>
                <c:pt idx="310">
                  <c:v>-155484.69999999998</c:v>
                </c:pt>
                <c:pt idx="311">
                  <c:v>-152641.96</c:v>
                </c:pt>
                <c:pt idx="312">
                  <c:v>-150517.5</c:v>
                </c:pt>
                <c:pt idx="313">
                  <c:v>-147468.85999999999</c:v>
                </c:pt>
                <c:pt idx="314">
                  <c:v>-147382.79999999999</c:v>
                </c:pt>
                <c:pt idx="315">
                  <c:v>-150870.69</c:v>
                </c:pt>
                <c:pt idx="316">
                  <c:v>-149148.89000000001</c:v>
                </c:pt>
                <c:pt idx="317">
                  <c:v>-149320.1</c:v>
                </c:pt>
                <c:pt idx="318">
                  <c:v>-153000.91</c:v>
                </c:pt>
                <c:pt idx="319">
                  <c:v>-156820.30000000002</c:v>
                </c:pt>
                <c:pt idx="320">
                  <c:v>-156924.21000000002</c:v>
                </c:pt>
                <c:pt idx="321">
                  <c:v>-156780.66000000003</c:v>
                </c:pt>
                <c:pt idx="322">
                  <c:v>-157635.42000000004</c:v>
                </c:pt>
                <c:pt idx="323">
                  <c:v>-158279.35000000003</c:v>
                </c:pt>
                <c:pt idx="324">
                  <c:v>-158771.01000000004</c:v>
                </c:pt>
                <c:pt idx="325">
                  <c:v>-160698.47000000003</c:v>
                </c:pt>
                <c:pt idx="326">
                  <c:v>-160653.25000000003</c:v>
                </c:pt>
                <c:pt idx="327">
                  <c:v>-160149.55000000002</c:v>
                </c:pt>
                <c:pt idx="328">
                  <c:v>-157562.73000000001</c:v>
                </c:pt>
                <c:pt idx="329">
                  <c:v>-156914.51</c:v>
                </c:pt>
                <c:pt idx="330">
                  <c:v>-157341.46000000002</c:v>
                </c:pt>
                <c:pt idx="331">
                  <c:v>-159964.50000000003</c:v>
                </c:pt>
                <c:pt idx="332">
                  <c:v>-162275.49000000002</c:v>
                </c:pt>
                <c:pt idx="333">
                  <c:v>-165626.05000000002</c:v>
                </c:pt>
                <c:pt idx="334">
                  <c:v>-167180.21000000002</c:v>
                </c:pt>
                <c:pt idx="335">
                  <c:v>-168862.98</c:v>
                </c:pt>
                <c:pt idx="336">
                  <c:v>-171499.18000000002</c:v>
                </c:pt>
                <c:pt idx="337">
                  <c:v>-171038.23</c:v>
                </c:pt>
                <c:pt idx="338">
                  <c:v>-171019.75</c:v>
                </c:pt>
                <c:pt idx="339">
                  <c:v>-170962.45</c:v>
                </c:pt>
                <c:pt idx="340">
                  <c:v>-171457.36000000002</c:v>
                </c:pt>
                <c:pt idx="341">
                  <c:v>-174740.40000000002</c:v>
                </c:pt>
                <c:pt idx="342">
                  <c:v>-177734.77000000002</c:v>
                </c:pt>
                <c:pt idx="343">
                  <c:v>-179803.98</c:v>
                </c:pt>
                <c:pt idx="344">
                  <c:v>-179679.65000000002</c:v>
                </c:pt>
                <c:pt idx="345">
                  <c:v>-179780.77000000002</c:v>
                </c:pt>
                <c:pt idx="346">
                  <c:v>-181537.43000000002</c:v>
                </c:pt>
                <c:pt idx="347">
                  <c:v>-184168.88000000003</c:v>
                </c:pt>
                <c:pt idx="348">
                  <c:v>-186249.96000000002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B8-4280-8F15-EE40D20623A4}"/>
            </c:ext>
          </c:extLst>
        </c:ser>
        <c:ser>
          <c:idx val="1"/>
          <c:order val="1"/>
          <c:tx>
            <c:strRef>
              <c:f>'5월이후'!$L$14</c:f>
              <c:strCache>
                <c:ptCount val="1"/>
                <c:pt idx="0">
                  <c:v>기관 누적순매수</c:v>
                </c:pt>
              </c:strCache>
            </c:strRef>
          </c:tx>
          <c:spPr>
            <a:ln w="12700" cap="rnd">
              <a:solidFill>
                <a:srgbClr val="A6A6A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'5월이후'!$J$16:$J$599</c:f>
              <c:numCache>
                <c:formatCode>m/d/yyyy</c:formatCode>
                <c:ptCount val="584"/>
                <c:pt idx="0">
                  <c:v>45779</c:v>
                </c:pt>
                <c:pt idx="1">
                  <c:v>45784</c:v>
                </c:pt>
                <c:pt idx="2">
                  <c:v>45785</c:v>
                </c:pt>
                <c:pt idx="3">
                  <c:v>45786</c:v>
                </c:pt>
                <c:pt idx="4">
                  <c:v>45789</c:v>
                </c:pt>
                <c:pt idx="5">
                  <c:v>45790</c:v>
                </c:pt>
                <c:pt idx="6">
                  <c:v>45791</c:v>
                </c:pt>
                <c:pt idx="7">
                  <c:v>45792</c:v>
                </c:pt>
                <c:pt idx="8">
                  <c:v>45793</c:v>
                </c:pt>
                <c:pt idx="9">
                  <c:v>45796</c:v>
                </c:pt>
                <c:pt idx="10">
                  <c:v>45797</c:v>
                </c:pt>
                <c:pt idx="11">
                  <c:v>45798</c:v>
                </c:pt>
                <c:pt idx="12">
                  <c:v>45799</c:v>
                </c:pt>
                <c:pt idx="13">
                  <c:v>45800</c:v>
                </c:pt>
                <c:pt idx="14">
                  <c:v>45803</c:v>
                </c:pt>
                <c:pt idx="15">
                  <c:v>45804</c:v>
                </c:pt>
                <c:pt idx="16">
                  <c:v>45805</c:v>
                </c:pt>
                <c:pt idx="17">
                  <c:v>45806</c:v>
                </c:pt>
                <c:pt idx="18">
                  <c:v>45807</c:v>
                </c:pt>
                <c:pt idx="19">
                  <c:v>45810</c:v>
                </c:pt>
                <c:pt idx="20">
                  <c:v>45812</c:v>
                </c:pt>
                <c:pt idx="21">
                  <c:v>45813</c:v>
                </c:pt>
                <c:pt idx="22">
                  <c:v>45817</c:v>
                </c:pt>
                <c:pt idx="23">
                  <c:v>45818</c:v>
                </c:pt>
                <c:pt idx="24">
                  <c:v>45819</c:v>
                </c:pt>
                <c:pt idx="25">
                  <c:v>45820</c:v>
                </c:pt>
                <c:pt idx="26">
                  <c:v>45821</c:v>
                </c:pt>
                <c:pt idx="27">
                  <c:v>45824</c:v>
                </c:pt>
                <c:pt idx="28">
                  <c:v>45825</c:v>
                </c:pt>
                <c:pt idx="29">
                  <c:v>45826</c:v>
                </c:pt>
                <c:pt idx="30">
                  <c:v>45827</c:v>
                </c:pt>
                <c:pt idx="31">
                  <c:v>45828</c:v>
                </c:pt>
                <c:pt idx="32">
                  <c:v>45831</c:v>
                </c:pt>
                <c:pt idx="33">
                  <c:v>45832</c:v>
                </c:pt>
                <c:pt idx="34">
                  <c:v>45833</c:v>
                </c:pt>
                <c:pt idx="35">
                  <c:v>45834</c:v>
                </c:pt>
                <c:pt idx="36">
                  <c:v>45835</c:v>
                </c:pt>
                <c:pt idx="37">
                  <c:v>45838</c:v>
                </c:pt>
                <c:pt idx="38">
                  <c:v>45839</c:v>
                </c:pt>
                <c:pt idx="39">
                  <c:v>45840</c:v>
                </c:pt>
                <c:pt idx="40">
                  <c:v>45841</c:v>
                </c:pt>
                <c:pt idx="41">
                  <c:v>45842</c:v>
                </c:pt>
                <c:pt idx="42">
                  <c:v>45845</c:v>
                </c:pt>
                <c:pt idx="43">
                  <c:v>45846</c:v>
                </c:pt>
                <c:pt idx="44">
                  <c:v>45847</c:v>
                </c:pt>
                <c:pt idx="45">
                  <c:v>45848</c:v>
                </c:pt>
                <c:pt idx="46">
                  <c:v>45849</c:v>
                </c:pt>
                <c:pt idx="47">
                  <c:v>45852</c:v>
                </c:pt>
                <c:pt idx="48">
                  <c:v>45853</c:v>
                </c:pt>
                <c:pt idx="49">
                  <c:v>45854</c:v>
                </c:pt>
                <c:pt idx="50">
                  <c:v>45855</c:v>
                </c:pt>
                <c:pt idx="51">
                  <c:v>45856</c:v>
                </c:pt>
                <c:pt idx="52">
                  <c:v>45859</c:v>
                </c:pt>
                <c:pt idx="53">
                  <c:v>45860</c:v>
                </c:pt>
                <c:pt idx="54">
                  <c:v>45861</c:v>
                </c:pt>
                <c:pt idx="55">
                  <c:v>45862</c:v>
                </c:pt>
                <c:pt idx="56">
                  <c:v>45863</c:v>
                </c:pt>
                <c:pt idx="57">
                  <c:v>45866</c:v>
                </c:pt>
                <c:pt idx="58">
                  <c:v>45867</c:v>
                </c:pt>
                <c:pt idx="59">
                  <c:v>45868</c:v>
                </c:pt>
                <c:pt idx="60">
                  <c:v>45869</c:v>
                </c:pt>
                <c:pt idx="61">
                  <c:v>45870</c:v>
                </c:pt>
                <c:pt idx="62">
                  <c:v>45873</c:v>
                </c:pt>
                <c:pt idx="63">
                  <c:v>45874</c:v>
                </c:pt>
                <c:pt idx="64">
                  <c:v>45875</c:v>
                </c:pt>
                <c:pt idx="65">
                  <c:v>45876</c:v>
                </c:pt>
                <c:pt idx="66">
                  <c:v>45877</c:v>
                </c:pt>
                <c:pt idx="67">
                  <c:v>45880</c:v>
                </c:pt>
                <c:pt idx="68">
                  <c:v>45881</c:v>
                </c:pt>
                <c:pt idx="69">
                  <c:v>45882</c:v>
                </c:pt>
                <c:pt idx="70">
                  <c:v>45883</c:v>
                </c:pt>
                <c:pt idx="71">
                  <c:v>45887</c:v>
                </c:pt>
                <c:pt idx="72">
                  <c:v>45888</c:v>
                </c:pt>
                <c:pt idx="73">
                  <c:v>45889</c:v>
                </c:pt>
                <c:pt idx="74">
                  <c:v>45890</c:v>
                </c:pt>
                <c:pt idx="75">
                  <c:v>45891</c:v>
                </c:pt>
                <c:pt idx="76">
                  <c:v>45894</c:v>
                </c:pt>
                <c:pt idx="77">
                  <c:v>45895</c:v>
                </c:pt>
                <c:pt idx="78">
                  <c:v>45896</c:v>
                </c:pt>
                <c:pt idx="79">
                  <c:v>45897</c:v>
                </c:pt>
                <c:pt idx="80">
                  <c:v>45898</c:v>
                </c:pt>
                <c:pt idx="81">
                  <c:v>45901</c:v>
                </c:pt>
                <c:pt idx="82">
                  <c:v>45902</c:v>
                </c:pt>
                <c:pt idx="83">
                  <c:v>45903</c:v>
                </c:pt>
                <c:pt idx="84">
                  <c:v>45904</c:v>
                </c:pt>
                <c:pt idx="85">
                  <c:v>45905</c:v>
                </c:pt>
                <c:pt idx="86">
                  <c:v>45908</c:v>
                </c:pt>
                <c:pt idx="87">
                  <c:v>45909</c:v>
                </c:pt>
                <c:pt idx="88">
                  <c:v>45910</c:v>
                </c:pt>
                <c:pt idx="89">
                  <c:v>45911</c:v>
                </c:pt>
                <c:pt idx="90">
                  <c:v>45912</c:v>
                </c:pt>
                <c:pt idx="91">
                  <c:v>45915</c:v>
                </c:pt>
                <c:pt idx="92">
                  <c:v>45916</c:v>
                </c:pt>
                <c:pt idx="93">
                  <c:v>45917</c:v>
                </c:pt>
                <c:pt idx="94">
                  <c:v>45918</c:v>
                </c:pt>
                <c:pt idx="95">
                  <c:v>45919</c:v>
                </c:pt>
                <c:pt idx="96">
                  <c:v>45922</c:v>
                </c:pt>
                <c:pt idx="97">
                  <c:v>45923</c:v>
                </c:pt>
                <c:pt idx="98">
                  <c:v>45924</c:v>
                </c:pt>
                <c:pt idx="99">
                  <c:v>45925</c:v>
                </c:pt>
                <c:pt idx="100">
                  <c:v>45926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45940</c:v>
                </c:pt>
                <c:pt idx="106">
                  <c:v>45943</c:v>
                </c:pt>
                <c:pt idx="107">
                  <c:v>45944</c:v>
                </c:pt>
                <c:pt idx="108">
                  <c:v>45945</c:v>
                </c:pt>
                <c:pt idx="109">
                  <c:v>45946</c:v>
                </c:pt>
                <c:pt idx="110">
                  <c:v>45947</c:v>
                </c:pt>
                <c:pt idx="111">
                  <c:v>45950</c:v>
                </c:pt>
                <c:pt idx="112">
                  <c:v>45951</c:v>
                </c:pt>
                <c:pt idx="113">
                  <c:v>45952</c:v>
                </c:pt>
                <c:pt idx="114">
                  <c:v>45953</c:v>
                </c:pt>
                <c:pt idx="115">
                  <c:v>45954</c:v>
                </c:pt>
                <c:pt idx="116">
                  <c:v>45957</c:v>
                </c:pt>
                <c:pt idx="117">
                  <c:v>45958</c:v>
                </c:pt>
                <c:pt idx="118">
                  <c:v>45959</c:v>
                </c:pt>
                <c:pt idx="119">
                  <c:v>45960</c:v>
                </c:pt>
                <c:pt idx="120">
                  <c:v>45961</c:v>
                </c:pt>
                <c:pt idx="121">
                  <c:v>45964</c:v>
                </c:pt>
                <c:pt idx="122">
                  <c:v>45965</c:v>
                </c:pt>
                <c:pt idx="123">
                  <c:v>45966</c:v>
                </c:pt>
                <c:pt idx="124">
                  <c:v>45967</c:v>
                </c:pt>
                <c:pt idx="125">
                  <c:v>45968</c:v>
                </c:pt>
                <c:pt idx="126">
                  <c:v>45971</c:v>
                </c:pt>
                <c:pt idx="127">
                  <c:v>45972</c:v>
                </c:pt>
                <c:pt idx="128">
                  <c:v>45973</c:v>
                </c:pt>
                <c:pt idx="129">
                  <c:v>45974</c:v>
                </c:pt>
                <c:pt idx="130">
                  <c:v>45975</c:v>
                </c:pt>
                <c:pt idx="131">
                  <c:v>45978</c:v>
                </c:pt>
                <c:pt idx="132">
                  <c:v>45979</c:v>
                </c:pt>
                <c:pt idx="133">
                  <c:v>45980</c:v>
                </c:pt>
                <c:pt idx="134">
                  <c:v>45981</c:v>
                </c:pt>
                <c:pt idx="135">
                  <c:v>45982</c:v>
                </c:pt>
                <c:pt idx="136">
                  <c:v>45985</c:v>
                </c:pt>
                <c:pt idx="137">
                  <c:v>45986</c:v>
                </c:pt>
                <c:pt idx="138">
                  <c:v>45987</c:v>
                </c:pt>
                <c:pt idx="139">
                  <c:v>45988</c:v>
                </c:pt>
                <c:pt idx="140">
                  <c:v>45989</c:v>
                </c:pt>
                <c:pt idx="141">
                  <c:v>45992</c:v>
                </c:pt>
                <c:pt idx="142">
                  <c:v>45993</c:v>
                </c:pt>
                <c:pt idx="143">
                  <c:v>45994</c:v>
                </c:pt>
                <c:pt idx="144">
                  <c:v>45995</c:v>
                </c:pt>
                <c:pt idx="145">
                  <c:v>45996</c:v>
                </c:pt>
                <c:pt idx="146">
                  <c:v>45999</c:v>
                </c:pt>
                <c:pt idx="147">
                  <c:v>46000</c:v>
                </c:pt>
                <c:pt idx="148">
                  <c:v>46001</c:v>
                </c:pt>
                <c:pt idx="149">
                  <c:v>46002</c:v>
                </c:pt>
                <c:pt idx="150">
                  <c:v>46003</c:v>
                </c:pt>
                <c:pt idx="151">
                  <c:v>46006</c:v>
                </c:pt>
                <c:pt idx="152">
                  <c:v>46007</c:v>
                </c:pt>
                <c:pt idx="153">
                  <c:v>46008</c:v>
                </c:pt>
                <c:pt idx="154">
                  <c:v>46009</c:v>
                </c:pt>
                <c:pt idx="155">
                  <c:v>46010</c:v>
                </c:pt>
                <c:pt idx="156">
                  <c:v>46013</c:v>
                </c:pt>
                <c:pt idx="157">
                  <c:v>46014</c:v>
                </c:pt>
                <c:pt idx="158">
                  <c:v>46015</c:v>
                </c:pt>
                <c:pt idx="159">
                  <c:v>46017</c:v>
                </c:pt>
                <c:pt idx="160">
                  <c:v>46020</c:v>
                </c:pt>
                <c:pt idx="161">
                  <c:v>46021</c:v>
                </c:pt>
                <c:pt idx="162">
                  <c:v>46024</c:v>
                </c:pt>
                <c:pt idx="163">
                  <c:v>46027</c:v>
                </c:pt>
                <c:pt idx="164">
                  <c:v>46028</c:v>
                </c:pt>
                <c:pt idx="165">
                  <c:v>46029</c:v>
                </c:pt>
                <c:pt idx="166">
                  <c:v>46030</c:v>
                </c:pt>
                <c:pt idx="167">
                  <c:v>46031</c:v>
                </c:pt>
                <c:pt idx="168">
                  <c:v>46034</c:v>
                </c:pt>
                <c:pt idx="169">
                  <c:v>46035</c:v>
                </c:pt>
                <c:pt idx="170">
                  <c:v>46036</c:v>
                </c:pt>
                <c:pt idx="171">
                  <c:v>46037</c:v>
                </c:pt>
                <c:pt idx="172">
                  <c:v>46038</c:v>
                </c:pt>
                <c:pt idx="173">
                  <c:v>46041</c:v>
                </c:pt>
                <c:pt idx="174">
                  <c:v>46042</c:v>
                </c:pt>
                <c:pt idx="175">
                  <c:v>46043</c:v>
                </c:pt>
                <c:pt idx="176">
                  <c:v>46044</c:v>
                </c:pt>
                <c:pt idx="177">
                  <c:v>46045</c:v>
                </c:pt>
                <c:pt idx="178">
                  <c:v>46048</c:v>
                </c:pt>
                <c:pt idx="179">
                  <c:v>46049</c:v>
                </c:pt>
                <c:pt idx="180">
                  <c:v>46050</c:v>
                </c:pt>
                <c:pt idx="181">
                  <c:v>46051</c:v>
                </c:pt>
                <c:pt idx="182">
                  <c:v>46052</c:v>
                </c:pt>
                <c:pt idx="183">
                  <c:v>46055</c:v>
                </c:pt>
                <c:pt idx="184">
                  <c:v>46056</c:v>
                </c:pt>
                <c:pt idx="185">
                  <c:v>46057</c:v>
                </c:pt>
                <c:pt idx="186">
                  <c:v>46058</c:v>
                </c:pt>
                <c:pt idx="187">
                  <c:v>46059</c:v>
                </c:pt>
                <c:pt idx="188">
                  <c:v>46062</c:v>
                </c:pt>
                <c:pt idx="189">
                  <c:v>46063</c:v>
                </c:pt>
                <c:pt idx="190">
                  <c:v>46064</c:v>
                </c:pt>
                <c:pt idx="191">
                  <c:v>46065</c:v>
                </c:pt>
                <c:pt idx="192">
                  <c:v>46066</c:v>
                </c:pt>
                <c:pt idx="193">
                  <c:v>46072</c:v>
                </c:pt>
                <c:pt idx="194">
                  <c:v>46073</c:v>
                </c:pt>
                <c:pt idx="195">
                  <c:v>46076</c:v>
                </c:pt>
                <c:pt idx="196">
                  <c:v>46077</c:v>
                </c:pt>
                <c:pt idx="197">
                  <c:v>46078</c:v>
                </c:pt>
                <c:pt idx="198">
                  <c:v>46079</c:v>
                </c:pt>
                <c:pt idx="199">
                  <c:v>46080</c:v>
                </c:pt>
                <c:pt idx="200">
                  <c:v>46084</c:v>
                </c:pt>
                <c:pt idx="201">
                  <c:v>46085</c:v>
                </c:pt>
                <c:pt idx="202">
                  <c:v>46086</c:v>
                </c:pt>
                <c:pt idx="203">
                  <c:v>46087</c:v>
                </c:pt>
                <c:pt idx="204">
                  <c:v>46090</c:v>
                </c:pt>
                <c:pt idx="205">
                  <c:v>46091</c:v>
                </c:pt>
                <c:pt idx="206">
                  <c:v>46092</c:v>
                </c:pt>
                <c:pt idx="207">
                  <c:v>46093</c:v>
                </c:pt>
                <c:pt idx="208">
                  <c:v>46094</c:v>
                </c:pt>
                <c:pt idx="209">
                  <c:v>46097</c:v>
                </c:pt>
                <c:pt idx="210">
                  <c:v>46098</c:v>
                </c:pt>
                <c:pt idx="211">
                  <c:v>46099</c:v>
                </c:pt>
                <c:pt idx="212">
                  <c:v>46100</c:v>
                </c:pt>
                <c:pt idx="213">
                  <c:v>46101</c:v>
                </c:pt>
                <c:pt idx="214">
                  <c:v>46104</c:v>
                </c:pt>
                <c:pt idx="215">
                  <c:v>46105</c:v>
                </c:pt>
                <c:pt idx="216">
                  <c:v>46106</c:v>
                </c:pt>
                <c:pt idx="217">
                  <c:v>46107</c:v>
                </c:pt>
                <c:pt idx="218">
                  <c:v>46108</c:v>
                </c:pt>
                <c:pt idx="219">
                  <c:v>46111</c:v>
                </c:pt>
                <c:pt idx="220">
                  <c:v>46112</c:v>
                </c:pt>
                <c:pt idx="221">
                  <c:v>46113</c:v>
                </c:pt>
                <c:pt idx="222">
                  <c:v>46114</c:v>
                </c:pt>
                <c:pt idx="223">
                  <c:v>46115</c:v>
                </c:pt>
                <c:pt idx="224">
                  <c:v>46118</c:v>
                </c:pt>
                <c:pt idx="225">
                  <c:v>46119</c:v>
                </c:pt>
                <c:pt idx="226">
                  <c:v>46120</c:v>
                </c:pt>
                <c:pt idx="227">
                  <c:v>46121</c:v>
                </c:pt>
                <c:pt idx="228">
                  <c:v>46122</c:v>
                </c:pt>
                <c:pt idx="229">
                  <c:v>46125</c:v>
                </c:pt>
                <c:pt idx="230">
                  <c:v>46126</c:v>
                </c:pt>
                <c:pt idx="231">
                  <c:v>46127</c:v>
                </c:pt>
                <c:pt idx="232">
                  <c:v>46128</c:v>
                </c:pt>
                <c:pt idx="233">
                  <c:v>46129</c:v>
                </c:pt>
                <c:pt idx="234">
                  <c:v>46132</c:v>
                </c:pt>
                <c:pt idx="235">
                  <c:v>46133</c:v>
                </c:pt>
                <c:pt idx="236">
                  <c:v>46134</c:v>
                </c:pt>
                <c:pt idx="237">
                  <c:v>46135</c:v>
                </c:pt>
                <c:pt idx="238">
                  <c:v>46136</c:v>
                </c:pt>
                <c:pt idx="239">
                  <c:v>46139</c:v>
                </c:pt>
                <c:pt idx="240">
                  <c:v>46140</c:v>
                </c:pt>
                <c:pt idx="241">
                  <c:v>46141</c:v>
                </c:pt>
                <c:pt idx="242">
                  <c:v>46142</c:v>
                </c:pt>
                <c:pt idx="243">
                  <c:v>46146</c:v>
                </c:pt>
                <c:pt idx="244">
                  <c:v>46148</c:v>
                </c:pt>
                <c:pt idx="245">
                  <c:v>46149</c:v>
                </c:pt>
                <c:pt idx="246">
                  <c:v>46150</c:v>
                </c:pt>
                <c:pt idx="247">
                  <c:v>46153</c:v>
                </c:pt>
                <c:pt idx="248">
                  <c:v>46154</c:v>
                </c:pt>
                <c:pt idx="249">
                  <c:v>46155</c:v>
                </c:pt>
                <c:pt idx="250">
                  <c:v>46156</c:v>
                </c:pt>
                <c:pt idx="251">
                  <c:v>46157</c:v>
                </c:pt>
                <c:pt idx="252">
                  <c:v>46160</c:v>
                </c:pt>
                <c:pt idx="253">
                  <c:v>46161</c:v>
                </c:pt>
                <c:pt idx="254">
                  <c:v>46162</c:v>
                </c:pt>
                <c:pt idx="255">
                  <c:v>46163</c:v>
                </c:pt>
                <c:pt idx="256">
                  <c:v>46164</c:v>
                </c:pt>
                <c:pt idx="257">
                  <c:v>46168</c:v>
                </c:pt>
                <c:pt idx="258">
                  <c:v>46169</c:v>
                </c:pt>
                <c:pt idx="259">
                  <c:v>46170</c:v>
                </c:pt>
                <c:pt idx="260">
                  <c:v>46171</c:v>
                </c:pt>
                <c:pt idx="261">
                  <c:v>46174</c:v>
                </c:pt>
                <c:pt idx="262">
                  <c:v>46175</c:v>
                </c:pt>
                <c:pt idx="263">
                  <c:v>46177</c:v>
                </c:pt>
                <c:pt idx="264">
                  <c:v>46178</c:v>
                </c:pt>
                <c:pt idx="265">
                  <c:v>46181</c:v>
                </c:pt>
                <c:pt idx="266">
                  <c:v>46182</c:v>
                </c:pt>
                <c:pt idx="267">
                  <c:v>46183</c:v>
                </c:pt>
                <c:pt idx="268">
                  <c:v>46184</c:v>
                </c:pt>
                <c:pt idx="269">
                  <c:v>46185</c:v>
                </c:pt>
                <c:pt idx="270">
                  <c:v>46188</c:v>
                </c:pt>
                <c:pt idx="271">
                  <c:v>46189</c:v>
                </c:pt>
                <c:pt idx="272">
                  <c:v>46190</c:v>
                </c:pt>
                <c:pt idx="273">
                  <c:v>46191</c:v>
                </c:pt>
                <c:pt idx="274">
                  <c:v>46192</c:v>
                </c:pt>
                <c:pt idx="275">
                  <c:v>46195</c:v>
                </c:pt>
                <c:pt idx="276">
                  <c:v>46196</c:v>
                </c:pt>
                <c:pt idx="277">
                  <c:v>46197</c:v>
                </c:pt>
                <c:pt idx="278">
                  <c:v>46198</c:v>
                </c:pt>
                <c:pt idx="279">
                  <c:v>46199</c:v>
                </c:pt>
                <c:pt idx="280">
                  <c:v>46202</c:v>
                </c:pt>
                <c:pt idx="281">
                  <c:v>46203</c:v>
                </c:pt>
                <c:pt idx="282">
                  <c:v>46204</c:v>
                </c:pt>
                <c:pt idx="283">
                  <c:v>46205</c:v>
                </c:pt>
                <c:pt idx="284">
                  <c:v>46206</c:v>
                </c:pt>
                <c:pt idx="285">
                  <c:v>46209</c:v>
                </c:pt>
                <c:pt idx="286">
                  <c:v>46210</c:v>
                </c:pt>
                <c:pt idx="287">
                  <c:v>46211</c:v>
                </c:pt>
                <c:pt idx="288">
                  <c:v>46212</c:v>
                </c:pt>
                <c:pt idx="289">
                  <c:v>46213</c:v>
                </c:pt>
                <c:pt idx="290">
                  <c:v>46216</c:v>
                </c:pt>
                <c:pt idx="291">
                  <c:v>46217</c:v>
                </c:pt>
                <c:pt idx="292">
                  <c:v>46218</c:v>
                </c:pt>
                <c:pt idx="293">
                  <c:v>46219</c:v>
                </c:pt>
                <c:pt idx="294">
                  <c:v>46223</c:v>
                </c:pt>
                <c:pt idx="295">
                  <c:v>46224</c:v>
                </c:pt>
                <c:pt idx="296">
                  <c:v>46225</c:v>
                </c:pt>
                <c:pt idx="297">
                  <c:v>46226</c:v>
                </c:pt>
                <c:pt idx="298">
                  <c:v>46227</c:v>
                </c:pt>
                <c:pt idx="299">
                  <c:v>46230</c:v>
                </c:pt>
                <c:pt idx="300">
                  <c:v>46231</c:v>
                </c:pt>
                <c:pt idx="301">
                  <c:v>46232</c:v>
                </c:pt>
                <c:pt idx="302">
                  <c:v>46233</c:v>
                </c:pt>
                <c:pt idx="303">
                  <c:v>46234</c:v>
                </c:pt>
                <c:pt idx="304">
                  <c:v>46237</c:v>
                </c:pt>
                <c:pt idx="305">
                  <c:v>46238</c:v>
                </c:pt>
                <c:pt idx="306">
                  <c:v>46239</c:v>
                </c:pt>
                <c:pt idx="307">
                  <c:v>46240</c:v>
                </c:pt>
                <c:pt idx="308">
                  <c:v>46241</c:v>
                </c:pt>
                <c:pt idx="309">
                  <c:v>46244</c:v>
                </c:pt>
                <c:pt idx="310">
                  <c:v>46245</c:v>
                </c:pt>
                <c:pt idx="311">
                  <c:v>46246</c:v>
                </c:pt>
                <c:pt idx="312">
                  <c:v>46247</c:v>
                </c:pt>
                <c:pt idx="313">
                  <c:v>46248</c:v>
                </c:pt>
                <c:pt idx="314">
                  <c:v>46252</c:v>
                </c:pt>
                <c:pt idx="315">
                  <c:v>46253</c:v>
                </c:pt>
                <c:pt idx="316">
                  <c:v>46254</c:v>
                </c:pt>
                <c:pt idx="317">
                  <c:v>46255</c:v>
                </c:pt>
                <c:pt idx="318">
                  <c:v>46258</c:v>
                </c:pt>
                <c:pt idx="319">
                  <c:v>46259</c:v>
                </c:pt>
                <c:pt idx="320">
                  <c:v>46260</c:v>
                </c:pt>
                <c:pt idx="321">
                  <c:v>46261</c:v>
                </c:pt>
                <c:pt idx="322">
                  <c:v>46262</c:v>
                </c:pt>
                <c:pt idx="323">
                  <c:v>46265</c:v>
                </c:pt>
                <c:pt idx="324">
                  <c:v>46266</c:v>
                </c:pt>
                <c:pt idx="325">
                  <c:v>46267</c:v>
                </c:pt>
                <c:pt idx="326">
                  <c:v>46268</c:v>
                </c:pt>
                <c:pt idx="327">
                  <c:v>46269</c:v>
                </c:pt>
                <c:pt idx="328">
                  <c:v>46272</c:v>
                </c:pt>
                <c:pt idx="329">
                  <c:v>46273</c:v>
                </c:pt>
                <c:pt idx="330">
                  <c:v>46274</c:v>
                </c:pt>
                <c:pt idx="331">
                  <c:v>46275</c:v>
                </c:pt>
                <c:pt idx="332">
                  <c:v>46276</c:v>
                </c:pt>
                <c:pt idx="333">
                  <c:v>46279</c:v>
                </c:pt>
                <c:pt idx="334">
                  <c:v>46280</c:v>
                </c:pt>
                <c:pt idx="335">
                  <c:v>46281</c:v>
                </c:pt>
                <c:pt idx="336">
                  <c:v>46282</c:v>
                </c:pt>
                <c:pt idx="337">
                  <c:v>46283</c:v>
                </c:pt>
                <c:pt idx="338">
                  <c:v>46286</c:v>
                </c:pt>
                <c:pt idx="339">
                  <c:v>46287</c:v>
                </c:pt>
                <c:pt idx="340">
                  <c:v>46288</c:v>
                </c:pt>
                <c:pt idx="341">
                  <c:v>46293</c:v>
                </c:pt>
                <c:pt idx="342">
                  <c:v>46294</c:v>
                </c:pt>
                <c:pt idx="343">
                  <c:v>46295</c:v>
                </c:pt>
                <c:pt idx="344">
                  <c:v>46296</c:v>
                </c:pt>
                <c:pt idx="345">
                  <c:v>46297</c:v>
                </c:pt>
                <c:pt idx="346">
                  <c:v>46301</c:v>
                </c:pt>
                <c:pt idx="347">
                  <c:v>46302</c:v>
                </c:pt>
                <c:pt idx="348">
                  <c:v>46303</c:v>
                </c:pt>
              </c:numCache>
            </c:numRef>
          </c:cat>
          <c:val>
            <c:numRef>
              <c:f>'5월이후'!$L$16:$L$599</c:f>
              <c:numCache>
                <c:formatCode>#,##0_ </c:formatCode>
                <c:ptCount val="584"/>
                <c:pt idx="0">
                  <c:v>101.79999999999998</c:v>
                </c:pt>
                <c:pt idx="1">
                  <c:v>188.73999999999998</c:v>
                </c:pt>
                <c:pt idx="2">
                  <c:v>-1.0300000000000296</c:v>
                </c:pt>
                <c:pt idx="3">
                  <c:v>-188.32000000000002</c:v>
                </c:pt>
                <c:pt idx="4">
                  <c:v>154.59</c:v>
                </c:pt>
                <c:pt idx="5">
                  <c:v>65.3</c:v>
                </c:pt>
                <c:pt idx="6">
                  <c:v>600.07999999999993</c:v>
                </c:pt>
                <c:pt idx="7">
                  <c:v>232.01999999999992</c:v>
                </c:pt>
                <c:pt idx="8">
                  <c:v>345.37999999999994</c:v>
                </c:pt>
                <c:pt idx="9">
                  <c:v>150.60999999999993</c:v>
                </c:pt>
                <c:pt idx="10">
                  <c:v>211.60999999999993</c:v>
                </c:pt>
                <c:pt idx="11">
                  <c:v>316.17999999999995</c:v>
                </c:pt>
                <c:pt idx="12">
                  <c:v>-115.74000000000007</c:v>
                </c:pt>
                <c:pt idx="13">
                  <c:v>-218.38000000000005</c:v>
                </c:pt>
                <c:pt idx="14">
                  <c:v>213.90999999999997</c:v>
                </c:pt>
                <c:pt idx="15">
                  <c:v>193.80999999999997</c:v>
                </c:pt>
                <c:pt idx="16">
                  <c:v>937.56999999999994</c:v>
                </c:pt>
                <c:pt idx="17">
                  <c:v>1621.73</c:v>
                </c:pt>
                <c:pt idx="18">
                  <c:v>1605.74</c:v>
                </c:pt>
                <c:pt idx="19">
                  <c:v>1364.27</c:v>
                </c:pt>
                <c:pt idx="20">
                  <c:v>1568.9099999999999</c:v>
                </c:pt>
                <c:pt idx="21">
                  <c:v>1789.58</c:v>
                </c:pt>
                <c:pt idx="22">
                  <c:v>1056.4000000000001</c:v>
                </c:pt>
                <c:pt idx="23">
                  <c:v>1070.5900000000001</c:v>
                </c:pt>
                <c:pt idx="24">
                  <c:v>1300.9700000000003</c:v>
                </c:pt>
                <c:pt idx="25">
                  <c:v>1070.5400000000002</c:v>
                </c:pt>
                <c:pt idx="26">
                  <c:v>424.48000000000025</c:v>
                </c:pt>
                <c:pt idx="27">
                  <c:v>676.88000000000022</c:v>
                </c:pt>
                <c:pt idx="28">
                  <c:v>576.25000000000023</c:v>
                </c:pt>
                <c:pt idx="29">
                  <c:v>686.37000000000023</c:v>
                </c:pt>
                <c:pt idx="30">
                  <c:v>384.59000000000026</c:v>
                </c:pt>
                <c:pt idx="31">
                  <c:v>421.82000000000028</c:v>
                </c:pt>
                <c:pt idx="32">
                  <c:v>-526.68999999999971</c:v>
                </c:pt>
                <c:pt idx="33">
                  <c:v>-267.30999999999972</c:v>
                </c:pt>
                <c:pt idx="34">
                  <c:v>-855.64999999999975</c:v>
                </c:pt>
                <c:pt idx="35">
                  <c:v>-1263.6699999999996</c:v>
                </c:pt>
                <c:pt idx="36">
                  <c:v>-920.3099999999996</c:v>
                </c:pt>
                <c:pt idx="37">
                  <c:v>-444.58999999999958</c:v>
                </c:pt>
                <c:pt idx="38">
                  <c:v>29.910000000000423</c:v>
                </c:pt>
                <c:pt idx="39">
                  <c:v>101.94000000000042</c:v>
                </c:pt>
                <c:pt idx="40">
                  <c:v>650.33000000000038</c:v>
                </c:pt>
                <c:pt idx="41">
                  <c:v>268.09000000000037</c:v>
                </c:pt>
                <c:pt idx="42">
                  <c:v>187.04000000000036</c:v>
                </c:pt>
                <c:pt idx="43">
                  <c:v>154.40000000000038</c:v>
                </c:pt>
                <c:pt idx="44">
                  <c:v>97.320000000000377</c:v>
                </c:pt>
                <c:pt idx="45">
                  <c:v>141.99000000000038</c:v>
                </c:pt>
                <c:pt idx="46">
                  <c:v>67.700000000000372</c:v>
                </c:pt>
                <c:pt idx="47">
                  <c:v>-26.949999999999633</c:v>
                </c:pt>
                <c:pt idx="48">
                  <c:v>-43.659999999999634</c:v>
                </c:pt>
                <c:pt idx="49">
                  <c:v>-596.17999999999961</c:v>
                </c:pt>
                <c:pt idx="50">
                  <c:v>-437.88999999999965</c:v>
                </c:pt>
                <c:pt idx="51">
                  <c:v>-405.83999999999963</c:v>
                </c:pt>
                <c:pt idx="52">
                  <c:v>-306.40999999999963</c:v>
                </c:pt>
                <c:pt idx="53">
                  <c:v>-719.15999999999963</c:v>
                </c:pt>
                <c:pt idx="54">
                  <c:v>-527.41999999999962</c:v>
                </c:pt>
                <c:pt idx="55">
                  <c:v>-400.09999999999962</c:v>
                </c:pt>
                <c:pt idx="56">
                  <c:v>-290.08999999999963</c:v>
                </c:pt>
                <c:pt idx="57">
                  <c:v>161.94000000000034</c:v>
                </c:pt>
                <c:pt idx="58">
                  <c:v>278.61000000000035</c:v>
                </c:pt>
                <c:pt idx="59">
                  <c:v>609.32000000000039</c:v>
                </c:pt>
                <c:pt idx="60">
                  <c:v>-95.929999999999609</c:v>
                </c:pt>
                <c:pt idx="61">
                  <c:v>-1167.8999999999996</c:v>
                </c:pt>
                <c:pt idx="62">
                  <c:v>-1036.2799999999997</c:v>
                </c:pt>
                <c:pt idx="63">
                  <c:v>-941.60999999999979</c:v>
                </c:pt>
                <c:pt idx="64">
                  <c:v>-1343.6399999999999</c:v>
                </c:pt>
                <c:pt idx="65">
                  <c:v>-1234.3999999999999</c:v>
                </c:pt>
                <c:pt idx="66">
                  <c:v>-1366.2099999999998</c:v>
                </c:pt>
                <c:pt idx="67">
                  <c:v>-1582.2199999999998</c:v>
                </c:pt>
                <c:pt idx="68">
                  <c:v>-1680.2799999999997</c:v>
                </c:pt>
                <c:pt idx="69">
                  <c:v>-1761.1899999999998</c:v>
                </c:pt>
                <c:pt idx="70">
                  <c:v>-1741.5199999999998</c:v>
                </c:pt>
                <c:pt idx="71">
                  <c:v>-1660.2599999999998</c:v>
                </c:pt>
                <c:pt idx="72">
                  <c:v>-1406.37</c:v>
                </c:pt>
                <c:pt idx="73">
                  <c:v>-903.96999999999991</c:v>
                </c:pt>
                <c:pt idx="74">
                  <c:v>-744.13999999999987</c:v>
                </c:pt>
                <c:pt idx="75">
                  <c:v>-588.52999999999986</c:v>
                </c:pt>
                <c:pt idx="76">
                  <c:v>-434.18999999999983</c:v>
                </c:pt>
                <c:pt idx="77">
                  <c:v>-699.89999999999986</c:v>
                </c:pt>
                <c:pt idx="78">
                  <c:v>-672.20999999999981</c:v>
                </c:pt>
                <c:pt idx="79">
                  <c:v>-345.82999999999981</c:v>
                </c:pt>
                <c:pt idx="80">
                  <c:v>-281.03999999999979</c:v>
                </c:pt>
                <c:pt idx="81">
                  <c:v>-475.05999999999983</c:v>
                </c:pt>
                <c:pt idx="82">
                  <c:v>-616.70999999999981</c:v>
                </c:pt>
                <c:pt idx="83">
                  <c:v>-992.31999999999982</c:v>
                </c:pt>
                <c:pt idx="84">
                  <c:v>-1015.5399999999998</c:v>
                </c:pt>
                <c:pt idx="85">
                  <c:v>-903.11999999999989</c:v>
                </c:pt>
                <c:pt idx="86">
                  <c:v>-825.28999999999985</c:v>
                </c:pt>
                <c:pt idx="87">
                  <c:v>-544.66999999999985</c:v>
                </c:pt>
                <c:pt idx="88">
                  <c:v>359.97000000000014</c:v>
                </c:pt>
                <c:pt idx="89">
                  <c:v>1182.5100000000002</c:v>
                </c:pt>
                <c:pt idx="90">
                  <c:v>1794.3700000000003</c:v>
                </c:pt>
                <c:pt idx="91">
                  <c:v>1656.7400000000002</c:v>
                </c:pt>
                <c:pt idx="92">
                  <c:v>1765.0300000000002</c:v>
                </c:pt>
                <c:pt idx="93">
                  <c:v>1457.5000000000002</c:v>
                </c:pt>
                <c:pt idx="94">
                  <c:v>1886.9100000000003</c:v>
                </c:pt>
                <c:pt idx="95">
                  <c:v>1551.1800000000003</c:v>
                </c:pt>
                <c:pt idx="96">
                  <c:v>1818.3300000000004</c:v>
                </c:pt>
                <c:pt idx="97">
                  <c:v>1682.0000000000005</c:v>
                </c:pt>
                <c:pt idx="98">
                  <c:v>1894.4000000000005</c:v>
                </c:pt>
                <c:pt idx="99">
                  <c:v>2165.0800000000004</c:v>
                </c:pt>
                <c:pt idx="100">
                  <c:v>1675.9300000000003</c:v>
                </c:pt>
                <c:pt idx="101">
                  <c:v>1977.3600000000004</c:v>
                </c:pt>
                <c:pt idx="102">
                  <c:v>1927.6600000000003</c:v>
                </c:pt>
                <c:pt idx="103">
                  <c:v>2148.4500000000003</c:v>
                </c:pt>
                <c:pt idx="104">
                  <c:v>2080.9600000000005</c:v>
                </c:pt>
                <c:pt idx="105">
                  <c:v>1487.3300000000004</c:v>
                </c:pt>
                <c:pt idx="106">
                  <c:v>1040.2800000000004</c:v>
                </c:pt>
                <c:pt idx="107">
                  <c:v>410.33000000000038</c:v>
                </c:pt>
                <c:pt idx="108">
                  <c:v>1161.5700000000004</c:v>
                </c:pt>
                <c:pt idx="109">
                  <c:v>1942.9000000000005</c:v>
                </c:pt>
                <c:pt idx="110">
                  <c:v>1774.0800000000006</c:v>
                </c:pt>
                <c:pt idx="111">
                  <c:v>2416.8600000000006</c:v>
                </c:pt>
                <c:pt idx="112">
                  <c:v>2628.4600000000005</c:v>
                </c:pt>
                <c:pt idx="113">
                  <c:v>3391.7200000000003</c:v>
                </c:pt>
                <c:pt idx="114">
                  <c:v>2994.5600000000004</c:v>
                </c:pt>
                <c:pt idx="115">
                  <c:v>4399.9800000000005</c:v>
                </c:pt>
                <c:pt idx="116">
                  <c:v>4634.2900000000009</c:v>
                </c:pt>
                <c:pt idx="117">
                  <c:v>4726.8100000000013</c:v>
                </c:pt>
                <c:pt idx="118">
                  <c:v>5246.4500000000016</c:v>
                </c:pt>
                <c:pt idx="119">
                  <c:v>4408.5400000000018</c:v>
                </c:pt>
                <c:pt idx="120">
                  <c:v>3302.1900000000019</c:v>
                </c:pt>
                <c:pt idx="121">
                  <c:v>3486.2500000000018</c:v>
                </c:pt>
                <c:pt idx="122">
                  <c:v>2987.3800000000019</c:v>
                </c:pt>
                <c:pt idx="123">
                  <c:v>2799.7000000000021</c:v>
                </c:pt>
                <c:pt idx="124">
                  <c:v>3629.8100000000022</c:v>
                </c:pt>
                <c:pt idx="125">
                  <c:v>3385.2100000000023</c:v>
                </c:pt>
                <c:pt idx="126">
                  <c:v>4691.7700000000023</c:v>
                </c:pt>
                <c:pt idx="127">
                  <c:v>4916.510000000002</c:v>
                </c:pt>
                <c:pt idx="128">
                  <c:v>5825.8100000000022</c:v>
                </c:pt>
                <c:pt idx="129">
                  <c:v>5107.9500000000025</c:v>
                </c:pt>
                <c:pt idx="130">
                  <c:v>4207.4300000000021</c:v>
                </c:pt>
                <c:pt idx="131">
                  <c:v>4182.9200000000019</c:v>
                </c:pt>
                <c:pt idx="132">
                  <c:v>3504.0800000000017</c:v>
                </c:pt>
                <c:pt idx="133">
                  <c:v>4129.6800000000021</c:v>
                </c:pt>
                <c:pt idx="134">
                  <c:v>4886.2900000000018</c:v>
                </c:pt>
                <c:pt idx="135">
                  <c:v>5379.8300000000017</c:v>
                </c:pt>
                <c:pt idx="136">
                  <c:v>6651.7000000000016</c:v>
                </c:pt>
                <c:pt idx="137">
                  <c:v>6683.2400000000016</c:v>
                </c:pt>
                <c:pt idx="138">
                  <c:v>7911.2200000000012</c:v>
                </c:pt>
                <c:pt idx="139">
                  <c:v>8343.7900000000009</c:v>
                </c:pt>
                <c:pt idx="140">
                  <c:v>8802.4900000000016</c:v>
                </c:pt>
                <c:pt idx="141">
                  <c:v>8569.2300000000014</c:v>
                </c:pt>
                <c:pt idx="142">
                  <c:v>8962.11</c:v>
                </c:pt>
                <c:pt idx="143">
                  <c:v>9698.52</c:v>
                </c:pt>
                <c:pt idx="144">
                  <c:v>9830.35</c:v>
                </c:pt>
                <c:pt idx="145">
                  <c:v>10983.14</c:v>
                </c:pt>
                <c:pt idx="146">
                  <c:v>10952.39</c:v>
                </c:pt>
                <c:pt idx="147">
                  <c:v>11001.8</c:v>
                </c:pt>
                <c:pt idx="148">
                  <c:v>10701.509999999998</c:v>
                </c:pt>
                <c:pt idx="149">
                  <c:v>9926.2099999999991</c:v>
                </c:pt>
                <c:pt idx="150">
                  <c:v>11344.609999999999</c:v>
                </c:pt>
                <c:pt idx="151">
                  <c:v>10864.319999999998</c:v>
                </c:pt>
                <c:pt idx="152">
                  <c:v>10633.419999999998</c:v>
                </c:pt>
                <c:pt idx="153">
                  <c:v>10968.719999999998</c:v>
                </c:pt>
                <c:pt idx="154">
                  <c:v>10868.139999999998</c:v>
                </c:pt>
                <c:pt idx="155">
                  <c:v>11722.229999999998</c:v>
                </c:pt>
                <c:pt idx="156">
                  <c:v>13327.699999999997</c:v>
                </c:pt>
                <c:pt idx="157">
                  <c:v>13680.399999999998</c:v>
                </c:pt>
                <c:pt idx="158">
                  <c:v>13884.289999999997</c:v>
                </c:pt>
                <c:pt idx="159">
                  <c:v>14327.839999999997</c:v>
                </c:pt>
                <c:pt idx="160">
                  <c:v>14014.569999999996</c:v>
                </c:pt>
                <c:pt idx="161">
                  <c:v>13638.259999999997</c:v>
                </c:pt>
                <c:pt idx="162">
                  <c:v>13390.599999999997</c:v>
                </c:pt>
                <c:pt idx="163">
                  <c:v>12686.039999999997</c:v>
                </c:pt>
                <c:pt idx="164">
                  <c:v>12619.599999999997</c:v>
                </c:pt>
                <c:pt idx="165">
                  <c:v>11679.879999999997</c:v>
                </c:pt>
                <c:pt idx="166">
                  <c:v>10278.469999999998</c:v>
                </c:pt>
                <c:pt idx="167">
                  <c:v>11483.059999999998</c:v>
                </c:pt>
                <c:pt idx="168">
                  <c:v>11693.129999999997</c:v>
                </c:pt>
                <c:pt idx="169">
                  <c:v>12481.259999999997</c:v>
                </c:pt>
                <c:pt idx="170">
                  <c:v>13069.969999999998</c:v>
                </c:pt>
                <c:pt idx="171">
                  <c:v>14360.519999999997</c:v>
                </c:pt>
                <c:pt idx="172">
                  <c:v>14668.869999999997</c:v>
                </c:pt>
                <c:pt idx="173">
                  <c:v>14643.229999999998</c:v>
                </c:pt>
                <c:pt idx="174">
                  <c:v>13993.259999999998</c:v>
                </c:pt>
                <c:pt idx="175">
                  <c:v>14314.929999999998</c:v>
                </c:pt>
                <c:pt idx="176">
                  <c:v>14158.099999999999</c:v>
                </c:pt>
                <c:pt idx="177">
                  <c:v>14637.059999999998</c:v>
                </c:pt>
                <c:pt idx="178">
                  <c:v>13095.639999999998</c:v>
                </c:pt>
                <c:pt idx="179">
                  <c:v>13343.039999999997</c:v>
                </c:pt>
                <c:pt idx="180">
                  <c:v>11940.939999999997</c:v>
                </c:pt>
                <c:pt idx="181">
                  <c:v>11773.629999999997</c:v>
                </c:pt>
                <c:pt idx="182">
                  <c:v>11349.529999999997</c:v>
                </c:pt>
                <c:pt idx="183">
                  <c:v>9136.9799999999959</c:v>
                </c:pt>
                <c:pt idx="184">
                  <c:v>11307.769999999997</c:v>
                </c:pt>
                <c:pt idx="185">
                  <c:v>13091.399999999998</c:v>
                </c:pt>
                <c:pt idx="186">
                  <c:v>11022.129999999997</c:v>
                </c:pt>
                <c:pt idx="187">
                  <c:v>11963.499999999998</c:v>
                </c:pt>
                <c:pt idx="188">
                  <c:v>14675.839999999998</c:v>
                </c:pt>
                <c:pt idx="189">
                  <c:v>15240.149999999998</c:v>
                </c:pt>
                <c:pt idx="190">
                  <c:v>15932.809999999998</c:v>
                </c:pt>
                <c:pt idx="191">
                  <c:v>17312.809999999998</c:v>
                </c:pt>
                <c:pt idx="192">
                  <c:v>17395.879999999997</c:v>
                </c:pt>
                <c:pt idx="193">
                  <c:v>19050.099999999999</c:v>
                </c:pt>
                <c:pt idx="194">
                  <c:v>20665.05</c:v>
                </c:pt>
                <c:pt idx="195">
                  <c:v>20537.93</c:v>
                </c:pt>
                <c:pt idx="196">
                  <c:v>22915.200000000001</c:v>
                </c:pt>
                <c:pt idx="197">
                  <c:v>24385.32</c:v>
                </c:pt>
                <c:pt idx="198">
                  <c:v>25642.23</c:v>
                </c:pt>
                <c:pt idx="199">
                  <c:v>26208.85</c:v>
                </c:pt>
                <c:pt idx="200">
                  <c:v>25322.93</c:v>
                </c:pt>
                <c:pt idx="201">
                  <c:v>24725.11</c:v>
                </c:pt>
                <c:pt idx="202">
                  <c:v>23006.55</c:v>
                </c:pt>
                <c:pt idx="203">
                  <c:v>21892.39</c:v>
                </c:pt>
                <c:pt idx="204">
                  <c:v>20348.329999999998</c:v>
                </c:pt>
                <c:pt idx="205">
                  <c:v>21264.73</c:v>
                </c:pt>
                <c:pt idx="206">
                  <c:v>22046.87</c:v>
                </c:pt>
                <c:pt idx="207">
                  <c:v>22124.399999999998</c:v>
                </c:pt>
                <c:pt idx="208">
                  <c:v>21080.999999999996</c:v>
                </c:pt>
                <c:pt idx="209">
                  <c:v>21172.069999999996</c:v>
                </c:pt>
                <c:pt idx="210">
                  <c:v>21906.129999999997</c:v>
                </c:pt>
                <c:pt idx="211">
                  <c:v>25015.39</c:v>
                </c:pt>
                <c:pt idx="212">
                  <c:v>24350.489999999998</c:v>
                </c:pt>
                <c:pt idx="213">
                  <c:v>23324.469999999998</c:v>
                </c:pt>
                <c:pt idx="214">
                  <c:v>19507.169999999998</c:v>
                </c:pt>
                <c:pt idx="215">
                  <c:v>20475.48</c:v>
                </c:pt>
                <c:pt idx="216">
                  <c:v>22798.44</c:v>
                </c:pt>
                <c:pt idx="217">
                  <c:v>22498.52</c:v>
                </c:pt>
                <c:pt idx="218">
                  <c:v>23276.99</c:v>
                </c:pt>
                <c:pt idx="219">
                  <c:v>24121.95</c:v>
                </c:pt>
                <c:pt idx="220">
                  <c:v>25147.010000000002</c:v>
                </c:pt>
                <c:pt idx="221">
                  <c:v>29188.880000000001</c:v>
                </c:pt>
                <c:pt idx="222">
                  <c:v>27737.170000000002</c:v>
                </c:pt>
                <c:pt idx="223">
                  <c:v>28476.13</c:v>
                </c:pt>
                <c:pt idx="224">
                  <c:v>29313.280000000002</c:v>
                </c:pt>
                <c:pt idx="225">
                  <c:v>28913.200000000001</c:v>
                </c:pt>
                <c:pt idx="226">
                  <c:v>31639.97</c:v>
                </c:pt>
                <c:pt idx="227">
                  <c:v>29127.480000000003</c:v>
                </c:pt>
                <c:pt idx="228">
                  <c:v>28924.370000000003</c:v>
                </c:pt>
                <c:pt idx="229">
                  <c:v>28254.530000000002</c:v>
                </c:pt>
                <c:pt idx="230">
                  <c:v>29508.99</c:v>
                </c:pt>
                <c:pt idx="231">
                  <c:v>29545.800000000003</c:v>
                </c:pt>
                <c:pt idx="232">
                  <c:v>30624.110000000004</c:v>
                </c:pt>
                <c:pt idx="233">
                  <c:v>30774.220000000005</c:v>
                </c:pt>
                <c:pt idx="234">
                  <c:v>31068.010000000006</c:v>
                </c:pt>
                <c:pt idx="235">
                  <c:v>31986.080000000005</c:v>
                </c:pt>
                <c:pt idx="236">
                  <c:v>31581.490000000005</c:v>
                </c:pt>
                <c:pt idx="237">
                  <c:v>31284.940000000006</c:v>
                </c:pt>
                <c:pt idx="238">
                  <c:v>32090.250000000007</c:v>
                </c:pt>
                <c:pt idx="239">
                  <c:v>33225.180000000008</c:v>
                </c:pt>
                <c:pt idx="240">
                  <c:v>33578.380000000005</c:v>
                </c:pt>
                <c:pt idx="241">
                  <c:v>34055.450000000004</c:v>
                </c:pt>
                <c:pt idx="242">
                  <c:v>34339.240000000005</c:v>
                </c:pt>
                <c:pt idx="243">
                  <c:v>36349.020000000004</c:v>
                </c:pt>
                <c:pt idx="244">
                  <c:v>34059.600000000006</c:v>
                </c:pt>
                <c:pt idx="245">
                  <c:v>34951.290000000008</c:v>
                </c:pt>
                <c:pt idx="246">
                  <c:v>36205.530000000006</c:v>
                </c:pt>
                <c:pt idx="247">
                  <c:v>36159.720000000008</c:v>
                </c:pt>
                <c:pt idx="248">
                  <c:v>34945.920000000006</c:v>
                </c:pt>
                <c:pt idx="249">
                  <c:v>36633.520000000004</c:v>
                </c:pt>
                <c:pt idx="250">
                  <c:v>36826.240000000005</c:v>
                </c:pt>
                <c:pt idx="251">
                  <c:v>35091.520000000004</c:v>
                </c:pt>
                <c:pt idx="252">
                  <c:v>36481.9</c:v>
                </c:pt>
                <c:pt idx="253">
                  <c:v>36639.380000000005</c:v>
                </c:pt>
                <c:pt idx="254">
                  <c:v>37746.340000000004</c:v>
                </c:pt>
                <c:pt idx="255">
                  <c:v>40647.170000000006</c:v>
                </c:pt>
                <c:pt idx="256">
                  <c:v>41405.490000000005</c:v>
                </c:pt>
                <c:pt idx="257">
                  <c:v>42222.26</c:v>
                </c:pt>
                <c:pt idx="258">
                  <c:v>42209.71</c:v>
                </c:pt>
                <c:pt idx="259">
                  <c:v>41167.549999999996</c:v>
                </c:pt>
                <c:pt idx="260">
                  <c:v>43536.329999999994</c:v>
                </c:pt>
                <c:pt idx="261">
                  <c:v>45979.06</c:v>
                </c:pt>
                <c:pt idx="262">
                  <c:v>45924.479999999996</c:v>
                </c:pt>
                <c:pt idx="263">
                  <c:v>47449.929999999993</c:v>
                </c:pt>
                <c:pt idx="264">
                  <c:v>46069.069999999992</c:v>
                </c:pt>
                <c:pt idx="265">
                  <c:v>44352.649999999994</c:v>
                </c:pt>
                <c:pt idx="266">
                  <c:v>46857.469999999994</c:v>
                </c:pt>
                <c:pt idx="267">
                  <c:v>44590.939999999995</c:v>
                </c:pt>
                <c:pt idx="268">
                  <c:v>43834.799999999996</c:v>
                </c:pt>
                <c:pt idx="269">
                  <c:v>46121.78</c:v>
                </c:pt>
                <c:pt idx="270">
                  <c:v>46567.93</c:v>
                </c:pt>
                <c:pt idx="271">
                  <c:v>47275.57</c:v>
                </c:pt>
                <c:pt idx="272">
                  <c:v>47871.23</c:v>
                </c:pt>
                <c:pt idx="273">
                  <c:v>47103.01</c:v>
                </c:pt>
                <c:pt idx="274">
                  <c:v>45878.58</c:v>
                </c:pt>
                <c:pt idx="275">
                  <c:v>46181.97</c:v>
                </c:pt>
                <c:pt idx="276">
                  <c:v>41705.96</c:v>
                </c:pt>
                <c:pt idx="277">
                  <c:v>43615.51</c:v>
                </c:pt>
                <c:pt idx="278">
                  <c:v>46939.93</c:v>
                </c:pt>
                <c:pt idx="279">
                  <c:v>42817.55</c:v>
                </c:pt>
                <c:pt idx="280">
                  <c:v>45750.22</c:v>
                </c:pt>
                <c:pt idx="281">
                  <c:v>48683.42</c:v>
                </c:pt>
                <c:pt idx="282">
                  <c:v>48613.43</c:v>
                </c:pt>
                <c:pt idx="283">
                  <c:v>46530.9</c:v>
                </c:pt>
                <c:pt idx="284">
                  <c:v>50938.78</c:v>
                </c:pt>
                <c:pt idx="285">
                  <c:v>49476.94</c:v>
                </c:pt>
                <c:pt idx="286">
                  <c:v>49166.18</c:v>
                </c:pt>
                <c:pt idx="287">
                  <c:v>48810.96</c:v>
                </c:pt>
                <c:pt idx="288">
                  <c:v>50099.409999999996</c:v>
                </c:pt>
                <c:pt idx="289">
                  <c:v>51230.799999999996</c:v>
                </c:pt>
                <c:pt idx="290">
                  <c:v>48996.979999999996</c:v>
                </c:pt>
                <c:pt idx="291">
                  <c:v>52208.649999999994</c:v>
                </c:pt>
                <c:pt idx="292">
                  <c:v>52407.859999999993</c:v>
                </c:pt>
                <c:pt idx="293">
                  <c:v>50024.759999999995</c:v>
                </c:pt>
                <c:pt idx="294">
                  <c:v>49101.27</c:v>
                </c:pt>
                <c:pt idx="295">
                  <c:v>50475.71</c:v>
                </c:pt>
                <c:pt idx="296">
                  <c:v>49079.409999999996</c:v>
                </c:pt>
                <c:pt idx="297">
                  <c:v>49176.959999999999</c:v>
                </c:pt>
                <c:pt idx="298">
                  <c:v>47225.52</c:v>
                </c:pt>
                <c:pt idx="299">
                  <c:v>48085.06</c:v>
                </c:pt>
                <c:pt idx="300">
                  <c:v>48268.09</c:v>
                </c:pt>
                <c:pt idx="301">
                  <c:v>51445.03</c:v>
                </c:pt>
                <c:pt idx="302">
                  <c:v>51525.549999999996</c:v>
                </c:pt>
                <c:pt idx="303">
                  <c:v>52675.839999999997</c:v>
                </c:pt>
                <c:pt idx="304">
                  <c:v>50724.21</c:v>
                </c:pt>
                <c:pt idx="305">
                  <c:v>50185.75</c:v>
                </c:pt>
                <c:pt idx="306">
                  <c:v>49901.99</c:v>
                </c:pt>
                <c:pt idx="307">
                  <c:v>49780.56</c:v>
                </c:pt>
                <c:pt idx="308">
                  <c:v>50365.93</c:v>
                </c:pt>
                <c:pt idx="309">
                  <c:v>50935.08</c:v>
                </c:pt>
                <c:pt idx="310">
                  <c:v>50956.33</c:v>
                </c:pt>
                <c:pt idx="311">
                  <c:v>51484.23</c:v>
                </c:pt>
                <c:pt idx="312">
                  <c:v>52167.640000000007</c:v>
                </c:pt>
                <c:pt idx="313">
                  <c:v>51137.820000000007</c:v>
                </c:pt>
                <c:pt idx="314">
                  <c:v>50342.680000000008</c:v>
                </c:pt>
                <c:pt idx="315">
                  <c:v>49003.73000000001</c:v>
                </c:pt>
                <c:pt idx="316">
                  <c:v>48514.220000000008</c:v>
                </c:pt>
                <c:pt idx="317">
                  <c:v>48762.30000000001</c:v>
                </c:pt>
                <c:pt idx="318">
                  <c:v>47472.180000000008</c:v>
                </c:pt>
                <c:pt idx="319">
                  <c:v>48643.260000000009</c:v>
                </c:pt>
                <c:pt idx="320">
                  <c:v>49404.770000000011</c:v>
                </c:pt>
                <c:pt idx="321">
                  <c:v>49588.30000000001</c:v>
                </c:pt>
                <c:pt idx="322">
                  <c:v>48400.750000000007</c:v>
                </c:pt>
                <c:pt idx="323">
                  <c:v>47611.610000000008</c:v>
                </c:pt>
                <c:pt idx="324">
                  <c:v>46983.000000000007</c:v>
                </c:pt>
                <c:pt idx="325">
                  <c:v>44946.860000000008</c:v>
                </c:pt>
                <c:pt idx="326">
                  <c:v>45861.210000000006</c:v>
                </c:pt>
                <c:pt idx="327">
                  <c:v>47530.62000000001</c:v>
                </c:pt>
                <c:pt idx="328">
                  <c:v>50179.680000000008</c:v>
                </c:pt>
                <c:pt idx="329">
                  <c:v>50822.37000000001</c:v>
                </c:pt>
                <c:pt idx="330">
                  <c:v>51764.600000000013</c:v>
                </c:pt>
                <c:pt idx="331">
                  <c:v>52338.960000000014</c:v>
                </c:pt>
                <c:pt idx="332">
                  <c:v>51120.570000000014</c:v>
                </c:pt>
                <c:pt idx="333">
                  <c:v>49933.710000000014</c:v>
                </c:pt>
                <c:pt idx="334">
                  <c:v>48981.490000000013</c:v>
                </c:pt>
                <c:pt idx="335">
                  <c:v>50218.630000000012</c:v>
                </c:pt>
                <c:pt idx="336">
                  <c:v>50468.340000000011</c:v>
                </c:pt>
                <c:pt idx="337">
                  <c:v>52000.510000000009</c:v>
                </c:pt>
                <c:pt idx="338">
                  <c:v>53519.460000000006</c:v>
                </c:pt>
                <c:pt idx="339">
                  <c:v>53390.000000000007</c:v>
                </c:pt>
                <c:pt idx="340">
                  <c:v>53713.350000000006</c:v>
                </c:pt>
                <c:pt idx="341">
                  <c:v>52696.470000000008</c:v>
                </c:pt>
                <c:pt idx="342">
                  <c:v>52800.130000000012</c:v>
                </c:pt>
                <c:pt idx="343">
                  <c:v>52000.880000000012</c:v>
                </c:pt>
                <c:pt idx="344">
                  <c:v>52326.070000000014</c:v>
                </c:pt>
                <c:pt idx="345">
                  <c:v>52741.590000000011</c:v>
                </c:pt>
                <c:pt idx="346">
                  <c:v>52737.910000000011</c:v>
                </c:pt>
                <c:pt idx="347">
                  <c:v>52027.830000000009</c:v>
                </c:pt>
                <c:pt idx="348">
                  <c:v>50352.87000000001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B8-4280-8F15-EE40D20623A4}"/>
            </c:ext>
          </c:extLst>
        </c:ser>
        <c:ser>
          <c:idx val="2"/>
          <c:order val="2"/>
          <c:tx>
            <c:strRef>
              <c:f>'5월이후'!$M$14</c:f>
              <c:strCache>
                <c:ptCount val="1"/>
                <c:pt idx="0">
                  <c:v>개인 누적순매수 </c:v>
                </c:pt>
              </c:strCache>
            </c:strRef>
          </c:tx>
          <c:spPr>
            <a:ln w="12700" cap="rnd">
              <a:solidFill>
                <a:srgbClr val="C1E1FF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'5월이후'!$J$16:$J$599</c:f>
              <c:numCache>
                <c:formatCode>m/d/yyyy</c:formatCode>
                <c:ptCount val="584"/>
                <c:pt idx="0">
                  <c:v>45779</c:v>
                </c:pt>
                <c:pt idx="1">
                  <c:v>45784</c:v>
                </c:pt>
                <c:pt idx="2">
                  <c:v>45785</c:v>
                </c:pt>
                <c:pt idx="3">
                  <c:v>45786</c:v>
                </c:pt>
                <c:pt idx="4">
                  <c:v>45789</c:v>
                </c:pt>
                <c:pt idx="5">
                  <c:v>45790</c:v>
                </c:pt>
                <c:pt idx="6">
                  <c:v>45791</c:v>
                </c:pt>
                <c:pt idx="7">
                  <c:v>45792</c:v>
                </c:pt>
                <c:pt idx="8">
                  <c:v>45793</c:v>
                </c:pt>
                <c:pt idx="9">
                  <c:v>45796</c:v>
                </c:pt>
                <c:pt idx="10">
                  <c:v>45797</c:v>
                </c:pt>
                <c:pt idx="11">
                  <c:v>45798</c:v>
                </c:pt>
                <c:pt idx="12">
                  <c:v>45799</c:v>
                </c:pt>
                <c:pt idx="13">
                  <c:v>45800</c:v>
                </c:pt>
                <c:pt idx="14">
                  <c:v>45803</c:v>
                </c:pt>
                <c:pt idx="15">
                  <c:v>45804</c:v>
                </c:pt>
                <c:pt idx="16">
                  <c:v>45805</c:v>
                </c:pt>
                <c:pt idx="17">
                  <c:v>45806</c:v>
                </c:pt>
                <c:pt idx="18">
                  <c:v>45807</c:v>
                </c:pt>
                <c:pt idx="19">
                  <c:v>45810</c:v>
                </c:pt>
                <c:pt idx="20">
                  <c:v>45812</c:v>
                </c:pt>
                <c:pt idx="21">
                  <c:v>45813</c:v>
                </c:pt>
                <c:pt idx="22">
                  <c:v>45817</c:v>
                </c:pt>
                <c:pt idx="23">
                  <c:v>45818</c:v>
                </c:pt>
                <c:pt idx="24">
                  <c:v>45819</c:v>
                </c:pt>
                <c:pt idx="25">
                  <c:v>45820</c:v>
                </c:pt>
                <c:pt idx="26">
                  <c:v>45821</c:v>
                </c:pt>
                <c:pt idx="27">
                  <c:v>45824</c:v>
                </c:pt>
                <c:pt idx="28">
                  <c:v>45825</c:v>
                </c:pt>
                <c:pt idx="29">
                  <c:v>45826</c:v>
                </c:pt>
                <c:pt idx="30">
                  <c:v>45827</c:v>
                </c:pt>
                <c:pt idx="31">
                  <c:v>45828</c:v>
                </c:pt>
                <c:pt idx="32">
                  <c:v>45831</c:v>
                </c:pt>
                <c:pt idx="33">
                  <c:v>45832</c:v>
                </c:pt>
                <c:pt idx="34">
                  <c:v>45833</c:v>
                </c:pt>
                <c:pt idx="35">
                  <c:v>45834</c:v>
                </c:pt>
                <c:pt idx="36">
                  <c:v>45835</c:v>
                </c:pt>
                <c:pt idx="37">
                  <c:v>45838</c:v>
                </c:pt>
                <c:pt idx="38">
                  <c:v>45839</c:v>
                </c:pt>
                <c:pt idx="39">
                  <c:v>45840</c:v>
                </c:pt>
                <c:pt idx="40">
                  <c:v>45841</c:v>
                </c:pt>
                <c:pt idx="41">
                  <c:v>45842</c:v>
                </c:pt>
                <c:pt idx="42">
                  <c:v>45845</c:v>
                </c:pt>
                <c:pt idx="43">
                  <c:v>45846</c:v>
                </c:pt>
                <c:pt idx="44">
                  <c:v>45847</c:v>
                </c:pt>
                <c:pt idx="45">
                  <c:v>45848</c:v>
                </c:pt>
                <c:pt idx="46">
                  <c:v>45849</c:v>
                </c:pt>
                <c:pt idx="47">
                  <c:v>45852</c:v>
                </c:pt>
                <c:pt idx="48">
                  <c:v>45853</c:v>
                </c:pt>
                <c:pt idx="49">
                  <c:v>45854</c:v>
                </c:pt>
                <c:pt idx="50">
                  <c:v>45855</c:v>
                </c:pt>
                <c:pt idx="51">
                  <c:v>45856</c:v>
                </c:pt>
                <c:pt idx="52">
                  <c:v>45859</c:v>
                </c:pt>
                <c:pt idx="53">
                  <c:v>45860</c:v>
                </c:pt>
                <c:pt idx="54">
                  <c:v>45861</c:v>
                </c:pt>
                <c:pt idx="55">
                  <c:v>45862</c:v>
                </c:pt>
                <c:pt idx="56">
                  <c:v>45863</c:v>
                </c:pt>
                <c:pt idx="57">
                  <c:v>45866</c:v>
                </c:pt>
                <c:pt idx="58">
                  <c:v>45867</c:v>
                </c:pt>
                <c:pt idx="59">
                  <c:v>45868</c:v>
                </c:pt>
                <c:pt idx="60">
                  <c:v>45869</c:v>
                </c:pt>
                <c:pt idx="61">
                  <c:v>45870</c:v>
                </c:pt>
                <c:pt idx="62">
                  <c:v>45873</c:v>
                </c:pt>
                <c:pt idx="63">
                  <c:v>45874</c:v>
                </c:pt>
                <c:pt idx="64">
                  <c:v>45875</c:v>
                </c:pt>
                <c:pt idx="65">
                  <c:v>45876</c:v>
                </c:pt>
                <c:pt idx="66">
                  <c:v>45877</c:v>
                </c:pt>
                <c:pt idx="67">
                  <c:v>45880</c:v>
                </c:pt>
                <c:pt idx="68">
                  <c:v>45881</c:v>
                </c:pt>
                <c:pt idx="69">
                  <c:v>45882</c:v>
                </c:pt>
                <c:pt idx="70">
                  <c:v>45883</c:v>
                </c:pt>
                <c:pt idx="71">
                  <c:v>45887</c:v>
                </c:pt>
                <c:pt idx="72">
                  <c:v>45888</c:v>
                </c:pt>
                <c:pt idx="73">
                  <c:v>45889</c:v>
                </c:pt>
                <c:pt idx="74">
                  <c:v>45890</c:v>
                </c:pt>
                <c:pt idx="75">
                  <c:v>45891</c:v>
                </c:pt>
                <c:pt idx="76">
                  <c:v>45894</c:v>
                </c:pt>
                <c:pt idx="77">
                  <c:v>45895</c:v>
                </c:pt>
                <c:pt idx="78">
                  <c:v>45896</c:v>
                </c:pt>
                <c:pt idx="79">
                  <c:v>45897</c:v>
                </c:pt>
                <c:pt idx="80">
                  <c:v>45898</c:v>
                </c:pt>
                <c:pt idx="81">
                  <c:v>45901</c:v>
                </c:pt>
                <c:pt idx="82">
                  <c:v>45902</c:v>
                </c:pt>
                <c:pt idx="83">
                  <c:v>45903</c:v>
                </c:pt>
                <c:pt idx="84">
                  <c:v>45904</c:v>
                </c:pt>
                <c:pt idx="85">
                  <c:v>45905</c:v>
                </c:pt>
                <c:pt idx="86">
                  <c:v>45908</c:v>
                </c:pt>
                <c:pt idx="87">
                  <c:v>45909</c:v>
                </c:pt>
                <c:pt idx="88">
                  <c:v>45910</c:v>
                </c:pt>
                <c:pt idx="89">
                  <c:v>45911</c:v>
                </c:pt>
                <c:pt idx="90">
                  <c:v>45912</c:v>
                </c:pt>
                <c:pt idx="91">
                  <c:v>45915</c:v>
                </c:pt>
                <c:pt idx="92">
                  <c:v>45916</c:v>
                </c:pt>
                <c:pt idx="93">
                  <c:v>45917</c:v>
                </c:pt>
                <c:pt idx="94">
                  <c:v>45918</c:v>
                </c:pt>
                <c:pt idx="95">
                  <c:v>45919</c:v>
                </c:pt>
                <c:pt idx="96">
                  <c:v>45922</c:v>
                </c:pt>
                <c:pt idx="97">
                  <c:v>45923</c:v>
                </c:pt>
                <c:pt idx="98">
                  <c:v>45924</c:v>
                </c:pt>
                <c:pt idx="99">
                  <c:v>45925</c:v>
                </c:pt>
                <c:pt idx="100">
                  <c:v>45926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45940</c:v>
                </c:pt>
                <c:pt idx="106">
                  <c:v>45943</c:v>
                </c:pt>
                <c:pt idx="107">
                  <c:v>45944</c:v>
                </c:pt>
                <c:pt idx="108">
                  <c:v>45945</c:v>
                </c:pt>
                <c:pt idx="109">
                  <c:v>45946</c:v>
                </c:pt>
                <c:pt idx="110">
                  <c:v>45947</c:v>
                </c:pt>
                <c:pt idx="111">
                  <c:v>45950</c:v>
                </c:pt>
                <c:pt idx="112">
                  <c:v>45951</c:v>
                </c:pt>
                <c:pt idx="113">
                  <c:v>45952</c:v>
                </c:pt>
                <c:pt idx="114">
                  <c:v>45953</c:v>
                </c:pt>
                <c:pt idx="115">
                  <c:v>45954</c:v>
                </c:pt>
                <c:pt idx="116">
                  <c:v>45957</c:v>
                </c:pt>
                <c:pt idx="117">
                  <c:v>45958</c:v>
                </c:pt>
                <c:pt idx="118">
                  <c:v>45959</c:v>
                </c:pt>
                <c:pt idx="119">
                  <c:v>45960</c:v>
                </c:pt>
                <c:pt idx="120">
                  <c:v>45961</c:v>
                </c:pt>
                <c:pt idx="121">
                  <c:v>45964</c:v>
                </c:pt>
                <c:pt idx="122">
                  <c:v>45965</c:v>
                </c:pt>
                <c:pt idx="123">
                  <c:v>45966</c:v>
                </c:pt>
                <c:pt idx="124">
                  <c:v>45967</c:v>
                </c:pt>
                <c:pt idx="125">
                  <c:v>45968</c:v>
                </c:pt>
                <c:pt idx="126">
                  <c:v>45971</c:v>
                </c:pt>
                <c:pt idx="127">
                  <c:v>45972</c:v>
                </c:pt>
                <c:pt idx="128">
                  <c:v>45973</c:v>
                </c:pt>
                <c:pt idx="129">
                  <c:v>45974</c:v>
                </c:pt>
                <c:pt idx="130">
                  <c:v>45975</c:v>
                </c:pt>
                <c:pt idx="131">
                  <c:v>45978</c:v>
                </c:pt>
                <c:pt idx="132">
                  <c:v>45979</c:v>
                </c:pt>
                <c:pt idx="133">
                  <c:v>45980</c:v>
                </c:pt>
                <c:pt idx="134">
                  <c:v>45981</c:v>
                </c:pt>
                <c:pt idx="135">
                  <c:v>45982</c:v>
                </c:pt>
                <c:pt idx="136">
                  <c:v>45985</c:v>
                </c:pt>
                <c:pt idx="137">
                  <c:v>45986</c:v>
                </c:pt>
                <c:pt idx="138">
                  <c:v>45987</c:v>
                </c:pt>
                <c:pt idx="139">
                  <c:v>45988</c:v>
                </c:pt>
                <c:pt idx="140">
                  <c:v>45989</c:v>
                </c:pt>
                <c:pt idx="141">
                  <c:v>45992</c:v>
                </c:pt>
                <c:pt idx="142">
                  <c:v>45993</c:v>
                </c:pt>
                <c:pt idx="143">
                  <c:v>45994</c:v>
                </c:pt>
                <c:pt idx="144">
                  <c:v>45995</c:v>
                </c:pt>
                <c:pt idx="145">
                  <c:v>45996</c:v>
                </c:pt>
                <c:pt idx="146">
                  <c:v>45999</c:v>
                </c:pt>
                <c:pt idx="147">
                  <c:v>46000</c:v>
                </c:pt>
                <c:pt idx="148">
                  <c:v>46001</c:v>
                </c:pt>
                <c:pt idx="149">
                  <c:v>46002</c:v>
                </c:pt>
                <c:pt idx="150">
                  <c:v>46003</c:v>
                </c:pt>
                <c:pt idx="151">
                  <c:v>46006</c:v>
                </c:pt>
                <c:pt idx="152">
                  <c:v>46007</c:v>
                </c:pt>
                <c:pt idx="153">
                  <c:v>46008</c:v>
                </c:pt>
                <c:pt idx="154">
                  <c:v>46009</c:v>
                </c:pt>
                <c:pt idx="155">
                  <c:v>46010</c:v>
                </c:pt>
                <c:pt idx="156">
                  <c:v>46013</c:v>
                </c:pt>
                <c:pt idx="157">
                  <c:v>46014</c:v>
                </c:pt>
                <c:pt idx="158">
                  <c:v>46015</c:v>
                </c:pt>
                <c:pt idx="159">
                  <c:v>46017</c:v>
                </c:pt>
                <c:pt idx="160">
                  <c:v>46020</c:v>
                </c:pt>
                <c:pt idx="161">
                  <c:v>46021</c:v>
                </c:pt>
                <c:pt idx="162">
                  <c:v>46024</c:v>
                </c:pt>
                <c:pt idx="163">
                  <c:v>46027</c:v>
                </c:pt>
                <c:pt idx="164">
                  <c:v>46028</c:v>
                </c:pt>
                <c:pt idx="165">
                  <c:v>46029</c:v>
                </c:pt>
                <c:pt idx="166">
                  <c:v>46030</c:v>
                </c:pt>
                <c:pt idx="167">
                  <c:v>46031</c:v>
                </c:pt>
                <c:pt idx="168">
                  <c:v>46034</c:v>
                </c:pt>
                <c:pt idx="169">
                  <c:v>46035</c:v>
                </c:pt>
                <c:pt idx="170">
                  <c:v>46036</c:v>
                </c:pt>
                <c:pt idx="171">
                  <c:v>46037</c:v>
                </c:pt>
                <c:pt idx="172">
                  <c:v>46038</c:v>
                </c:pt>
                <c:pt idx="173">
                  <c:v>46041</c:v>
                </c:pt>
                <c:pt idx="174">
                  <c:v>46042</c:v>
                </c:pt>
                <c:pt idx="175">
                  <c:v>46043</c:v>
                </c:pt>
                <c:pt idx="176">
                  <c:v>46044</c:v>
                </c:pt>
                <c:pt idx="177">
                  <c:v>46045</c:v>
                </c:pt>
                <c:pt idx="178">
                  <c:v>46048</c:v>
                </c:pt>
                <c:pt idx="179">
                  <c:v>46049</c:v>
                </c:pt>
                <c:pt idx="180">
                  <c:v>46050</c:v>
                </c:pt>
                <c:pt idx="181">
                  <c:v>46051</c:v>
                </c:pt>
                <c:pt idx="182">
                  <c:v>46052</c:v>
                </c:pt>
                <c:pt idx="183">
                  <c:v>46055</c:v>
                </c:pt>
                <c:pt idx="184">
                  <c:v>46056</c:v>
                </c:pt>
                <c:pt idx="185">
                  <c:v>46057</c:v>
                </c:pt>
                <c:pt idx="186">
                  <c:v>46058</c:v>
                </c:pt>
                <c:pt idx="187">
                  <c:v>46059</c:v>
                </c:pt>
                <c:pt idx="188">
                  <c:v>46062</c:v>
                </c:pt>
                <c:pt idx="189">
                  <c:v>46063</c:v>
                </c:pt>
                <c:pt idx="190">
                  <c:v>46064</c:v>
                </c:pt>
                <c:pt idx="191">
                  <c:v>46065</c:v>
                </c:pt>
                <c:pt idx="192">
                  <c:v>46066</c:v>
                </c:pt>
                <c:pt idx="193">
                  <c:v>46072</c:v>
                </c:pt>
                <c:pt idx="194">
                  <c:v>46073</c:v>
                </c:pt>
                <c:pt idx="195">
                  <c:v>46076</c:v>
                </c:pt>
                <c:pt idx="196">
                  <c:v>46077</c:v>
                </c:pt>
                <c:pt idx="197">
                  <c:v>46078</c:v>
                </c:pt>
                <c:pt idx="198">
                  <c:v>46079</c:v>
                </c:pt>
                <c:pt idx="199">
                  <c:v>46080</c:v>
                </c:pt>
                <c:pt idx="200">
                  <c:v>46084</c:v>
                </c:pt>
                <c:pt idx="201">
                  <c:v>46085</c:v>
                </c:pt>
                <c:pt idx="202">
                  <c:v>46086</c:v>
                </c:pt>
                <c:pt idx="203">
                  <c:v>46087</c:v>
                </c:pt>
                <c:pt idx="204">
                  <c:v>46090</c:v>
                </c:pt>
                <c:pt idx="205">
                  <c:v>46091</c:v>
                </c:pt>
                <c:pt idx="206">
                  <c:v>46092</c:v>
                </c:pt>
                <c:pt idx="207">
                  <c:v>46093</c:v>
                </c:pt>
                <c:pt idx="208">
                  <c:v>46094</c:v>
                </c:pt>
                <c:pt idx="209">
                  <c:v>46097</c:v>
                </c:pt>
                <c:pt idx="210">
                  <c:v>46098</c:v>
                </c:pt>
                <c:pt idx="211">
                  <c:v>46099</c:v>
                </c:pt>
                <c:pt idx="212">
                  <c:v>46100</c:v>
                </c:pt>
                <c:pt idx="213">
                  <c:v>46101</c:v>
                </c:pt>
                <c:pt idx="214">
                  <c:v>46104</c:v>
                </c:pt>
                <c:pt idx="215">
                  <c:v>46105</c:v>
                </c:pt>
                <c:pt idx="216">
                  <c:v>46106</c:v>
                </c:pt>
                <c:pt idx="217">
                  <c:v>46107</c:v>
                </c:pt>
                <c:pt idx="218">
                  <c:v>46108</c:v>
                </c:pt>
                <c:pt idx="219">
                  <c:v>46111</c:v>
                </c:pt>
                <c:pt idx="220">
                  <c:v>46112</c:v>
                </c:pt>
                <c:pt idx="221">
                  <c:v>46113</c:v>
                </c:pt>
                <c:pt idx="222">
                  <c:v>46114</c:v>
                </c:pt>
                <c:pt idx="223">
                  <c:v>46115</c:v>
                </c:pt>
                <c:pt idx="224">
                  <c:v>46118</c:v>
                </c:pt>
                <c:pt idx="225">
                  <c:v>46119</c:v>
                </c:pt>
                <c:pt idx="226">
                  <c:v>46120</c:v>
                </c:pt>
                <c:pt idx="227">
                  <c:v>46121</c:v>
                </c:pt>
                <c:pt idx="228">
                  <c:v>46122</c:v>
                </c:pt>
                <c:pt idx="229">
                  <c:v>46125</c:v>
                </c:pt>
                <c:pt idx="230">
                  <c:v>46126</c:v>
                </c:pt>
                <c:pt idx="231">
                  <c:v>46127</c:v>
                </c:pt>
                <c:pt idx="232">
                  <c:v>46128</c:v>
                </c:pt>
                <c:pt idx="233">
                  <c:v>46129</c:v>
                </c:pt>
                <c:pt idx="234">
                  <c:v>46132</c:v>
                </c:pt>
                <c:pt idx="235">
                  <c:v>46133</c:v>
                </c:pt>
                <c:pt idx="236">
                  <c:v>46134</c:v>
                </c:pt>
                <c:pt idx="237">
                  <c:v>46135</c:v>
                </c:pt>
                <c:pt idx="238">
                  <c:v>46136</c:v>
                </c:pt>
                <c:pt idx="239">
                  <c:v>46139</c:v>
                </c:pt>
                <c:pt idx="240">
                  <c:v>46140</c:v>
                </c:pt>
                <c:pt idx="241">
                  <c:v>46141</c:v>
                </c:pt>
                <c:pt idx="242">
                  <c:v>46142</c:v>
                </c:pt>
                <c:pt idx="243">
                  <c:v>46146</c:v>
                </c:pt>
                <c:pt idx="244">
                  <c:v>46148</c:v>
                </c:pt>
                <c:pt idx="245">
                  <c:v>46149</c:v>
                </c:pt>
                <c:pt idx="246">
                  <c:v>46150</c:v>
                </c:pt>
                <c:pt idx="247">
                  <c:v>46153</c:v>
                </c:pt>
                <c:pt idx="248">
                  <c:v>46154</c:v>
                </c:pt>
                <c:pt idx="249">
                  <c:v>46155</c:v>
                </c:pt>
                <c:pt idx="250">
                  <c:v>46156</c:v>
                </c:pt>
                <c:pt idx="251">
                  <c:v>46157</c:v>
                </c:pt>
                <c:pt idx="252">
                  <c:v>46160</c:v>
                </c:pt>
                <c:pt idx="253">
                  <c:v>46161</c:v>
                </c:pt>
                <c:pt idx="254">
                  <c:v>46162</c:v>
                </c:pt>
                <c:pt idx="255">
                  <c:v>46163</c:v>
                </c:pt>
                <c:pt idx="256">
                  <c:v>46164</c:v>
                </c:pt>
                <c:pt idx="257">
                  <c:v>46168</c:v>
                </c:pt>
                <c:pt idx="258">
                  <c:v>46169</c:v>
                </c:pt>
                <c:pt idx="259">
                  <c:v>46170</c:v>
                </c:pt>
                <c:pt idx="260">
                  <c:v>46171</c:v>
                </c:pt>
                <c:pt idx="261">
                  <c:v>46174</c:v>
                </c:pt>
                <c:pt idx="262">
                  <c:v>46175</c:v>
                </c:pt>
                <c:pt idx="263">
                  <c:v>46177</c:v>
                </c:pt>
                <c:pt idx="264">
                  <c:v>46178</c:v>
                </c:pt>
                <c:pt idx="265">
                  <c:v>46181</c:v>
                </c:pt>
                <c:pt idx="266">
                  <c:v>46182</c:v>
                </c:pt>
                <c:pt idx="267">
                  <c:v>46183</c:v>
                </c:pt>
                <c:pt idx="268">
                  <c:v>46184</c:v>
                </c:pt>
                <c:pt idx="269">
                  <c:v>46185</c:v>
                </c:pt>
                <c:pt idx="270">
                  <c:v>46188</c:v>
                </c:pt>
                <c:pt idx="271">
                  <c:v>46189</c:v>
                </c:pt>
                <c:pt idx="272">
                  <c:v>46190</c:v>
                </c:pt>
                <c:pt idx="273">
                  <c:v>46191</c:v>
                </c:pt>
                <c:pt idx="274">
                  <c:v>46192</c:v>
                </c:pt>
                <c:pt idx="275">
                  <c:v>46195</c:v>
                </c:pt>
                <c:pt idx="276">
                  <c:v>46196</c:v>
                </c:pt>
                <c:pt idx="277">
                  <c:v>46197</c:v>
                </c:pt>
                <c:pt idx="278">
                  <c:v>46198</c:v>
                </c:pt>
                <c:pt idx="279">
                  <c:v>46199</c:v>
                </c:pt>
                <c:pt idx="280">
                  <c:v>46202</c:v>
                </c:pt>
                <c:pt idx="281">
                  <c:v>46203</c:v>
                </c:pt>
                <c:pt idx="282">
                  <c:v>46204</c:v>
                </c:pt>
                <c:pt idx="283">
                  <c:v>46205</c:v>
                </c:pt>
                <c:pt idx="284">
                  <c:v>46206</c:v>
                </c:pt>
                <c:pt idx="285">
                  <c:v>46209</c:v>
                </c:pt>
                <c:pt idx="286">
                  <c:v>46210</c:v>
                </c:pt>
                <c:pt idx="287">
                  <c:v>46211</c:v>
                </c:pt>
                <c:pt idx="288">
                  <c:v>46212</c:v>
                </c:pt>
                <c:pt idx="289">
                  <c:v>46213</c:v>
                </c:pt>
                <c:pt idx="290">
                  <c:v>46216</c:v>
                </c:pt>
                <c:pt idx="291">
                  <c:v>46217</c:v>
                </c:pt>
                <c:pt idx="292">
                  <c:v>46218</c:v>
                </c:pt>
                <c:pt idx="293">
                  <c:v>46219</c:v>
                </c:pt>
                <c:pt idx="294">
                  <c:v>46223</c:v>
                </c:pt>
                <c:pt idx="295">
                  <c:v>46224</c:v>
                </c:pt>
                <c:pt idx="296">
                  <c:v>46225</c:v>
                </c:pt>
                <c:pt idx="297">
                  <c:v>46226</c:v>
                </c:pt>
                <c:pt idx="298">
                  <c:v>46227</c:v>
                </c:pt>
                <c:pt idx="299">
                  <c:v>46230</c:v>
                </c:pt>
                <c:pt idx="300">
                  <c:v>46231</c:v>
                </c:pt>
                <c:pt idx="301">
                  <c:v>46232</c:v>
                </c:pt>
                <c:pt idx="302">
                  <c:v>46233</c:v>
                </c:pt>
                <c:pt idx="303">
                  <c:v>46234</c:v>
                </c:pt>
                <c:pt idx="304">
                  <c:v>46237</c:v>
                </c:pt>
                <c:pt idx="305">
                  <c:v>46238</c:v>
                </c:pt>
                <c:pt idx="306">
                  <c:v>46239</c:v>
                </c:pt>
                <c:pt idx="307">
                  <c:v>46240</c:v>
                </c:pt>
                <c:pt idx="308">
                  <c:v>46241</c:v>
                </c:pt>
                <c:pt idx="309">
                  <c:v>46244</c:v>
                </c:pt>
                <c:pt idx="310">
                  <c:v>46245</c:v>
                </c:pt>
                <c:pt idx="311">
                  <c:v>46246</c:v>
                </c:pt>
                <c:pt idx="312">
                  <c:v>46247</c:v>
                </c:pt>
                <c:pt idx="313">
                  <c:v>46248</c:v>
                </c:pt>
                <c:pt idx="314">
                  <c:v>46252</c:v>
                </c:pt>
                <c:pt idx="315">
                  <c:v>46253</c:v>
                </c:pt>
                <c:pt idx="316">
                  <c:v>46254</c:v>
                </c:pt>
                <c:pt idx="317">
                  <c:v>46255</c:v>
                </c:pt>
                <c:pt idx="318">
                  <c:v>46258</c:v>
                </c:pt>
                <c:pt idx="319">
                  <c:v>46259</c:v>
                </c:pt>
                <c:pt idx="320">
                  <c:v>46260</c:v>
                </c:pt>
                <c:pt idx="321">
                  <c:v>46261</c:v>
                </c:pt>
                <c:pt idx="322">
                  <c:v>46262</c:v>
                </c:pt>
                <c:pt idx="323">
                  <c:v>46265</c:v>
                </c:pt>
                <c:pt idx="324">
                  <c:v>46266</c:v>
                </c:pt>
                <c:pt idx="325">
                  <c:v>46267</c:v>
                </c:pt>
                <c:pt idx="326">
                  <c:v>46268</c:v>
                </c:pt>
                <c:pt idx="327">
                  <c:v>46269</c:v>
                </c:pt>
                <c:pt idx="328">
                  <c:v>46272</c:v>
                </c:pt>
                <c:pt idx="329">
                  <c:v>46273</c:v>
                </c:pt>
                <c:pt idx="330">
                  <c:v>46274</c:v>
                </c:pt>
                <c:pt idx="331">
                  <c:v>46275</c:v>
                </c:pt>
                <c:pt idx="332">
                  <c:v>46276</c:v>
                </c:pt>
                <c:pt idx="333">
                  <c:v>46279</c:v>
                </c:pt>
                <c:pt idx="334">
                  <c:v>46280</c:v>
                </c:pt>
                <c:pt idx="335">
                  <c:v>46281</c:v>
                </c:pt>
                <c:pt idx="336">
                  <c:v>46282</c:v>
                </c:pt>
                <c:pt idx="337">
                  <c:v>46283</c:v>
                </c:pt>
                <c:pt idx="338">
                  <c:v>46286</c:v>
                </c:pt>
                <c:pt idx="339">
                  <c:v>46287</c:v>
                </c:pt>
                <c:pt idx="340">
                  <c:v>46288</c:v>
                </c:pt>
                <c:pt idx="341">
                  <c:v>46293</c:v>
                </c:pt>
                <c:pt idx="342">
                  <c:v>46294</c:v>
                </c:pt>
                <c:pt idx="343">
                  <c:v>46295</c:v>
                </c:pt>
                <c:pt idx="344">
                  <c:v>46296</c:v>
                </c:pt>
                <c:pt idx="345">
                  <c:v>46297</c:v>
                </c:pt>
                <c:pt idx="346">
                  <c:v>46301</c:v>
                </c:pt>
                <c:pt idx="347">
                  <c:v>46302</c:v>
                </c:pt>
                <c:pt idx="348">
                  <c:v>46303</c:v>
                </c:pt>
              </c:numCache>
            </c:numRef>
          </c:cat>
          <c:val>
            <c:numRef>
              <c:f>'5월이후'!$M$16:$M$599</c:f>
              <c:numCache>
                <c:formatCode>#,##0_ </c:formatCode>
                <c:ptCount val="584"/>
                <c:pt idx="0">
                  <c:v>70.589999999999975</c:v>
                </c:pt>
                <c:pt idx="1">
                  <c:v>-394.01000000000005</c:v>
                </c:pt>
                <c:pt idx="2">
                  <c:v>-395.28000000000003</c:v>
                </c:pt>
                <c:pt idx="3">
                  <c:v>-332.09000000000003</c:v>
                </c:pt>
                <c:pt idx="4">
                  <c:v>-722.77</c:v>
                </c:pt>
                <c:pt idx="5">
                  <c:v>-858.76</c:v>
                </c:pt>
                <c:pt idx="6">
                  <c:v>-1861.1799999999998</c:v>
                </c:pt>
                <c:pt idx="7">
                  <c:v>-1815.1799999999998</c:v>
                </c:pt>
                <c:pt idx="8">
                  <c:v>-2097.4699999999998</c:v>
                </c:pt>
                <c:pt idx="9">
                  <c:v>-1798.87</c:v>
                </c:pt>
                <c:pt idx="10">
                  <c:v>-1778.32</c:v>
                </c:pt>
                <c:pt idx="11">
                  <c:v>-2109.87</c:v>
                </c:pt>
                <c:pt idx="12">
                  <c:v>-1425.0299999999997</c:v>
                </c:pt>
                <c:pt idx="13">
                  <c:v>-1290.2999999999997</c:v>
                </c:pt>
                <c:pt idx="14">
                  <c:v>-1806.0899999999997</c:v>
                </c:pt>
                <c:pt idx="15">
                  <c:v>-1752.4199999999996</c:v>
                </c:pt>
                <c:pt idx="16">
                  <c:v>-2743.12</c:v>
                </c:pt>
                <c:pt idx="17">
                  <c:v>-3739.41</c:v>
                </c:pt>
                <c:pt idx="18">
                  <c:v>-3134.33</c:v>
                </c:pt>
                <c:pt idx="19">
                  <c:v>-3036.16</c:v>
                </c:pt>
                <c:pt idx="20">
                  <c:v>-4262.1099999999997</c:v>
                </c:pt>
                <c:pt idx="21">
                  <c:v>-5451.2999999999993</c:v>
                </c:pt>
                <c:pt idx="22">
                  <c:v>-5681.36</c:v>
                </c:pt>
                <c:pt idx="23">
                  <c:v>-6308.2699999999995</c:v>
                </c:pt>
                <c:pt idx="24">
                  <c:v>-6674.5499999999993</c:v>
                </c:pt>
                <c:pt idx="25">
                  <c:v>-6853.9199999999992</c:v>
                </c:pt>
                <c:pt idx="26">
                  <c:v>-6386.5399999999991</c:v>
                </c:pt>
                <c:pt idx="27">
                  <c:v>-6340.1999999999989</c:v>
                </c:pt>
                <c:pt idx="28">
                  <c:v>-6115.6799999999985</c:v>
                </c:pt>
                <c:pt idx="29">
                  <c:v>-6547.4999999999982</c:v>
                </c:pt>
                <c:pt idx="30">
                  <c:v>-6197.4999999999982</c:v>
                </c:pt>
                <c:pt idx="31">
                  <c:v>-6794.0899999999983</c:v>
                </c:pt>
                <c:pt idx="32">
                  <c:v>-5414.3499999999985</c:v>
                </c:pt>
                <c:pt idx="33">
                  <c:v>-5981.909999999998</c:v>
                </c:pt>
                <c:pt idx="34">
                  <c:v>-5223.9199999999983</c:v>
                </c:pt>
                <c:pt idx="35">
                  <c:v>-4391.3799999999983</c:v>
                </c:pt>
                <c:pt idx="36">
                  <c:v>-3904.5799999999981</c:v>
                </c:pt>
                <c:pt idx="37">
                  <c:v>-3715.3799999999983</c:v>
                </c:pt>
                <c:pt idx="38">
                  <c:v>-4355.8999999999978</c:v>
                </c:pt>
                <c:pt idx="39">
                  <c:v>-4123.0099999999975</c:v>
                </c:pt>
                <c:pt idx="40">
                  <c:v>-5355.9999999999973</c:v>
                </c:pt>
                <c:pt idx="41">
                  <c:v>-5098.529999999997</c:v>
                </c:pt>
                <c:pt idx="42">
                  <c:v>-4942.6999999999971</c:v>
                </c:pt>
                <c:pt idx="43">
                  <c:v>-5197.6199999999972</c:v>
                </c:pt>
                <c:pt idx="44">
                  <c:v>-4766.6499999999969</c:v>
                </c:pt>
                <c:pt idx="45">
                  <c:v>-5353.4999999999973</c:v>
                </c:pt>
                <c:pt idx="46">
                  <c:v>-5228.5199999999977</c:v>
                </c:pt>
                <c:pt idx="47">
                  <c:v>-5585.3599999999979</c:v>
                </c:pt>
                <c:pt idx="48">
                  <c:v>-5895.6099999999979</c:v>
                </c:pt>
                <c:pt idx="49">
                  <c:v>-5493.9699999999975</c:v>
                </c:pt>
                <c:pt idx="50">
                  <c:v>-5829.5199999999977</c:v>
                </c:pt>
                <c:pt idx="51">
                  <c:v>-6170.5899999999974</c:v>
                </c:pt>
                <c:pt idx="52">
                  <c:v>-7228.4299999999976</c:v>
                </c:pt>
                <c:pt idx="53">
                  <c:v>-6750.3799999999974</c:v>
                </c:pt>
                <c:pt idx="54">
                  <c:v>-7448.5399999999972</c:v>
                </c:pt>
                <c:pt idx="55">
                  <c:v>-8399.7999999999975</c:v>
                </c:pt>
                <c:pt idx="56">
                  <c:v>-8861.3799999999974</c:v>
                </c:pt>
                <c:pt idx="57">
                  <c:v>-9858.8999999999978</c:v>
                </c:pt>
                <c:pt idx="58">
                  <c:v>-10684.789999999997</c:v>
                </c:pt>
                <c:pt idx="59">
                  <c:v>-11669.219999999998</c:v>
                </c:pt>
                <c:pt idx="60">
                  <c:v>-11445.699999999997</c:v>
                </c:pt>
                <c:pt idx="61">
                  <c:v>-9817.4099999999962</c:v>
                </c:pt>
                <c:pt idx="62">
                  <c:v>-10116.989999999996</c:v>
                </c:pt>
                <c:pt idx="63">
                  <c:v>-10595.449999999995</c:v>
                </c:pt>
                <c:pt idx="64">
                  <c:v>-10548.059999999996</c:v>
                </c:pt>
                <c:pt idx="65">
                  <c:v>-10752.889999999996</c:v>
                </c:pt>
                <c:pt idx="66">
                  <c:v>-10569.369999999995</c:v>
                </c:pt>
                <c:pt idx="67">
                  <c:v>-10710.099999999995</c:v>
                </c:pt>
                <c:pt idx="68">
                  <c:v>-10646.649999999994</c:v>
                </c:pt>
                <c:pt idx="69">
                  <c:v>-11311.419999999995</c:v>
                </c:pt>
                <c:pt idx="70">
                  <c:v>-11364.789999999995</c:v>
                </c:pt>
                <c:pt idx="71">
                  <c:v>-11007.819999999996</c:v>
                </c:pt>
                <c:pt idx="72">
                  <c:v>-10917.419999999996</c:v>
                </c:pt>
                <c:pt idx="73">
                  <c:v>-11310.329999999996</c:v>
                </c:pt>
                <c:pt idx="74">
                  <c:v>-11569.459999999995</c:v>
                </c:pt>
                <c:pt idx="75">
                  <c:v>-12026.629999999996</c:v>
                </c:pt>
                <c:pt idx="76">
                  <c:v>-12412.349999999995</c:v>
                </c:pt>
                <c:pt idx="77">
                  <c:v>-11560.409999999994</c:v>
                </c:pt>
                <c:pt idx="78">
                  <c:v>-11503.509999999995</c:v>
                </c:pt>
                <c:pt idx="79">
                  <c:v>-11897.359999999995</c:v>
                </c:pt>
                <c:pt idx="80">
                  <c:v>-11662.049999999996</c:v>
                </c:pt>
                <c:pt idx="81">
                  <c:v>-11315.119999999995</c:v>
                </c:pt>
                <c:pt idx="82">
                  <c:v>-11662.479999999996</c:v>
                </c:pt>
                <c:pt idx="83">
                  <c:v>-11818.819999999996</c:v>
                </c:pt>
                <c:pt idx="84">
                  <c:v>-12103.569999999996</c:v>
                </c:pt>
                <c:pt idx="85">
                  <c:v>-12158.789999999995</c:v>
                </c:pt>
                <c:pt idx="86">
                  <c:v>-12543.639999999996</c:v>
                </c:pt>
                <c:pt idx="87">
                  <c:v>-13580.709999999995</c:v>
                </c:pt>
                <c:pt idx="88">
                  <c:v>-15844.119999999995</c:v>
                </c:pt>
                <c:pt idx="89">
                  <c:v>-16993.379999999994</c:v>
                </c:pt>
                <c:pt idx="90">
                  <c:v>-19022.099999999995</c:v>
                </c:pt>
                <c:pt idx="91">
                  <c:v>-19159.469999999994</c:v>
                </c:pt>
                <c:pt idx="92">
                  <c:v>-20923.159999999993</c:v>
                </c:pt>
                <c:pt idx="93">
                  <c:v>-20670.999999999993</c:v>
                </c:pt>
                <c:pt idx="94">
                  <c:v>-21452.579999999994</c:v>
                </c:pt>
                <c:pt idx="95">
                  <c:v>-20919.349999999995</c:v>
                </c:pt>
                <c:pt idx="96">
                  <c:v>-21687.549999999996</c:v>
                </c:pt>
                <c:pt idx="97">
                  <c:v>-21933.759999999995</c:v>
                </c:pt>
                <c:pt idx="98">
                  <c:v>-21932.059999999994</c:v>
                </c:pt>
                <c:pt idx="99">
                  <c:v>-22473.119999999995</c:v>
                </c:pt>
                <c:pt idx="100">
                  <c:v>-21373.409999999996</c:v>
                </c:pt>
                <c:pt idx="101">
                  <c:v>-22121.389999999996</c:v>
                </c:pt>
                <c:pt idx="102">
                  <c:v>-22147.849999999995</c:v>
                </c:pt>
                <c:pt idx="103">
                  <c:v>-23229.069999999996</c:v>
                </c:pt>
                <c:pt idx="104">
                  <c:v>-26300.569999999996</c:v>
                </c:pt>
                <c:pt idx="105">
                  <c:v>-26802.779999999995</c:v>
                </c:pt>
                <c:pt idx="106">
                  <c:v>-25637.889999999996</c:v>
                </c:pt>
                <c:pt idx="107">
                  <c:v>-25635.859999999997</c:v>
                </c:pt>
                <c:pt idx="108">
                  <c:v>-26606.489999999998</c:v>
                </c:pt>
                <c:pt idx="109">
                  <c:v>-28000.07</c:v>
                </c:pt>
                <c:pt idx="110">
                  <c:v>-28312.3</c:v>
                </c:pt>
                <c:pt idx="111">
                  <c:v>-28723.17</c:v>
                </c:pt>
                <c:pt idx="112">
                  <c:v>-28878.82</c:v>
                </c:pt>
                <c:pt idx="113">
                  <c:v>-28955.759999999998</c:v>
                </c:pt>
                <c:pt idx="114">
                  <c:v>-28205.289999999997</c:v>
                </c:pt>
                <c:pt idx="115">
                  <c:v>-30205.759999999998</c:v>
                </c:pt>
                <c:pt idx="116">
                  <c:v>-31002.609999999997</c:v>
                </c:pt>
                <c:pt idx="117">
                  <c:v>-29429.799999999996</c:v>
                </c:pt>
                <c:pt idx="118">
                  <c:v>-29788.149999999994</c:v>
                </c:pt>
                <c:pt idx="119">
                  <c:v>-28851.829999999994</c:v>
                </c:pt>
                <c:pt idx="120">
                  <c:v>-29053.589999999993</c:v>
                </c:pt>
                <c:pt idx="121">
                  <c:v>-28428.029999999992</c:v>
                </c:pt>
                <c:pt idx="122">
                  <c:v>-25727.149999999991</c:v>
                </c:pt>
                <c:pt idx="123">
                  <c:v>-23173.339999999989</c:v>
                </c:pt>
                <c:pt idx="124">
                  <c:v>-22289.389999999989</c:v>
                </c:pt>
                <c:pt idx="125">
                  <c:v>-21610.329999999987</c:v>
                </c:pt>
                <c:pt idx="126">
                  <c:v>-22771.029999999988</c:v>
                </c:pt>
                <c:pt idx="127">
                  <c:v>-23054.079999999987</c:v>
                </c:pt>
                <c:pt idx="128">
                  <c:v>-23496.409999999989</c:v>
                </c:pt>
                <c:pt idx="129">
                  <c:v>-23730.669999999987</c:v>
                </c:pt>
                <c:pt idx="130">
                  <c:v>-20496.059999999987</c:v>
                </c:pt>
                <c:pt idx="131">
                  <c:v>-20996.039999999986</c:v>
                </c:pt>
                <c:pt idx="132">
                  <c:v>-19757.839999999986</c:v>
                </c:pt>
                <c:pt idx="133">
                  <c:v>-19312.809999999987</c:v>
                </c:pt>
                <c:pt idx="134">
                  <c:v>-20694.529999999988</c:v>
                </c:pt>
                <c:pt idx="135">
                  <c:v>-18425.029999999988</c:v>
                </c:pt>
                <c:pt idx="136">
                  <c:v>-18886.959999999988</c:v>
                </c:pt>
                <c:pt idx="137">
                  <c:v>-18914.51999999999</c:v>
                </c:pt>
                <c:pt idx="138">
                  <c:v>-20719.339999999989</c:v>
                </c:pt>
                <c:pt idx="139">
                  <c:v>-21334.549999999988</c:v>
                </c:pt>
                <c:pt idx="140">
                  <c:v>-19766.089999999989</c:v>
                </c:pt>
                <c:pt idx="141">
                  <c:v>-19713.239999999991</c:v>
                </c:pt>
                <c:pt idx="142">
                  <c:v>-21289.499999999989</c:v>
                </c:pt>
                <c:pt idx="143">
                  <c:v>-22187.939999999988</c:v>
                </c:pt>
                <c:pt idx="144">
                  <c:v>-21629.399999999987</c:v>
                </c:pt>
                <c:pt idx="145">
                  <c:v>-23745.049999999988</c:v>
                </c:pt>
                <c:pt idx="146">
                  <c:v>-24089.969999999987</c:v>
                </c:pt>
                <c:pt idx="147">
                  <c:v>-24103.289999999986</c:v>
                </c:pt>
                <c:pt idx="148">
                  <c:v>-24192.209999999985</c:v>
                </c:pt>
                <c:pt idx="149">
                  <c:v>-23799.959999999985</c:v>
                </c:pt>
                <c:pt idx="150">
                  <c:v>-25262.449999999986</c:v>
                </c:pt>
                <c:pt idx="151">
                  <c:v>-23841.399999999987</c:v>
                </c:pt>
                <c:pt idx="152">
                  <c:v>-22600.379999999986</c:v>
                </c:pt>
                <c:pt idx="153">
                  <c:v>-22937.799999999985</c:v>
                </c:pt>
                <c:pt idx="154">
                  <c:v>-22524.849999999984</c:v>
                </c:pt>
                <c:pt idx="155">
                  <c:v>-22666.099999999984</c:v>
                </c:pt>
                <c:pt idx="156">
                  <c:v>-25337.539999999983</c:v>
                </c:pt>
                <c:pt idx="157">
                  <c:v>-26622.839999999982</c:v>
                </c:pt>
                <c:pt idx="158">
                  <c:v>-27339.909999999982</c:v>
                </c:pt>
                <c:pt idx="159">
                  <c:v>-29666.379999999983</c:v>
                </c:pt>
                <c:pt idx="160">
                  <c:v>-29600.269999999982</c:v>
                </c:pt>
                <c:pt idx="161">
                  <c:v>-28755.459999999981</c:v>
                </c:pt>
                <c:pt idx="162">
                  <c:v>-29180.64999999998</c:v>
                </c:pt>
                <c:pt idx="163">
                  <c:v>-30694.779999999981</c:v>
                </c:pt>
                <c:pt idx="164">
                  <c:v>-30098.469999999979</c:v>
                </c:pt>
                <c:pt idx="165">
                  <c:v>-30392.839999999978</c:v>
                </c:pt>
                <c:pt idx="166">
                  <c:v>-29138.879999999979</c:v>
                </c:pt>
                <c:pt idx="167">
                  <c:v>-29004.959999999981</c:v>
                </c:pt>
                <c:pt idx="168">
                  <c:v>-29106.279999999981</c:v>
                </c:pt>
                <c:pt idx="169">
                  <c:v>-29818.789999999979</c:v>
                </c:pt>
                <c:pt idx="170">
                  <c:v>-30256.519999999979</c:v>
                </c:pt>
                <c:pt idx="171">
                  <c:v>-32080.029999999977</c:v>
                </c:pt>
                <c:pt idx="172">
                  <c:v>-33018.279999999977</c:v>
                </c:pt>
                <c:pt idx="173">
                  <c:v>-33769.559999999976</c:v>
                </c:pt>
                <c:pt idx="174">
                  <c:v>-33417.119999999974</c:v>
                </c:pt>
                <c:pt idx="175">
                  <c:v>-34413.659999999974</c:v>
                </c:pt>
                <c:pt idx="176">
                  <c:v>-34258.119999999974</c:v>
                </c:pt>
                <c:pt idx="177">
                  <c:v>-34982.059999999976</c:v>
                </c:pt>
                <c:pt idx="178">
                  <c:v>-33266.399999999972</c:v>
                </c:pt>
                <c:pt idx="179">
                  <c:v>-34286.109999999971</c:v>
                </c:pt>
                <c:pt idx="180">
                  <c:v>-33073.02999999997</c:v>
                </c:pt>
                <c:pt idx="181">
                  <c:v>-31455.749999999971</c:v>
                </c:pt>
                <c:pt idx="182">
                  <c:v>-29157.819999999971</c:v>
                </c:pt>
                <c:pt idx="183">
                  <c:v>-24570.399999999972</c:v>
                </c:pt>
                <c:pt idx="184">
                  <c:v>-27512.669999999973</c:v>
                </c:pt>
                <c:pt idx="185">
                  <c:v>-28524.539999999972</c:v>
                </c:pt>
                <c:pt idx="186">
                  <c:v>-21745.469999999972</c:v>
                </c:pt>
                <c:pt idx="187">
                  <c:v>-19571.869999999974</c:v>
                </c:pt>
                <c:pt idx="188">
                  <c:v>-22866.569999999974</c:v>
                </c:pt>
                <c:pt idx="189">
                  <c:v>-23744.549999999974</c:v>
                </c:pt>
                <c:pt idx="190">
                  <c:v>-25459.439999999973</c:v>
                </c:pt>
                <c:pt idx="191">
                  <c:v>-29914.129999999972</c:v>
                </c:pt>
                <c:pt idx="192">
                  <c:v>-29200.009999999973</c:v>
                </c:pt>
                <c:pt idx="193">
                  <c:v>-30060.929999999971</c:v>
                </c:pt>
                <c:pt idx="194">
                  <c:v>-31048.179999999971</c:v>
                </c:pt>
                <c:pt idx="195">
                  <c:v>-29966.669999999973</c:v>
                </c:pt>
                <c:pt idx="196">
                  <c:v>-32252.779999999973</c:v>
                </c:pt>
                <c:pt idx="197">
                  <c:v>-32022.069999999974</c:v>
                </c:pt>
                <c:pt idx="198">
                  <c:v>-31372.319999999974</c:v>
                </c:pt>
                <c:pt idx="199">
                  <c:v>-25122.749999999975</c:v>
                </c:pt>
                <c:pt idx="200">
                  <c:v>-19325.309999999976</c:v>
                </c:pt>
                <c:pt idx="201">
                  <c:v>-19245.729999999974</c:v>
                </c:pt>
                <c:pt idx="202">
                  <c:v>-17422.919999999973</c:v>
                </c:pt>
                <c:pt idx="203">
                  <c:v>-14474.129999999972</c:v>
                </c:pt>
                <c:pt idx="204">
                  <c:v>-9849.9199999999728</c:v>
                </c:pt>
                <c:pt idx="205">
                  <c:v>-11683.869999999974</c:v>
                </c:pt>
                <c:pt idx="206">
                  <c:v>-12192.489999999974</c:v>
                </c:pt>
                <c:pt idx="207">
                  <c:v>-9963.3399999999747</c:v>
                </c:pt>
                <c:pt idx="208">
                  <c:v>-7512.1699999999746</c:v>
                </c:pt>
                <c:pt idx="209">
                  <c:v>-6795.8199999999742</c:v>
                </c:pt>
                <c:pt idx="210">
                  <c:v>-7371.0299999999743</c:v>
                </c:pt>
                <c:pt idx="211">
                  <c:v>-11242.699999999975</c:v>
                </c:pt>
                <c:pt idx="212">
                  <c:v>-8831.1299999999756</c:v>
                </c:pt>
                <c:pt idx="213">
                  <c:v>-6597.2899999999754</c:v>
                </c:pt>
                <c:pt idx="214">
                  <c:v>405.58000000002448</c:v>
                </c:pt>
                <c:pt idx="215">
                  <c:v>1132.5400000000245</c:v>
                </c:pt>
                <c:pt idx="216">
                  <c:v>-207.6899999999755</c:v>
                </c:pt>
                <c:pt idx="217">
                  <c:v>2852.1100000000247</c:v>
                </c:pt>
                <c:pt idx="218">
                  <c:v>5111.7200000000248</c:v>
                </c:pt>
                <c:pt idx="219">
                  <c:v>6006.2400000000252</c:v>
                </c:pt>
                <c:pt idx="220">
                  <c:v>8446.2200000000248</c:v>
                </c:pt>
                <c:pt idx="221">
                  <c:v>4683.3800000000247</c:v>
                </c:pt>
                <c:pt idx="222">
                  <c:v>5893.1300000000247</c:v>
                </c:pt>
                <c:pt idx="223">
                  <c:v>3797.9000000000246</c:v>
                </c:pt>
                <c:pt idx="224">
                  <c:v>2747.7300000000246</c:v>
                </c:pt>
                <c:pt idx="225">
                  <c:v>2404.8000000000247</c:v>
                </c:pt>
                <c:pt idx="226">
                  <c:v>-3011.3199999999752</c:v>
                </c:pt>
                <c:pt idx="227">
                  <c:v>-2716.3199999999752</c:v>
                </c:pt>
                <c:pt idx="228">
                  <c:v>-3944.3599999999751</c:v>
                </c:pt>
                <c:pt idx="229">
                  <c:v>-3227.019999999975</c:v>
                </c:pt>
                <c:pt idx="230">
                  <c:v>-5618.8999999999751</c:v>
                </c:pt>
                <c:pt idx="231">
                  <c:v>-6558.9299999999748</c:v>
                </c:pt>
                <c:pt idx="232">
                  <c:v>-8363.9099999999744</c:v>
                </c:pt>
                <c:pt idx="233">
                  <c:v>-6917.4999999999745</c:v>
                </c:pt>
                <c:pt idx="234">
                  <c:v>-7233.3299999999745</c:v>
                </c:pt>
                <c:pt idx="235">
                  <c:v>-9153.7599999999748</c:v>
                </c:pt>
                <c:pt idx="236">
                  <c:v>-7955.3899999999749</c:v>
                </c:pt>
                <c:pt idx="237">
                  <c:v>-7504.0299999999752</c:v>
                </c:pt>
                <c:pt idx="238">
                  <c:v>-6320.7799999999752</c:v>
                </c:pt>
                <c:pt idx="239">
                  <c:v>-8296.5399999999754</c:v>
                </c:pt>
                <c:pt idx="240">
                  <c:v>-8427.0999999999749</c:v>
                </c:pt>
                <c:pt idx="241">
                  <c:v>-8258.9699999999757</c:v>
                </c:pt>
                <c:pt idx="242">
                  <c:v>-7076.5299999999752</c:v>
                </c:pt>
                <c:pt idx="243">
                  <c:v>-11870.079999999976</c:v>
                </c:pt>
                <c:pt idx="244">
                  <c:v>-12441.539999999975</c:v>
                </c:pt>
                <c:pt idx="245">
                  <c:v>-6449.0799999999754</c:v>
                </c:pt>
                <c:pt idx="246">
                  <c:v>-2478.4099999999753</c:v>
                </c:pt>
                <c:pt idx="247">
                  <c:v>388.45000000002483</c:v>
                </c:pt>
                <c:pt idx="248">
                  <c:v>7070.2800000000243</c:v>
                </c:pt>
                <c:pt idx="249">
                  <c:v>8957.1200000000244</c:v>
                </c:pt>
                <c:pt idx="250">
                  <c:v>10807.030000000024</c:v>
                </c:pt>
                <c:pt idx="251">
                  <c:v>18037.810000000023</c:v>
                </c:pt>
                <c:pt idx="252">
                  <c:v>20247.240000000023</c:v>
                </c:pt>
                <c:pt idx="253">
                  <c:v>25876.190000000024</c:v>
                </c:pt>
                <c:pt idx="254">
                  <c:v>27586.630000000023</c:v>
                </c:pt>
                <c:pt idx="255">
                  <c:v>24911.270000000022</c:v>
                </c:pt>
                <c:pt idx="256">
                  <c:v>25976.730000000021</c:v>
                </c:pt>
                <c:pt idx="257">
                  <c:v>25402.190000000021</c:v>
                </c:pt>
                <c:pt idx="258">
                  <c:v>25808.630000000019</c:v>
                </c:pt>
                <c:pt idx="259">
                  <c:v>29423.210000000021</c:v>
                </c:pt>
                <c:pt idx="260">
                  <c:v>28017.800000000021</c:v>
                </c:pt>
                <c:pt idx="261">
                  <c:v>28404.030000000021</c:v>
                </c:pt>
                <c:pt idx="262">
                  <c:v>34757.780000000021</c:v>
                </c:pt>
                <c:pt idx="263">
                  <c:v>39771.270000000019</c:v>
                </c:pt>
                <c:pt idx="264">
                  <c:v>43995.270000000019</c:v>
                </c:pt>
                <c:pt idx="265">
                  <c:v>45758.030000000021</c:v>
                </c:pt>
                <c:pt idx="266">
                  <c:v>45141.340000000018</c:v>
                </c:pt>
                <c:pt idx="267">
                  <c:v>50005.630000000019</c:v>
                </c:pt>
                <c:pt idx="268">
                  <c:v>52085.880000000019</c:v>
                </c:pt>
                <c:pt idx="269">
                  <c:v>47768.430000000022</c:v>
                </c:pt>
                <c:pt idx="270">
                  <c:v>46256.080000000024</c:v>
                </c:pt>
                <c:pt idx="271">
                  <c:v>44071.930000000022</c:v>
                </c:pt>
                <c:pt idx="272">
                  <c:v>44597.340000000026</c:v>
                </c:pt>
                <c:pt idx="273">
                  <c:v>44181.720000000023</c:v>
                </c:pt>
                <c:pt idx="274">
                  <c:v>45829.560000000019</c:v>
                </c:pt>
                <c:pt idx="275">
                  <c:v>47980.150000000023</c:v>
                </c:pt>
                <c:pt idx="276">
                  <c:v>56571.110000000022</c:v>
                </c:pt>
                <c:pt idx="277">
                  <c:v>59202.360000000022</c:v>
                </c:pt>
                <c:pt idx="278">
                  <c:v>56788.730000000025</c:v>
                </c:pt>
                <c:pt idx="279">
                  <c:v>64980.640000000029</c:v>
                </c:pt>
                <c:pt idx="280">
                  <c:v>69578.160000000033</c:v>
                </c:pt>
                <c:pt idx="281">
                  <c:v>70418.310000000027</c:v>
                </c:pt>
                <c:pt idx="282">
                  <c:v>72155.270000000033</c:v>
                </c:pt>
                <c:pt idx="283">
                  <c:v>78396.550000000032</c:v>
                </c:pt>
                <c:pt idx="284">
                  <c:v>76102.310000000027</c:v>
                </c:pt>
                <c:pt idx="285">
                  <c:v>78785.22000000003</c:v>
                </c:pt>
                <c:pt idx="286">
                  <c:v>81921.090000000026</c:v>
                </c:pt>
                <c:pt idx="287">
                  <c:v>81885.310000000027</c:v>
                </c:pt>
                <c:pt idx="288">
                  <c:v>80557.550000000032</c:v>
                </c:pt>
                <c:pt idx="289">
                  <c:v>79777.090000000026</c:v>
                </c:pt>
                <c:pt idx="290">
                  <c:v>83663.97000000003</c:v>
                </c:pt>
                <c:pt idx="291">
                  <c:v>79522.880000000034</c:v>
                </c:pt>
                <c:pt idx="292">
                  <c:v>77056.260000000038</c:v>
                </c:pt>
                <c:pt idx="293">
                  <c:v>80720.930000000037</c:v>
                </c:pt>
                <c:pt idx="294">
                  <c:v>81069.940000000031</c:v>
                </c:pt>
                <c:pt idx="295">
                  <c:v>79427.890000000029</c:v>
                </c:pt>
                <c:pt idx="296">
                  <c:v>78210.280000000028</c:v>
                </c:pt>
                <c:pt idx="297">
                  <c:v>76002.570000000022</c:v>
                </c:pt>
                <c:pt idx="298">
                  <c:v>81180.800000000017</c:v>
                </c:pt>
                <c:pt idx="299">
                  <c:v>83159.640000000014</c:v>
                </c:pt>
                <c:pt idx="300">
                  <c:v>87474.840000000011</c:v>
                </c:pt>
                <c:pt idx="301">
                  <c:v>85504.74</c:v>
                </c:pt>
                <c:pt idx="302">
                  <c:v>84073.86</c:v>
                </c:pt>
                <c:pt idx="303">
                  <c:v>75789.86</c:v>
                </c:pt>
                <c:pt idx="304">
                  <c:v>80442.17</c:v>
                </c:pt>
                <c:pt idx="305">
                  <c:v>81260.83</c:v>
                </c:pt>
                <c:pt idx="306">
                  <c:v>80076.430000000008</c:v>
                </c:pt>
                <c:pt idx="307">
                  <c:v>83413.13</c:v>
                </c:pt>
                <c:pt idx="308">
                  <c:v>83680.66</c:v>
                </c:pt>
                <c:pt idx="309">
                  <c:v>84580.91</c:v>
                </c:pt>
                <c:pt idx="310">
                  <c:v>84510.150000000009</c:v>
                </c:pt>
                <c:pt idx="311">
                  <c:v>81319.070000000007</c:v>
                </c:pt>
                <c:pt idx="312">
                  <c:v>78578.040000000008</c:v>
                </c:pt>
                <c:pt idx="313">
                  <c:v>76596.010000000009</c:v>
                </c:pt>
                <c:pt idx="314">
                  <c:v>77338.010000000009</c:v>
                </c:pt>
                <c:pt idx="315">
                  <c:v>81973.680000000008</c:v>
                </c:pt>
                <c:pt idx="316">
                  <c:v>79702.44</c:v>
                </c:pt>
                <c:pt idx="317">
                  <c:v>78537.2</c:v>
                </c:pt>
                <c:pt idx="318">
                  <c:v>81858.94</c:v>
                </c:pt>
                <c:pt idx="319">
                  <c:v>82909.850000000006</c:v>
                </c:pt>
                <c:pt idx="320">
                  <c:v>80663.760000000009</c:v>
                </c:pt>
                <c:pt idx="321">
                  <c:v>78752.19</c:v>
                </c:pt>
                <c:pt idx="322">
                  <c:v>79171.570000000007</c:v>
                </c:pt>
                <c:pt idx="323">
                  <c:v>79025.16</c:v>
                </c:pt>
                <c:pt idx="324">
                  <c:v>78484.960000000006</c:v>
                </c:pt>
                <c:pt idx="325">
                  <c:v>80787.820000000007</c:v>
                </c:pt>
                <c:pt idx="326">
                  <c:v>79832.650000000009</c:v>
                </c:pt>
                <c:pt idx="327">
                  <c:v>76109.710000000006</c:v>
                </c:pt>
                <c:pt idx="328">
                  <c:v>69272.33</c:v>
                </c:pt>
                <c:pt idx="329">
                  <c:v>66239.430000000008</c:v>
                </c:pt>
                <c:pt idx="330">
                  <c:v>63951.570000000007</c:v>
                </c:pt>
                <c:pt idx="331">
                  <c:v>64331.760000000009</c:v>
                </c:pt>
                <c:pt idx="332">
                  <c:v>66199.3</c:v>
                </c:pt>
                <c:pt idx="333">
                  <c:v>69234.41</c:v>
                </c:pt>
                <c:pt idx="334">
                  <c:v>70093.960000000006</c:v>
                </c:pt>
                <c:pt idx="335">
                  <c:v>68887.83</c:v>
                </c:pt>
                <c:pt idx="336">
                  <c:v>69563.88</c:v>
                </c:pt>
                <c:pt idx="337">
                  <c:v>65927.960000000006</c:v>
                </c:pt>
                <c:pt idx="338">
                  <c:v>62742.920000000006</c:v>
                </c:pt>
                <c:pt idx="339">
                  <c:v>61180.19</c:v>
                </c:pt>
                <c:pt idx="340">
                  <c:v>59725.880000000005</c:v>
                </c:pt>
                <c:pt idx="341">
                  <c:v>62372.55</c:v>
                </c:pt>
                <c:pt idx="342">
                  <c:v>63617.22</c:v>
                </c:pt>
                <c:pt idx="343">
                  <c:v>64828.12</c:v>
                </c:pt>
                <c:pt idx="344">
                  <c:v>63417.880000000005</c:v>
                </c:pt>
                <c:pt idx="345">
                  <c:v>61628.160000000003</c:v>
                </c:pt>
                <c:pt idx="346">
                  <c:v>62372.22</c:v>
                </c:pt>
                <c:pt idx="347">
                  <c:v>64990.559999999998</c:v>
                </c:pt>
                <c:pt idx="348">
                  <c:v>67987.78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DB8-4280-8F15-EE40D20623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5614200"/>
        <c:axId val="475615376"/>
      </c:lineChart>
      <c:dateAx>
        <c:axId val="475614200"/>
        <c:scaling>
          <c:orientation val="minMax"/>
        </c:scaling>
        <c:delete val="0"/>
        <c:axPos val="b"/>
        <c:numFmt formatCode="yy/mm" sourceLinked="0"/>
        <c:majorTickMark val="out"/>
        <c:minorTickMark val="none"/>
        <c:tickLblPos val="low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475615376"/>
        <c:crosses val="autoZero"/>
        <c:auto val="1"/>
        <c:lblOffset val="100"/>
        <c:baseTimeUnit val="days"/>
        <c:majorUnit val="3"/>
        <c:majorTimeUnit val="months"/>
      </c:dateAx>
      <c:valAx>
        <c:axId val="475615376"/>
        <c:scaling>
          <c:orientation val="minMax"/>
        </c:scaling>
        <c:delete val="0"/>
        <c:axPos val="l"/>
        <c:numFmt formatCode="#,##0_ " sourceLinked="1"/>
        <c:majorTickMark val="out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475614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31171986904031"/>
          <c:y val="1.3293204922418407E-2"/>
          <c:w val="0.85688271604938271"/>
          <c:h val="0.18870944444444446"/>
        </c:manualLayout>
      </c:layout>
      <c:overlay val="0"/>
      <c:spPr>
        <a:noFill/>
        <a:ln w="25400"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rgbClr val="000000"/>
              </a:solidFill>
              <a:latin typeface="나눔고딕"/>
              <a:ea typeface="나눔고딕"/>
              <a:cs typeface="나눔고딕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25400" cap="flat" cmpd="sng" algn="ctr">
      <a:noFill/>
      <a:round/>
    </a:ln>
    <a:effectLst/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3">
    <c:autoUpdate val="0"/>
  </c:externalData>
  <c:userShapes r:id="rId4"/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1.5772870662460567E-2"/>
          <c:y val="0.11377245508982035"/>
          <c:w val="0.96454258675078852"/>
          <c:h val="0.8862275449101796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ln w="12700" cap="rnd">
              <a:solidFill>
                <a:schemeClr val="bg1">
                  <a:lumMod val="50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solidFill>
                  <a:schemeClr val="bg1"/>
                </a:solidFill>
              </a:ln>
              <a:effectLst/>
            </c:spPr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-20</c:v>
                </c:pt>
                <c:pt idx="1">
                  <c:v>-19</c:v>
                </c:pt>
                <c:pt idx="2">
                  <c:v>-18</c:v>
                </c:pt>
                <c:pt idx="3">
                  <c:v>-17</c:v>
                </c:pt>
                <c:pt idx="4">
                  <c:v>-16</c:v>
                </c:pt>
                <c:pt idx="5">
                  <c:v>-15</c:v>
                </c:pt>
                <c:pt idx="6">
                  <c:v>-14</c:v>
                </c:pt>
                <c:pt idx="7">
                  <c:v>-13</c:v>
                </c:pt>
                <c:pt idx="8">
                  <c:v>-12</c:v>
                </c:pt>
                <c:pt idx="9">
                  <c:v>-11</c:v>
                </c:pt>
                <c:pt idx="10">
                  <c:v>-10</c:v>
                </c:pt>
                <c:pt idx="11">
                  <c:v>-9</c:v>
                </c:pt>
                <c:pt idx="12">
                  <c:v>-8</c:v>
                </c:pt>
                <c:pt idx="13">
                  <c:v>-7</c:v>
                </c:pt>
                <c:pt idx="14">
                  <c:v>-6</c:v>
                </c:pt>
                <c:pt idx="15">
                  <c:v>-5</c:v>
                </c:pt>
                <c:pt idx="16">
                  <c:v>-4</c:v>
                </c:pt>
                <c:pt idx="17">
                  <c:v>-3</c:v>
                </c:pt>
                <c:pt idx="18">
                  <c:v>-2</c:v>
                </c:pt>
                <c:pt idx="19">
                  <c:v>-1</c:v>
                </c:pt>
                <c:pt idx="20">
                  <c:v>0</c:v>
                </c:pt>
                <c:pt idx="21">
                  <c:v>1</c:v>
                </c:pt>
                <c:pt idx="22">
                  <c:v>2</c:v>
                </c:pt>
                <c:pt idx="23">
                  <c:v>3</c:v>
                </c:pt>
                <c:pt idx="24">
                  <c:v>4</c:v>
                </c:pt>
                <c:pt idx="25">
                  <c:v>5</c:v>
                </c:pt>
                <c:pt idx="26">
                  <c:v>6</c:v>
                </c:pt>
                <c:pt idx="27">
                  <c:v>7</c:v>
                </c:pt>
                <c:pt idx="28">
                  <c:v>8</c:v>
                </c:pt>
                <c:pt idx="29">
                  <c:v>9</c:v>
                </c:pt>
                <c:pt idx="30">
                  <c:v>10</c:v>
                </c:pt>
                <c:pt idx="31">
                  <c:v>11</c:v>
                </c:pt>
                <c:pt idx="32">
                  <c:v>12</c:v>
                </c:pt>
                <c:pt idx="33">
                  <c:v>13</c:v>
                </c:pt>
                <c:pt idx="34">
                  <c:v>14</c:v>
                </c:pt>
                <c:pt idx="35">
                  <c:v>15</c:v>
                </c:pt>
                <c:pt idx="36">
                  <c:v>16</c:v>
                </c:pt>
                <c:pt idx="37">
                  <c:v>17</c:v>
                </c:pt>
                <c:pt idx="38">
                  <c:v>18</c:v>
                </c:pt>
                <c:pt idx="39">
                  <c:v>19</c:v>
                </c:pt>
                <c:pt idx="40">
                  <c:v>20</c:v>
                </c:pt>
              </c:numCache>
            </c:num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100.497206717197</c:v>
                </c:pt>
                <c:pt idx="1">
                  <c:v>100.34397710705301</c:v>
                </c:pt>
                <c:pt idx="2">
                  <c:v>100.31089423487001</c:v>
                </c:pt>
                <c:pt idx="3">
                  <c:v>100.28920110029</c:v>
                </c:pt>
                <c:pt idx="4">
                  <c:v>100.223567232455</c:v>
                </c:pt>
                <c:pt idx="5">
                  <c:v>100.206094120125</c:v>
                </c:pt>
                <c:pt idx="6">
                  <c:v>100.18208949127001</c:v>
                </c:pt>
                <c:pt idx="7">
                  <c:v>100.10478082046301</c:v>
                </c:pt>
                <c:pt idx="8">
                  <c:v>100.019401636035</c:v>
                </c:pt>
                <c:pt idx="9">
                  <c:v>99.9717604303938</c:v>
                </c:pt>
                <c:pt idx="10">
                  <c:v>100.010630152563</c:v>
                </c:pt>
                <c:pt idx="11">
                  <c:v>100.03627092638099</c:v>
                </c:pt>
                <c:pt idx="12">
                  <c:v>99.927853683476599</c:v>
                </c:pt>
                <c:pt idx="13">
                  <c:v>99.942319668385096</c:v>
                </c:pt>
                <c:pt idx="14">
                  <c:v>99.707746874946693</c:v>
                </c:pt>
                <c:pt idx="15">
                  <c:v>99.775639005957999</c:v>
                </c:pt>
                <c:pt idx="16">
                  <c:v>99.816384255199097</c:v>
                </c:pt>
                <c:pt idx="17">
                  <c:v>99.842349797654606</c:v>
                </c:pt>
                <c:pt idx="18">
                  <c:v>99.843561011366006</c:v>
                </c:pt>
                <c:pt idx="19">
                  <c:v>99.838275860119793</c:v>
                </c:pt>
                <c:pt idx="20">
                  <c:v>100</c:v>
                </c:pt>
                <c:pt idx="21">
                  <c:v>100.423559340485</c:v>
                </c:pt>
                <c:pt idx="22">
                  <c:v>100.31652040051399</c:v>
                </c:pt>
                <c:pt idx="23">
                  <c:v>100.347291588722</c:v>
                </c:pt>
                <c:pt idx="24">
                  <c:v>100.267996652777</c:v>
                </c:pt>
                <c:pt idx="25">
                  <c:v>100.17520045075599</c:v>
                </c:pt>
                <c:pt idx="26">
                  <c:v>100.198336502304</c:v>
                </c:pt>
                <c:pt idx="27">
                  <c:v>100.25573099183801</c:v>
                </c:pt>
                <c:pt idx="28">
                  <c:v>100.231606186137</c:v>
                </c:pt>
                <c:pt idx="29">
                  <c:v>100.179987367319</c:v>
                </c:pt>
                <c:pt idx="30">
                  <c:v>100.17286310783901</c:v>
                </c:pt>
                <c:pt idx="31">
                  <c:v>100.182163607006</c:v>
                </c:pt>
                <c:pt idx="32">
                  <c:v>100.220162186667</c:v>
                </c:pt>
                <c:pt idx="33">
                  <c:v>100.256612911799</c:v>
                </c:pt>
                <c:pt idx="34">
                  <c:v>100.274412083721</c:v>
                </c:pt>
                <c:pt idx="35">
                  <c:v>100.327849062998</c:v>
                </c:pt>
                <c:pt idx="36">
                  <c:v>100.350846189395</c:v>
                </c:pt>
                <c:pt idx="37">
                  <c:v>100.348585851498</c:v>
                </c:pt>
                <c:pt idx="38">
                  <c:v>100.385596191377</c:v>
                </c:pt>
                <c:pt idx="39">
                  <c:v>100.463823876916</c:v>
                </c:pt>
                <c:pt idx="40">
                  <c:v>100.44831167219201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E6-44A4-B83E-1C5B32F33A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어닝쇼크</c:v>
                </c:pt>
              </c:strCache>
            </c:strRef>
          </c:tx>
          <c:spPr>
            <a:ln w="12700" cap="rnd">
              <a:solidFill>
                <a:srgbClr val="00339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3399"/>
              </a:solidFill>
              <a:ln w="9525">
                <a:solidFill>
                  <a:schemeClr val="bg1"/>
                </a:solidFill>
              </a:ln>
              <a:effectLst/>
            </c:spPr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-20</c:v>
                </c:pt>
                <c:pt idx="1">
                  <c:v>-19</c:v>
                </c:pt>
                <c:pt idx="2">
                  <c:v>-18</c:v>
                </c:pt>
                <c:pt idx="3">
                  <c:v>-17</c:v>
                </c:pt>
                <c:pt idx="4">
                  <c:v>-16</c:v>
                </c:pt>
                <c:pt idx="5">
                  <c:v>-15</c:v>
                </c:pt>
                <c:pt idx="6">
                  <c:v>-14</c:v>
                </c:pt>
                <c:pt idx="7">
                  <c:v>-13</c:v>
                </c:pt>
                <c:pt idx="8">
                  <c:v>-12</c:v>
                </c:pt>
                <c:pt idx="9">
                  <c:v>-11</c:v>
                </c:pt>
                <c:pt idx="10">
                  <c:v>-10</c:v>
                </c:pt>
                <c:pt idx="11">
                  <c:v>-9</c:v>
                </c:pt>
                <c:pt idx="12">
                  <c:v>-8</c:v>
                </c:pt>
                <c:pt idx="13">
                  <c:v>-7</c:v>
                </c:pt>
                <c:pt idx="14">
                  <c:v>-6</c:v>
                </c:pt>
                <c:pt idx="15">
                  <c:v>-5</c:v>
                </c:pt>
                <c:pt idx="16">
                  <c:v>-4</c:v>
                </c:pt>
                <c:pt idx="17">
                  <c:v>-3</c:v>
                </c:pt>
                <c:pt idx="18">
                  <c:v>-2</c:v>
                </c:pt>
                <c:pt idx="19">
                  <c:v>-1</c:v>
                </c:pt>
                <c:pt idx="20">
                  <c:v>0</c:v>
                </c:pt>
                <c:pt idx="21">
                  <c:v>1</c:v>
                </c:pt>
                <c:pt idx="22">
                  <c:v>2</c:v>
                </c:pt>
                <c:pt idx="23">
                  <c:v>3</c:v>
                </c:pt>
                <c:pt idx="24">
                  <c:v>4</c:v>
                </c:pt>
                <c:pt idx="25">
                  <c:v>5</c:v>
                </c:pt>
                <c:pt idx="26">
                  <c:v>6</c:v>
                </c:pt>
                <c:pt idx="27">
                  <c:v>7</c:v>
                </c:pt>
                <c:pt idx="28">
                  <c:v>8</c:v>
                </c:pt>
                <c:pt idx="29">
                  <c:v>9</c:v>
                </c:pt>
                <c:pt idx="30">
                  <c:v>10</c:v>
                </c:pt>
                <c:pt idx="31">
                  <c:v>11</c:v>
                </c:pt>
                <c:pt idx="32">
                  <c:v>12</c:v>
                </c:pt>
                <c:pt idx="33">
                  <c:v>13</c:v>
                </c:pt>
                <c:pt idx="34">
                  <c:v>14</c:v>
                </c:pt>
                <c:pt idx="35">
                  <c:v>15</c:v>
                </c:pt>
                <c:pt idx="36">
                  <c:v>16</c:v>
                </c:pt>
                <c:pt idx="37">
                  <c:v>17</c:v>
                </c:pt>
                <c:pt idx="38">
                  <c:v>18</c:v>
                </c:pt>
                <c:pt idx="39">
                  <c:v>19</c:v>
                </c:pt>
                <c:pt idx="40">
                  <c:v>20</c:v>
                </c:pt>
              </c:numCache>
            </c:num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101.407012221372</c:v>
                </c:pt>
                <c:pt idx="1">
                  <c:v>101.258437252946</c:v>
                </c:pt>
                <c:pt idx="2">
                  <c:v>101.161521565269</c:v>
                </c:pt>
                <c:pt idx="3">
                  <c:v>101.01553038567199</c:v>
                </c:pt>
                <c:pt idx="4">
                  <c:v>100.92103105181801</c:v>
                </c:pt>
                <c:pt idx="5">
                  <c:v>100.794498723434</c:v>
                </c:pt>
                <c:pt idx="6">
                  <c:v>100.746334539472</c:v>
                </c:pt>
                <c:pt idx="7">
                  <c:v>100.763840504595</c:v>
                </c:pt>
                <c:pt idx="8">
                  <c:v>100.785346324212</c:v>
                </c:pt>
                <c:pt idx="9">
                  <c:v>100.683762966413</c:v>
                </c:pt>
                <c:pt idx="10">
                  <c:v>100.67301200551501</c:v>
                </c:pt>
                <c:pt idx="11">
                  <c:v>100.72383379547099</c:v>
                </c:pt>
                <c:pt idx="12">
                  <c:v>100.44855188062201</c:v>
                </c:pt>
                <c:pt idx="13">
                  <c:v>100.357446599768</c:v>
                </c:pt>
                <c:pt idx="14">
                  <c:v>100.416217700348</c:v>
                </c:pt>
                <c:pt idx="15">
                  <c:v>100.476665080437</c:v>
                </c:pt>
                <c:pt idx="16">
                  <c:v>100.445730734265</c:v>
                </c:pt>
                <c:pt idx="17">
                  <c:v>100.402695631478</c:v>
                </c:pt>
                <c:pt idx="18">
                  <c:v>100.350369153396</c:v>
                </c:pt>
                <c:pt idx="19">
                  <c:v>100.126971134054</c:v>
                </c:pt>
                <c:pt idx="20">
                  <c:v>100</c:v>
                </c:pt>
                <c:pt idx="21">
                  <c:v>99.234660943064199</c:v>
                </c:pt>
                <c:pt idx="22">
                  <c:v>98.7966812252822</c:v>
                </c:pt>
                <c:pt idx="23">
                  <c:v>98.459054861320993</c:v>
                </c:pt>
                <c:pt idx="24">
                  <c:v>98.049336468233307</c:v>
                </c:pt>
                <c:pt idx="25">
                  <c:v>97.805894130445594</c:v>
                </c:pt>
                <c:pt idx="26">
                  <c:v>97.775203688667702</c:v>
                </c:pt>
                <c:pt idx="27">
                  <c:v>97.857347381531895</c:v>
                </c:pt>
                <c:pt idx="28">
                  <c:v>97.887516876688096</c:v>
                </c:pt>
                <c:pt idx="29">
                  <c:v>97.816992389016306</c:v>
                </c:pt>
                <c:pt idx="30">
                  <c:v>97.879980058121205</c:v>
                </c:pt>
                <c:pt idx="31">
                  <c:v>97.925091991262704</c:v>
                </c:pt>
                <c:pt idx="32">
                  <c:v>97.900273614211798</c:v>
                </c:pt>
                <c:pt idx="33">
                  <c:v>97.975077917814303</c:v>
                </c:pt>
                <c:pt idx="34">
                  <c:v>97.962065632659005</c:v>
                </c:pt>
                <c:pt idx="35">
                  <c:v>98.049482843873704</c:v>
                </c:pt>
                <c:pt idx="36">
                  <c:v>98.150462301737093</c:v>
                </c:pt>
                <c:pt idx="37">
                  <c:v>98.126699098320003</c:v>
                </c:pt>
                <c:pt idx="38">
                  <c:v>98.147493872866306</c:v>
                </c:pt>
                <c:pt idx="39">
                  <c:v>98.231139904350499</c:v>
                </c:pt>
                <c:pt idx="40">
                  <c:v>98.122308841623095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E6-44A4-B83E-1C5B32F33A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어닝서프라이즈</c:v>
                </c:pt>
              </c:strCache>
            </c:strRef>
          </c:tx>
          <c:spPr>
            <a:ln w="12700" cap="rnd">
              <a:solidFill>
                <a:srgbClr val="00B0F0"/>
              </a:solidFill>
              <a:prstDash val="solid"/>
              <a:round/>
            </a:ln>
            <a:effectLst/>
          </c:spPr>
          <c:marker>
            <c:symbol val="square"/>
            <c:size val="6"/>
            <c:spPr>
              <a:solidFill>
                <a:srgbClr val="00B0F0"/>
              </a:solidFill>
              <a:ln w="9525">
                <a:solidFill>
                  <a:schemeClr val="bg1"/>
                </a:solidFill>
              </a:ln>
              <a:effectLst/>
            </c:spPr>
          </c:marker>
          <c:cat>
            <c:numRef>
              <c:f>Sheet1!$A$2:$A$42</c:f>
              <c:numCache>
                <c:formatCode>General</c:formatCode>
                <c:ptCount val="41"/>
                <c:pt idx="0">
                  <c:v>-20</c:v>
                </c:pt>
                <c:pt idx="1">
                  <c:v>-19</c:v>
                </c:pt>
                <c:pt idx="2">
                  <c:v>-18</c:v>
                </c:pt>
                <c:pt idx="3">
                  <c:v>-17</c:v>
                </c:pt>
                <c:pt idx="4">
                  <c:v>-16</c:v>
                </c:pt>
                <c:pt idx="5">
                  <c:v>-15</c:v>
                </c:pt>
                <c:pt idx="6">
                  <c:v>-14</c:v>
                </c:pt>
                <c:pt idx="7">
                  <c:v>-13</c:v>
                </c:pt>
                <c:pt idx="8">
                  <c:v>-12</c:v>
                </c:pt>
                <c:pt idx="9">
                  <c:v>-11</c:v>
                </c:pt>
                <c:pt idx="10">
                  <c:v>-10</c:v>
                </c:pt>
                <c:pt idx="11">
                  <c:v>-9</c:v>
                </c:pt>
                <c:pt idx="12">
                  <c:v>-8</c:v>
                </c:pt>
                <c:pt idx="13">
                  <c:v>-7</c:v>
                </c:pt>
                <c:pt idx="14">
                  <c:v>-6</c:v>
                </c:pt>
                <c:pt idx="15">
                  <c:v>-5</c:v>
                </c:pt>
                <c:pt idx="16">
                  <c:v>-4</c:v>
                </c:pt>
                <c:pt idx="17">
                  <c:v>-3</c:v>
                </c:pt>
                <c:pt idx="18">
                  <c:v>-2</c:v>
                </c:pt>
                <c:pt idx="19">
                  <c:v>-1</c:v>
                </c:pt>
                <c:pt idx="20">
                  <c:v>0</c:v>
                </c:pt>
                <c:pt idx="21">
                  <c:v>1</c:v>
                </c:pt>
                <c:pt idx="22">
                  <c:v>2</c:v>
                </c:pt>
                <c:pt idx="23">
                  <c:v>3</c:v>
                </c:pt>
                <c:pt idx="24">
                  <c:v>4</c:v>
                </c:pt>
                <c:pt idx="25">
                  <c:v>5</c:v>
                </c:pt>
                <c:pt idx="26">
                  <c:v>6</c:v>
                </c:pt>
                <c:pt idx="27">
                  <c:v>7</c:v>
                </c:pt>
                <c:pt idx="28">
                  <c:v>8</c:v>
                </c:pt>
                <c:pt idx="29">
                  <c:v>9</c:v>
                </c:pt>
                <c:pt idx="30">
                  <c:v>10</c:v>
                </c:pt>
                <c:pt idx="31">
                  <c:v>11</c:v>
                </c:pt>
                <c:pt idx="32">
                  <c:v>12</c:v>
                </c:pt>
                <c:pt idx="33">
                  <c:v>13</c:v>
                </c:pt>
                <c:pt idx="34">
                  <c:v>14</c:v>
                </c:pt>
                <c:pt idx="35">
                  <c:v>15</c:v>
                </c:pt>
                <c:pt idx="36">
                  <c:v>16</c:v>
                </c:pt>
                <c:pt idx="37">
                  <c:v>17</c:v>
                </c:pt>
                <c:pt idx="38">
                  <c:v>18</c:v>
                </c:pt>
                <c:pt idx="39">
                  <c:v>19</c:v>
                </c:pt>
                <c:pt idx="40">
                  <c:v>20</c:v>
                </c:pt>
              </c:numCache>
            </c:num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100.045057859297</c:v>
                </c:pt>
                <c:pt idx="1">
                  <c:v>99.7981500572877</c:v>
                </c:pt>
                <c:pt idx="2">
                  <c:v>99.831732905583607</c:v>
                </c:pt>
                <c:pt idx="3">
                  <c:v>99.870428896646004</c:v>
                </c:pt>
                <c:pt idx="4">
                  <c:v>99.681078263100105</c:v>
                </c:pt>
                <c:pt idx="5">
                  <c:v>99.707311299506799</c:v>
                </c:pt>
                <c:pt idx="6">
                  <c:v>99.760016102848894</c:v>
                </c:pt>
                <c:pt idx="7">
                  <c:v>99.856888770452699</c:v>
                </c:pt>
                <c:pt idx="8">
                  <c:v>100.03053553114999</c:v>
                </c:pt>
                <c:pt idx="9">
                  <c:v>100.059493688678</c:v>
                </c:pt>
                <c:pt idx="10">
                  <c:v>100.14086567191301</c:v>
                </c:pt>
                <c:pt idx="11">
                  <c:v>100.170608342181</c:v>
                </c:pt>
                <c:pt idx="12">
                  <c:v>100.103093851258</c:v>
                </c:pt>
                <c:pt idx="13">
                  <c:v>100.290830985398</c:v>
                </c:pt>
                <c:pt idx="14">
                  <c:v>99.076825215392503</c:v>
                </c:pt>
                <c:pt idx="15">
                  <c:v>99.164782696898897</c:v>
                </c:pt>
                <c:pt idx="16">
                  <c:v>99.278605047737997</c:v>
                </c:pt>
                <c:pt idx="17">
                  <c:v>99.424287984102406</c:v>
                </c:pt>
                <c:pt idx="18">
                  <c:v>99.499421757851493</c:v>
                </c:pt>
                <c:pt idx="19">
                  <c:v>99.642662434629599</c:v>
                </c:pt>
                <c:pt idx="20">
                  <c:v>100</c:v>
                </c:pt>
                <c:pt idx="21">
                  <c:v>101.91360429726799</c:v>
                </c:pt>
                <c:pt idx="22">
                  <c:v>101.984114656035</c:v>
                </c:pt>
                <c:pt idx="23">
                  <c:v>102.50796812399101</c:v>
                </c:pt>
                <c:pt idx="24">
                  <c:v>102.657770952658</c:v>
                </c:pt>
                <c:pt idx="25">
                  <c:v>102.761961370329</c:v>
                </c:pt>
                <c:pt idx="26">
                  <c:v>102.824391527663</c:v>
                </c:pt>
                <c:pt idx="27">
                  <c:v>102.95206514988</c:v>
                </c:pt>
                <c:pt idx="28">
                  <c:v>102.95111210019</c:v>
                </c:pt>
                <c:pt idx="29">
                  <c:v>102.927944501136</c:v>
                </c:pt>
                <c:pt idx="30">
                  <c:v>102.907495039944</c:v>
                </c:pt>
                <c:pt idx="31">
                  <c:v>102.93967181291499</c:v>
                </c:pt>
                <c:pt idx="32">
                  <c:v>102.932260224023</c:v>
                </c:pt>
                <c:pt idx="33">
                  <c:v>102.92725565553199</c:v>
                </c:pt>
                <c:pt idx="34">
                  <c:v>102.99103539517</c:v>
                </c:pt>
                <c:pt idx="35">
                  <c:v>103.071300613994</c:v>
                </c:pt>
                <c:pt idx="36">
                  <c:v>103.06856710872199</c:v>
                </c:pt>
                <c:pt idx="37">
                  <c:v>103.067229130274</c:v>
                </c:pt>
                <c:pt idx="38">
                  <c:v>103.115041657803</c:v>
                </c:pt>
                <c:pt idx="39">
                  <c:v>103.15395982794401</c:v>
                </c:pt>
                <c:pt idx="40">
                  <c:v>103.159529522233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EE6-44A4-B83E-1C5B32F33A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2695216"/>
        <c:axId val="482693256"/>
      </c:lineChart>
      <c:catAx>
        <c:axId val="4826952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317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482693256"/>
        <c:crosses val="autoZero"/>
        <c:auto val="1"/>
        <c:lblAlgn val="ctr"/>
        <c:lblOffset val="100"/>
        <c:noMultiLvlLbl val="0"/>
      </c:catAx>
      <c:valAx>
        <c:axId val="4826932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3175"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defRPr>
            </a:pPr>
            <a:endParaRPr lang="ko-KR"/>
          </a:p>
        </c:txPr>
        <c:crossAx val="482695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9400630914826497E-2"/>
          <c:y val="0"/>
          <c:w val="0.31770337067488019"/>
          <c:h val="0.21621528596350606"/>
        </c:manualLayout>
      </c:layout>
      <c:overlay val="0"/>
      <c:spPr>
        <a:noFill/>
        <a:ln w="25400"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rgbClr val="000000"/>
              </a:solidFill>
              <a:latin typeface="나눔고딕"/>
              <a:ea typeface="나눔고딕"/>
              <a:cs typeface="나눔고딕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25400" cap="flat" cmpd="sng" algn="ctr">
      <a:noFill/>
      <a:round/>
    </a:ln>
    <a:effectLst/>
  </c:spPr>
  <c:txPr>
    <a:bodyPr/>
    <a:lstStyle/>
    <a:p>
      <a:pPr>
        <a:defRPr sz="800">
          <a:solidFill>
            <a:srgbClr val="000000"/>
          </a:solidFill>
          <a:latin typeface="나눔고딕"/>
          <a:ea typeface="나눔고딕"/>
          <a:cs typeface="나눔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0.00209</cdr:x>
      <cdr:y>0.00339</cdr:y>
    </cdr:from>
    <cdr:to>
      <cdr:x>0.27271</cdr:x>
      <cdr:y>0.14925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6839" y="7327"/>
          <a:ext cx="886559" cy="31505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cmpd="sng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700">
              <a:latin typeface="나눔고딕" panose="020D0604000000000000" pitchFamily="50" charset="-127"/>
              <a:ea typeface="나눔고딕" panose="020D0604000000000000" pitchFamily="50" charset="-127"/>
            </a:rPr>
            <a:t>(</a:t>
          </a:r>
          <a:r>
            <a:rPr lang="ko-KR" altLang="en-US" sz="700">
              <a:latin typeface="나눔고딕" panose="020D0604000000000000" pitchFamily="50" charset="-127"/>
              <a:ea typeface="나눔고딕" panose="020D0604000000000000" pitchFamily="50" charset="-127"/>
            </a:rPr>
            <a:t>십억원</a:t>
          </a:r>
          <a:r>
            <a:rPr lang="en-US" altLang="ko-KR" sz="700">
              <a:latin typeface="나눔고딕" panose="020D0604000000000000" pitchFamily="50" charset="-127"/>
              <a:ea typeface="나눔고딕" panose="020D0604000000000000" pitchFamily="50" charset="-127"/>
            </a:rPr>
            <a:t>)</a:t>
          </a:r>
          <a:endParaRPr lang="ko-KR" altLang="en-US" sz="700">
            <a:latin typeface="나눔고딕" panose="020D0604000000000000" pitchFamily="50" charset="-127"/>
            <a:ea typeface="나눔고딕" panose="020D0604000000000000" pitchFamily="50" charset="-127"/>
          </a:endParaRPr>
        </a:p>
      </cdr:txBody>
    </cdr:sp>
  </cdr:relSizeAnchor>
  <cdr:relSizeAnchor xmlns:cdr="http://schemas.openxmlformats.org/drawingml/2006/chartDrawing">
    <cdr:from>
      <cdr:x>0.7909</cdr:x>
      <cdr:y>0</cdr:y>
    </cdr:from>
    <cdr:to>
      <cdr:x>1</cdr:x>
      <cdr:y>0.08878</cdr:y>
    </cdr:to>
    <cdr:sp macro="" textlink="">
      <cdr:nvSpPr>
        <cdr:cNvPr id="4" name="TextBox 1"/>
        <cdr:cNvSpPr txBox="1"/>
      </cdr:nvSpPr>
      <cdr:spPr>
        <a:xfrm xmlns:a="http://schemas.openxmlformats.org/drawingml/2006/main">
          <a:off x="3184071" y="0"/>
          <a:ext cx="841829" cy="18830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cmpd="sng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r"/>
          <a:r>
            <a:rPr lang="en-US" altLang="ko-KR" sz="700">
              <a:latin typeface="나눔고딕" panose="020D0604000000000000" pitchFamily="50" charset="-127"/>
              <a:ea typeface="나눔고딕" panose="020D0604000000000000" pitchFamily="50" charset="-127"/>
            </a:rPr>
            <a:t>(</a:t>
          </a:r>
          <a:r>
            <a:rPr lang="ko-KR" altLang="en-US" sz="700">
              <a:latin typeface="나눔고딕" panose="020D0604000000000000" pitchFamily="50" charset="-127"/>
              <a:ea typeface="나눔고딕" panose="020D0604000000000000" pitchFamily="50" charset="-127"/>
            </a:rPr>
            <a:t>십억원</a:t>
          </a:r>
          <a:r>
            <a:rPr lang="en-US" altLang="ko-KR" sz="700">
              <a:latin typeface="나눔고딕" panose="020D0604000000000000" pitchFamily="50" charset="-127"/>
              <a:ea typeface="나눔고딕" panose="020D0604000000000000" pitchFamily="50" charset="-127"/>
            </a:rPr>
            <a:t>)</a:t>
          </a:r>
          <a:endParaRPr lang="ko-KR" altLang="en-US" sz="700">
            <a:latin typeface="나눔고딕" panose="020D0604000000000000" pitchFamily="50" charset="-127"/>
            <a:ea typeface="나눔고딕" panose="020D0604000000000000" pitchFamily="50" charset="-127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0.00209</cdr:x>
      <cdr:y>0.00339</cdr:y>
    </cdr:from>
    <cdr:to>
      <cdr:x>0.27271</cdr:x>
      <cdr:y>0.14925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6839" y="7327"/>
          <a:ext cx="886559" cy="31505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cmpd="sng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700">
              <a:latin typeface="나눔고딕" panose="020D0604000000000000" pitchFamily="50" charset="-127"/>
              <a:ea typeface="나눔고딕" panose="020D0604000000000000" pitchFamily="50" charset="-127"/>
            </a:rPr>
            <a:t>(</a:t>
          </a:r>
          <a:r>
            <a:rPr lang="ko-KR" altLang="en-US" sz="700">
              <a:latin typeface="나눔고딕" panose="020D0604000000000000" pitchFamily="50" charset="-127"/>
              <a:ea typeface="나눔고딕" panose="020D0604000000000000" pitchFamily="50" charset="-127"/>
            </a:rPr>
            <a:t>십억원</a:t>
          </a:r>
          <a:r>
            <a:rPr lang="en-US" altLang="ko-KR" sz="700">
              <a:latin typeface="나눔고딕" panose="020D0604000000000000" pitchFamily="50" charset="-127"/>
              <a:ea typeface="나눔고딕" panose="020D0604000000000000" pitchFamily="50" charset="-127"/>
            </a:rPr>
            <a:t>)</a:t>
          </a:r>
          <a:endParaRPr lang="ko-KR" altLang="en-US" sz="700">
            <a:latin typeface="나눔고딕" panose="020D0604000000000000" pitchFamily="50" charset="-127"/>
            <a:ea typeface="나눔고딕" panose="020D0604000000000000" pitchFamily="50" charset="-127"/>
          </a:endParaRPr>
        </a:p>
      </cdr:txBody>
    </cdr:sp>
  </cdr:relSizeAnchor>
  <cdr:relSizeAnchor xmlns:cdr="http://schemas.openxmlformats.org/drawingml/2006/chartDrawing">
    <cdr:from>
      <cdr:x>0.7909</cdr:x>
      <cdr:y>0</cdr:y>
    </cdr:from>
    <cdr:to>
      <cdr:x>1</cdr:x>
      <cdr:y>0.08878</cdr:y>
    </cdr:to>
    <cdr:sp macro="" textlink="">
      <cdr:nvSpPr>
        <cdr:cNvPr id="4" name="TextBox 1"/>
        <cdr:cNvSpPr txBox="1"/>
      </cdr:nvSpPr>
      <cdr:spPr>
        <a:xfrm xmlns:a="http://schemas.openxmlformats.org/drawingml/2006/main">
          <a:off x="3184071" y="0"/>
          <a:ext cx="841829" cy="18830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cmpd="sng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r"/>
          <a:r>
            <a:rPr lang="en-US" altLang="ko-KR" sz="700">
              <a:latin typeface="나눔고딕" panose="020D0604000000000000" pitchFamily="50" charset="-127"/>
              <a:ea typeface="나눔고딕" panose="020D0604000000000000" pitchFamily="50" charset="-127"/>
            </a:rPr>
            <a:t>(</a:t>
          </a:r>
          <a:r>
            <a:rPr lang="ko-KR" altLang="en-US" sz="700">
              <a:latin typeface="나눔고딕" panose="020D0604000000000000" pitchFamily="50" charset="-127"/>
              <a:ea typeface="나눔고딕" panose="020D0604000000000000" pitchFamily="50" charset="-127"/>
            </a:rPr>
            <a:t>십억원</a:t>
          </a:r>
          <a:r>
            <a:rPr lang="en-US" altLang="ko-KR" sz="700">
              <a:latin typeface="나눔고딕" panose="020D0604000000000000" pitchFamily="50" charset="-127"/>
              <a:ea typeface="나눔고딕" panose="020D0604000000000000" pitchFamily="50" charset="-127"/>
            </a:rPr>
            <a:t>)</a:t>
          </a:r>
          <a:endParaRPr lang="ko-KR" altLang="en-US" sz="700">
            <a:latin typeface="나눔고딕" panose="020D0604000000000000" pitchFamily="50" charset="-127"/>
            <a:ea typeface="나눔고딕" panose="020D0604000000000000" pitchFamily="50" charset="-127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0.78669</cdr:x>
      <cdr:y>0</cdr:y>
    </cdr:from>
    <cdr:to>
      <cdr:x>1</cdr:x>
      <cdr:y>0.1109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3115292" y="0"/>
          <a:ext cx="844708" cy="23954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r"/>
          <a:r>
            <a:rPr lang="en-US" altLang="ko-KR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(%,YoY)</a:t>
          </a:r>
          <a:endParaRPr lang="ko-KR" altLang="en-US" sz="800" b="0" baseline="0">
            <a:latin typeface="HY중고딕" panose="02030600000101010101" pitchFamily="18" charset="-127"/>
            <a:ea typeface="HY중고딕" panose="02030600000101010101" pitchFamily="18" charset="-127"/>
          </a:endParaRPr>
        </a:p>
      </cdr:txBody>
    </cdr:sp>
  </cdr:relSizeAnchor>
  <cdr:relSizeAnchor xmlns:cdr="http://schemas.openxmlformats.org/drawingml/2006/chartDrawing">
    <cdr:from>
      <cdr:x>0</cdr:x>
      <cdr:y>0</cdr:y>
    </cdr:from>
    <cdr:to>
      <cdr:x>0.25047</cdr:x>
      <cdr:y>0.10685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0" y="0"/>
          <a:ext cx="676275" cy="20002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altLang="ko-KR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(</a:t>
          </a:r>
          <a:r>
            <a:rPr lang="ko-KR" altLang="en-US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십억원</a:t>
          </a:r>
          <a:r>
            <a:rPr lang="en-US" altLang="ko-KR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)</a:t>
          </a:r>
          <a:endParaRPr lang="ko-KR" altLang="en-US" sz="800" b="0" baseline="0">
            <a:latin typeface="HY중고딕" panose="02030600000101010101" pitchFamily="18" charset="-127"/>
            <a:ea typeface="HY중고딕" panose="02030600000101010101" pitchFamily="18" charset="-127"/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0.78669</cdr:x>
      <cdr:y>0</cdr:y>
    </cdr:from>
    <cdr:to>
      <cdr:x>1</cdr:x>
      <cdr:y>0.10983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124075" y="0"/>
          <a:ext cx="575925" cy="2095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r"/>
          <a:r>
            <a:rPr lang="en-US" altLang="ko-KR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(%,YoY)</a:t>
          </a:r>
          <a:endParaRPr lang="ko-KR" altLang="en-US" sz="800" b="0" baseline="0">
            <a:latin typeface="HY중고딕" panose="02030600000101010101" pitchFamily="18" charset="-127"/>
            <a:ea typeface="HY중고딕" panose="02030600000101010101" pitchFamily="18" charset="-127"/>
          </a:endParaRPr>
        </a:p>
      </cdr:txBody>
    </cdr:sp>
  </cdr:relSizeAnchor>
  <cdr:relSizeAnchor xmlns:cdr="http://schemas.openxmlformats.org/drawingml/2006/chartDrawing">
    <cdr:from>
      <cdr:x>0</cdr:x>
      <cdr:y>0</cdr:y>
    </cdr:from>
    <cdr:to>
      <cdr:x>0.25047</cdr:x>
      <cdr:y>0.10685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0" y="0"/>
          <a:ext cx="676275" cy="20002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altLang="ko-KR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(</a:t>
          </a:r>
          <a:r>
            <a:rPr lang="ko-KR" altLang="en-US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십억원</a:t>
          </a:r>
          <a:r>
            <a:rPr lang="en-US" altLang="ko-KR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)</a:t>
          </a:r>
          <a:endParaRPr lang="ko-KR" altLang="en-US" sz="800" b="0" baseline="0">
            <a:latin typeface="HY중고딕" panose="02030600000101010101" pitchFamily="18" charset="-127"/>
            <a:ea typeface="HY중고딕" panose="02030600000101010101" pitchFamily="18" charset="-127"/>
          </a:endParaRP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0.01261</cdr:x>
      <cdr:y>0.02358</cdr:y>
    </cdr:from>
    <cdr:to>
      <cdr:x>0.25888</cdr:x>
      <cdr:y>0.1307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0800" y="50800"/>
          <a:ext cx="991861" cy="23079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altLang="ko-KR" sz="800" b="0" baseline="0" dirty="0">
              <a:latin typeface="HY중고딕" panose="02030600000101010101" pitchFamily="18" charset="-127"/>
              <a:ea typeface="HY중고딕" panose="02030600000101010101" pitchFamily="18" charset="-127"/>
            </a:rPr>
            <a:t>(</a:t>
          </a:r>
          <a:r>
            <a:rPr lang="ko-KR" altLang="en-US" sz="800" b="0" baseline="0" dirty="0" err="1">
              <a:latin typeface="HY중고딕" panose="02030600000101010101" pitchFamily="18" charset="-127"/>
              <a:ea typeface="HY중고딕" panose="02030600000101010101" pitchFamily="18" charset="-127"/>
            </a:rPr>
            <a:t>십억원</a:t>
          </a:r>
          <a:r>
            <a:rPr lang="en-US" altLang="ko-KR" sz="800" b="0" baseline="0" dirty="0">
              <a:latin typeface="HY중고딕" panose="02030600000101010101" pitchFamily="18" charset="-127"/>
              <a:ea typeface="HY중고딕" panose="02030600000101010101" pitchFamily="18" charset="-127"/>
            </a:rPr>
            <a:t>)</a:t>
          </a:r>
          <a:endParaRPr lang="ko-KR" altLang="en-US" sz="800" b="0" baseline="0" dirty="0">
            <a:latin typeface="HY중고딕" panose="02030600000101010101" pitchFamily="18" charset="-127"/>
            <a:ea typeface="HY중고딕" panose="02030600000101010101" pitchFamily="18" charset="-127"/>
          </a:endParaRPr>
        </a:p>
      </cdr:txBody>
    </cdr:sp>
  </cdr:relSizeAnchor>
  <cdr:relSizeAnchor xmlns:cdr="http://schemas.openxmlformats.org/drawingml/2006/chartDrawing">
    <cdr:from>
      <cdr:x>0.79027</cdr:x>
      <cdr:y>0</cdr:y>
    </cdr:from>
    <cdr:to>
      <cdr:x>1</cdr:x>
      <cdr:y>0.11118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3182873" y="0"/>
          <a:ext cx="844708" cy="23954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r"/>
          <a:r>
            <a:rPr lang="en-US" altLang="ko-KR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(%)</a:t>
          </a:r>
          <a:endParaRPr lang="ko-KR" altLang="en-US" sz="800" b="0" baseline="0">
            <a:latin typeface="HY중고딕" panose="02030600000101010101" pitchFamily="18" charset="-127"/>
            <a:ea typeface="HY중고딕" panose="02030600000101010101" pitchFamily="18" charset="-127"/>
          </a:endParaRP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0.00973</cdr:x>
      <cdr:y>0</cdr:y>
    </cdr:from>
    <cdr:to>
      <cdr:x>0.25533</cdr:x>
      <cdr:y>0.10817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79A665DF-D8BE-C0CC-2D8B-61A106D03BBF}"/>
            </a:ext>
          </a:extLst>
        </cdr:cNvPr>
        <cdr:cNvSpPr txBox="1"/>
      </cdr:nvSpPr>
      <cdr:spPr>
        <a:xfrm xmlns:a="http://schemas.openxmlformats.org/drawingml/2006/main">
          <a:off x="39300" y="-1731007"/>
          <a:ext cx="991872" cy="23079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altLang="ko-KR" sz="800" b="0" baseline="0" dirty="0">
              <a:latin typeface="HY중고딕" panose="02030600000101010101" pitchFamily="18" charset="-127"/>
              <a:ea typeface="HY중고딕" panose="02030600000101010101" pitchFamily="18" charset="-127"/>
            </a:rPr>
            <a:t>(</a:t>
          </a:r>
          <a:r>
            <a:rPr lang="ko-KR" altLang="en-US" sz="800" b="0" baseline="0" dirty="0" err="1">
              <a:latin typeface="HY중고딕" panose="02030600000101010101" pitchFamily="18" charset="-127"/>
              <a:ea typeface="HY중고딕" panose="02030600000101010101" pitchFamily="18" charset="-127"/>
            </a:rPr>
            <a:t>십억원</a:t>
          </a:r>
          <a:r>
            <a:rPr lang="en-US" altLang="ko-KR" sz="800" b="0" baseline="0" dirty="0">
              <a:latin typeface="HY중고딕" panose="02030600000101010101" pitchFamily="18" charset="-127"/>
              <a:ea typeface="HY중고딕" panose="02030600000101010101" pitchFamily="18" charset="-127"/>
            </a:rPr>
            <a:t>)</a:t>
          </a:r>
          <a:endParaRPr lang="ko-KR" altLang="en-US" sz="800" b="0" baseline="0" dirty="0">
            <a:latin typeface="HY중고딕" panose="02030600000101010101" pitchFamily="18" charset="-127"/>
            <a:ea typeface="HY중고딕" panose="02030600000101010101" pitchFamily="18" charset="-127"/>
          </a:endParaRP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0.01116</cdr:x>
      <cdr:y>0.02385</cdr:y>
    </cdr:from>
    <cdr:to>
      <cdr:x>0.2052</cdr:x>
      <cdr:y>0.11667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0800" y="50800"/>
          <a:ext cx="883103" cy="19769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altLang="ko-KR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(%,YoY)</a:t>
          </a:r>
          <a:endParaRPr lang="ko-KR" altLang="en-US" sz="800" b="0" baseline="0">
            <a:latin typeface="HY중고딕" panose="02030600000101010101" pitchFamily="18" charset="-127"/>
            <a:ea typeface="HY중고딕" panose="02030600000101010101" pitchFamily="18" charset="-127"/>
          </a:endParaRPr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0.01116</cdr:x>
      <cdr:y>0.02385</cdr:y>
    </cdr:from>
    <cdr:to>
      <cdr:x>0.2052</cdr:x>
      <cdr:y>0.11667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0800" y="50800"/>
          <a:ext cx="883103" cy="19769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altLang="ko-KR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(%,YoY)</a:t>
          </a:r>
          <a:endParaRPr lang="ko-KR" altLang="en-US" sz="800" b="0" baseline="0">
            <a:latin typeface="HY중고딕" panose="02030600000101010101" pitchFamily="18" charset="-127"/>
            <a:ea typeface="HY중고딕" panose="02030600000101010101" pitchFamily="18" charset="-127"/>
          </a:endParaRPr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0.00052</cdr:x>
      <cdr:y>0</cdr:y>
    </cdr:from>
    <cdr:to>
      <cdr:x>0.06312</cdr:x>
      <cdr:y>0.08787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3175" y="0"/>
          <a:ext cx="381000" cy="20002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>
            <a:defRPr sz="750" b="0" i="0" u="none" strike="noStrike" kern="1200" baseline="0">
              <a:solidFill>
                <a:schemeClr val="tx1"/>
              </a:solidFill>
              <a:latin typeface="Arial narrow"/>
              <a:ea typeface="Arial narrow"/>
              <a:cs typeface="Arial narrow"/>
            </a:defRPr>
          </a:pPr>
          <a:r>
            <a:rPr lang="en-US" altLang="ko-KR" sz="750" b="0" i="0" u="none" strike="noStrike" kern="1200" baseline="0">
              <a:solidFill>
                <a:schemeClr val="tx1"/>
              </a:solidFill>
              <a:latin typeface="Arial narrow"/>
              <a:ea typeface="Arial narrow"/>
              <a:cs typeface="Arial narrow"/>
            </a:rPr>
            <a:t>(pt)</a:t>
          </a:r>
          <a:endParaRPr lang="ko-KR" altLang="en-US" sz="750" b="0" i="0" u="none" strike="noStrike" kern="1200" baseline="0">
            <a:solidFill>
              <a:schemeClr val="tx1"/>
            </a:solidFill>
            <a:latin typeface="Arial narrow"/>
            <a:ea typeface="Arial narrow"/>
            <a:cs typeface="Arial narrow"/>
          </a:endParaRPr>
        </a:p>
      </cdr:txBody>
    </cdr: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0.07355</cdr:x>
      <cdr:y>0.10195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0" y="0"/>
          <a:ext cx="447676" cy="23500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>
            <a:defRPr sz="750" b="0" i="0" u="none" strike="noStrike" kern="1200" baseline="0">
              <a:solidFill>
                <a:schemeClr val="tx1"/>
              </a:solidFill>
              <a:latin typeface="Arial narrow"/>
              <a:ea typeface="Arial narrow"/>
              <a:cs typeface="Arial narrow"/>
            </a:defRPr>
          </a:pPr>
          <a:r>
            <a:rPr lang="en-US" altLang="ko-KR" sz="750" b="0" i="0" u="none" strike="noStrike" kern="1200" baseline="0">
              <a:solidFill>
                <a:schemeClr val="tx1"/>
              </a:solidFill>
              <a:latin typeface="Arial narrow"/>
              <a:ea typeface="Arial narrow"/>
              <a:cs typeface="Arial narrow"/>
            </a:rPr>
            <a:t>(pt)</a:t>
          </a:r>
          <a:endParaRPr lang="ko-KR" altLang="en-US" sz="750" b="0" i="0" u="none" strike="noStrike" kern="1200" baseline="0">
            <a:solidFill>
              <a:schemeClr val="tx1"/>
            </a:solidFill>
            <a:latin typeface="Arial narrow"/>
            <a:ea typeface="Arial narrow"/>
            <a:cs typeface="Arial narrow"/>
          </a:endParaRPr>
        </a:p>
      </cdr:txBody>
    </cdr:sp>
  </cdr:relSizeAnchor>
</c:userShapes>
</file>

<file path=ppt/drawings/drawing11.xml><?xml version="1.0" encoding="utf-8"?>
<c:userShapes xmlns:c="http://schemas.openxmlformats.org/drawingml/2006/chart">
  <cdr:relSizeAnchor xmlns:cdr="http://schemas.openxmlformats.org/drawingml/2006/chartDrawing">
    <cdr:from>
      <cdr:x>0.43331</cdr:x>
      <cdr:y>0.00163</cdr:y>
    </cdr:from>
    <cdr:to>
      <cdr:x>1</cdr:x>
      <cdr:y>0.14866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169505" y="3069"/>
          <a:ext cx="1529521" cy="2768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r"/>
          <a:r>
            <a:rPr lang="en-US" altLang="ko-KR" sz="800">
              <a:latin typeface="나눔고딕" panose="020D0604000000000000" pitchFamily="50" charset="-127"/>
              <a:ea typeface="나눔고딕" panose="020D0604000000000000" pitchFamily="50" charset="-127"/>
            </a:rPr>
            <a:t>(X</a:t>
          </a:r>
          <a:r>
            <a:rPr lang="ko-KR" altLang="en-US" sz="800">
              <a:latin typeface="나눔고딕" panose="020D0604000000000000" pitchFamily="50" charset="-127"/>
              <a:ea typeface="나눔고딕" panose="020D0604000000000000" pitchFamily="50" charset="-127"/>
            </a:rPr>
            <a:t>축</a:t>
          </a:r>
          <a:r>
            <a:rPr lang="en-US" altLang="ko-KR" sz="800">
              <a:latin typeface="나눔고딕" panose="020D0604000000000000" pitchFamily="50" charset="-127"/>
              <a:ea typeface="나눔고딕" panose="020D0604000000000000" pitchFamily="50" charset="-127"/>
            </a:rPr>
            <a:t>: %EPS , Y</a:t>
          </a:r>
          <a:r>
            <a:rPr lang="ko-KR" altLang="en-US" sz="800">
              <a:latin typeface="나눔고딕" panose="020D0604000000000000" pitchFamily="50" charset="-127"/>
              <a:ea typeface="나눔고딕" panose="020D0604000000000000" pitchFamily="50" charset="-127"/>
            </a:rPr>
            <a:t>축</a:t>
          </a:r>
          <a:r>
            <a:rPr lang="en-US" altLang="ko-KR" sz="800">
              <a:latin typeface="나눔고딕" panose="020D0604000000000000" pitchFamily="50" charset="-127"/>
              <a:ea typeface="나눔고딕" panose="020D0604000000000000" pitchFamily="50" charset="-127"/>
            </a:rPr>
            <a:t>: %</a:t>
          </a:r>
          <a:r>
            <a:rPr lang="ko-KR" altLang="en-US" sz="800">
              <a:latin typeface="나눔고딕" panose="020D0604000000000000" pitchFamily="50" charset="-127"/>
              <a:ea typeface="나눔고딕" panose="020D0604000000000000" pitchFamily="50" charset="-127"/>
            </a:rPr>
            <a:t>종가</a:t>
          </a:r>
          <a:r>
            <a:rPr lang="en-US" altLang="ko-KR" sz="800" baseline="0">
              <a:latin typeface="나눔고딕" panose="020D0604000000000000" pitchFamily="50" charset="-127"/>
              <a:ea typeface="나눔고딕" panose="020D0604000000000000" pitchFamily="50" charset="-127"/>
            </a:rPr>
            <a:t>)</a:t>
          </a:r>
          <a:endParaRPr lang="ko-KR" altLang="en-US" sz="800">
            <a:latin typeface="나눔고딕" panose="020D0604000000000000" pitchFamily="50" charset="-127"/>
            <a:ea typeface="나눔고딕" panose="020D0604000000000000" pitchFamily="50" charset="-127"/>
          </a:endParaRPr>
        </a:p>
      </cdr:txBody>
    </cdr:sp>
  </cdr:relSizeAnchor>
</c:userShapes>
</file>

<file path=ppt/drawings/drawing12.xml><?xml version="1.0" encoding="utf-8"?>
<c:userShapes xmlns:c="http://schemas.openxmlformats.org/drawingml/2006/chart">
  <cdr:relSizeAnchor xmlns:cdr="http://schemas.openxmlformats.org/drawingml/2006/chartDrawing">
    <cdr:from>
      <cdr:x>0.01227</cdr:x>
      <cdr:y>0.02171</cdr:y>
    </cdr:from>
    <cdr:to>
      <cdr:x>0.22364</cdr:x>
      <cdr:y>0.10882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0800" y="50800"/>
          <a:ext cx="875070" cy="20384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altLang="ko-KR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(</a:t>
          </a:r>
          <a:r>
            <a:rPr lang="ko-KR" altLang="en-US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십억원</a:t>
          </a:r>
          <a:r>
            <a:rPr lang="en-US" altLang="ko-KR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)</a:t>
          </a:r>
          <a:endParaRPr lang="ko-KR" altLang="en-US" sz="800" b="0" baseline="0">
            <a:latin typeface="HY중고딕" panose="02030600000101010101" pitchFamily="18" charset="-127"/>
            <a:ea typeface="HY중고딕" panose="02030600000101010101" pitchFamily="18" charset="-127"/>
          </a:endParaRPr>
        </a:p>
      </cdr:txBody>
    </cdr:sp>
  </cdr:relSizeAnchor>
</c:userShapes>
</file>

<file path=ppt/drawings/drawing13.xml><?xml version="1.0" encoding="utf-8"?>
<c:userShapes xmlns:c="http://schemas.openxmlformats.org/drawingml/2006/chart">
  <cdr:relSizeAnchor xmlns:cdr="http://schemas.openxmlformats.org/drawingml/2006/chartDrawing">
    <cdr:from>
      <cdr:x>0.01227</cdr:x>
      <cdr:y>0.02171</cdr:y>
    </cdr:from>
    <cdr:to>
      <cdr:x>0.22364</cdr:x>
      <cdr:y>0.10882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0800" y="50800"/>
          <a:ext cx="875070" cy="20384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altLang="ko-KR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(</a:t>
          </a:r>
          <a:r>
            <a:rPr lang="ko-KR" altLang="en-US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십억원</a:t>
          </a:r>
          <a:r>
            <a:rPr lang="en-US" altLang="ko-KR" sz="800" b="0" baseline="0">
              <a:latin typeface="HY중고딕" panose="02030600000101010101" pitchFamily="18" charset="-127"/>
              <a:ea typeface="HY중고딕" panose="02030600000101010101" pitchFamily="18" charset="-127"/>
            </a:rPr>
            <a:t>)</a:t>
          </a:r>
          <a:endParaRPr lang="ko-KR" altLang="en-US" sz="800" b="0" baseline="0">
            <a:latin typeface="HY중고딕" panose="02030600000101010101" pitchFamily="18" charset="-127"/>
            <a:ea typeface="HY중고딕" panose="02030600000101010101" pitchFamily="18" charset="-127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90ADC-E2D7-4CDF-974E-9F09A445AD7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F609B-01F5-405A-A04C-4DFE893B7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01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786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985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304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043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300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705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>
                <a:solidFill>
                  <a:prstClr val="black"/>
                </a:solidFill>
              </a:rPr>
              <a:pPr/>
              <a:t>11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183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>
                <a:solidFill>
                  <a:prstClr val="black"/>
                </a:solidFill>
              </a:rPr>
              <a:pPr/>
              <a:t>12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760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>
                <a:solidFill>
                  <a:prstClr val="black"/>
                </a:solidFill>
              </a:rPr>
              <a:pPr/>
              <a:t>13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648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EC78C-5415-BA86-95F7-7C43125E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51EDA6-8640-9331-A28F-4C33BC566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5D44F0-EBC8-3128-DE78-284DA13FD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489203-BD27-1841-038F-4B34C0B63C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>
                <a:solidFill>
                  <a:prstClr val="black"/>
                </a:solidFill>
              </a:rPr>
              <a:pPr/>
              <a:t>14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246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417DE-9A85-3AC7-AD84-8E8B2BB6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81E65E-05FC-FF70-D88D-874939C40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2ACF63-B0E6-7246-6742-3B22E14DC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65E5CD-F1A9-8C11-6F7E-03C3D37D64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>
                <a:solidFill>
                  <a:prstClr val="black"/>
                </a:solidFill>
              </a:rPr>
              <a:pPr/>
              <a:t>15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436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1961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>
                <a:solidFill>
                  <a:prstClr val="black"/>
                </a:solidFill>
              </a:rPr>
              <a:pPr/>
              <a:t>18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853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>
                <a:solidFill>
                  <a:prstClr val="black"/>
                </a:solidFill>
              </a:rPr>
              <a:pPr/>
              <a:t>19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3009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>
                <a:solidFill>
                  <a:prstClr val="black"/>
                </a:solidFill>
              </a:rPr>
              <a:pPr/>
              <a:t>21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6319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>
                <a:solidFill>
                  <a:prstClr val="black"/>
                </a:solidFill>
              </a:rPr>
              <a:pPr/>
              <a:t>22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1978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F609B-01F5-405A-A04C-4DFE893B7108}" type="slidenum">
              <a:rPr lang="ko-KR" altLang="en-US" smtClean="0">
                <a:solidFill>
                  <a:prstClr val="black"/>
                </a:solidFill>
              </a:rPr>
              <a:pPr/>
              <a:t>23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635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228850" cy="365125"/>
          </a:xfrm>
        </p:spPr>
        <p:txBody>
          <a:bodyPr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[</a:t>
            </a:r>
            <a:fld id="{1268A52A-BD96-42AA-98EB-8DB2B3A64379}" type="slidenum">
              <a:rPr lang="ko-KR" altLang="en-US" smtClean="0"/>
              <a:pPr/>
              <a:t>‹#›</a:t>
            </a:fld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730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0" y="6492875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</a:t>
            </a:r>
            <a:fld id="{1268A52A-BD96-42AA-98EB-8DB2B3A64379}" type="slidenum">
              <a:rPr lang="ko-KR" altLang="en-US" smtClean="0"/>
              <a:pPr/>
              <a:t>‹#›</a:t>
            </a:fld>
            <a:r>
              <a:rPr lang="en-US" altLang="ko-KR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040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BB86-2EED-4FF7-A12A-94A71E185C56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A52A-BD96-42AA-98EB-8DB2B3A64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577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58B25-428E-481E-8F7B-D3F7752279DB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A52A-BD96-42AA-98EB-8DB2B3A64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7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BFCD-AD72-446F-9CEA-62384ACA47AF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A52A-BD96-42AA-98EB-8DB2B3A64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432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7E2B-477B-470A-BF75-EC6FEA405A2D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A52A-BD96-42AA-98EB-8DB2B3A64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24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7553-3B0D-4951-91EB-FED81FFD67DA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A52A-BD96-42AA-98EB-8DB2B3A64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35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691-0584-43C1-BB89-9B824BF623B1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A52A-BD96-42AA-98EB-8DB2B3A64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215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5095-8E1F-4A27-980C-E32CBB66D3C2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A52A-BD96-42AA-98EB-8DB2B3A64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00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6CBB1-956C-4A06-8139-89AC1831C042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A52A-BD96-42AA-98EB-8DB2B3A64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243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3BEA1-FB97-409E-BD27-DE4FAEBF3A21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A52A-BD96-42AA-98EB-8DB2B3A64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146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603EEDCD-0DD4-46C5-87FF-77D8D080E244}" type="datetime1">
              <a:rPr lang="ko-KR" altLang="en-US" smtClean="0">
                <a:solidFill>
                  <a:prstClr val="black"/>
                </a:solidFill>
              </a:rPr>
              <a:pPr/>
              <a:t>2026-10-12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228850" cy="365125"/>
          </a:xfrm>
          <a:prstGeom prst="rect">
            <a:avLst/>
          </a:prstGeom>
        </p:spPr>
        <p:txBody>
          <a:bodyPr/>
          <a:lstStyle/>
          <a:p>
            <a:fld id="{E5FC0A03-FD9B-41A7-8FF6-B90754E3B9A9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422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0C55C63-24CD-4E72-B06C-E46011B305C7}" type="datetime1">
              <a:rPr lang="ko-KR" altLang="en-US" smtClean="0">
                <a:solidFill>
                  <a:prstClr val="black"/>
                </a:solidFill>
              </a:rPr>
              <a:pPr/>
              <a:t>2026-10-12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228850" cy="365125"/>
          </a:xfrm>
          <a:prstGeom prst="rect">
            <a:avLst/>
          </a:prstGeom>
        </p:spPr>
        <p:txBody>
          <a:bodyPr/>
          <a:lstStyle/>
          <a:p>
            <a:fld id="{E5FC0A03-FD9B-41A7-8FF6-B90754E3B9A9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971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819B23DA-EF63-4CF9-81C6-807676FE4975}" type="datetime1">
              <a:rPr lang="ko-KR" altLang="en-US" smtClean="0">
                <a:solidFill>
                  <a:prstClr val="black"/>
                </a:solidFill>
              </a:rPr>
              <a:pPr/>
              <a:t>2026-10-12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228850" cy="365125"/>
          </a:xfrm>
          <a:prstGeom prst="rect">
            <a:avLst/>
          </a:prstGeom>
        </p:spPr>
        <p:txBody>
          <a:bodyPr/>
          <a:lstStyle/>
          <a:p>
            <a:fld id="{E5FC0A03-FD9B-41A7-8FF6-B90754E3B9A9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164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155D770-F57D-436C-B04D-298CF98FB5DC}" type="datetime1">
              <a:rPr lang="ko-KR" altLang="en-US" smtClean="0">
                <a:solidFill>
                  <a:prstClr val="black"/>
                </a:solidFill>
              </a:rPr>
              <a:pPr/>
              <a:t>2026-10-12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228850" cy="365125"/>
          </a:xfrm>
          <a:prstGeom prst="rect">
            <a:avLst/>
          </a:prstGeom>
        </p:spPr>
        <p:txBody>
          <a:bodyPr/>
          <a:lstStyle/>
          <a:p>
            <a:fld id="{E5FC0A03-FD9B-41A7-8FF6-B90754E3B9A9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89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9BA0800-C3FF-4335-B15A-B67EC392C3F7}" type="datetime1">
              <a:rPr lang="ko-KR" altLang="en-US" smtClean="0">
                <a:solidFill>
                  <a:prstClr val="black"/>
                </a:solidFill>
              </a:rPr>
              <a:pPr/>
              <a:t>2026-10-12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228850" cy="365125"/>
          </a:xfrm>
          <a:prstGeom prst="rect">
            <a:avLst/>
          </a:prstGeom>
        </p:spPr>
        <p:txBody>
          <a:bodyPr/>
          <a:lstStyle/>
          <a:p>
            <a:fld id="{E5FC0A03-FD9B-41A7-8FF6-B90754E3B9A9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594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8595537C-9156-4E44-9CF7-AD3DE44B400E}" type="datetime1">
              <a:rPr lang="ko-KR" altLang="en-US" smtClean="0">
                <a:solidFill>
                  <a:prstClr val="black"/>
                </a:solidFill>
              </a:rPr>
              <a:pPr/>
              <a:t>2026-10-12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228850" cy="365125"/>
          </a:xfrm>
          <a:prstGeom prst="rect">
            <a:avLst/>
          </a:prstGeom>
        </p:spPr>
        <p:txBody>
          <a:bodyPr/>
          <a:lstStyle/>
          <a:p>
            <a:fld id="{E5FC0A03-FD9B-41A7-8FF6-B90754E3B9A9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765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610350"/>
            <a:ext cx="2228850" cy="276225"/>
          </a:xfrm>
        </p:spPr>
        <p:txBody>
          <a:bodyPr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[</a:t>
            </a:r>
            <a:fld id="{1268A52A-BD96-42AA-98EB-8DB2B3A64379}" type="slidenum">
              <a:rPr lang="ko-KR" altLang="en-US" smtClean="0"/>
              <a:pPr/>
              <a:t>‹#›</a:t>
            </a:fld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07225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8D1F3B6A-3395-4106-ACD2-B15BA6CE6B56}" type="datetime1">
              <a:rPr lang="ko-KR" altLang="en-US" smtClean="0">
                <a:solidFill>
                  <a:prstClr val="black"/>
                </a:solidFill>
              </a:rPr>
              <a:pPr/>
              <a:t>2026-10-12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228850" cy="365125"/>
          </a:xfrm>
          <a:prstGeom prst="rect">
            <a:avLst/>
          </a:prstGeom>
        </p:spPr>
        <p:txBody>
          <a:bodyPr/>
          <a:lstStyle/>
          <a:p>
            <a:fld id="{E5FC0A03-FD9B-41A7-8FF6-B90754E3B9A9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2857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0DEFD922-9D0F-44D5-AE0E-8103CB227234}" type="datetime1">
              <a:rPr lang="ko-KR" altLang="en-US" smtClean="0">
                <a:solidFill>
                  <a:prstClr val="black"/>
                </a:solidFill>
              </a:rPr>
              <a:pPr/>
              <a:t>2026-10-12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228850" cy="365125"/>
          </a:xfrm>
          <a:prstGeom prst="rect">
            <a:avLst/>
          </a:prstGeom>
        </p:spPr>
        <p:txBody>
          <a:bodyPr/>
          <a:lstStyle/>
          <a:p>
            <a:fld id="{E5FC0A03-FD9B-41A7-8FF6-B90754E3B9A9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1945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11CACAE-1BE1-4BE9-941C-08AD6BF2BFC8}" type="datetime1">
              <a:rPr lang="ko-KR" altLang="en-US" smtClean="0">
                <a:solidFill>
                  <a:prstClr val="black"/>
                </a:solidFill>
              </a:rPr>
              <a:pPr/>
              <a:t>2026-10-12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228850" cy="365125"/>
          </a:xfrm>
          <a:prstGeom prst="rect">
            <a:avLst/>
          </a:prstGeom>
        </p:spPr>
        <p:txBody>
          <a:bodyPr/>
          <a:lstStyle/>
          <a:p>
            <a:fld id="{E5FC0A03-FD9B-41A7-8FF6-B90754E3B9A9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0136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B59A413-1897-497A-8DD5-E9284164CFF4}" type="datetime1">
              <a:rPr lang="ko-KR" altLang="en-US" smtClean="0">
                <a:solidFill>
                  <a:prstClr val="black"/>
                </a:solidFill>
              </a:rPr>
              <a:pPr/>
              <a:t>2026-10-12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228850" cy="365125"/>
          </a:xfrm>
          <a:prstGeom prst="rect">
            <a:avLst/>
          </a:prstGeom>
        </p:spPr>
        <p:txBody>
          <a:bodyPr/>
          <a:lstStyle/>
          <a:p>
            <a:fld id="{E5FC0A03-FD9B-41A7-8FF6-B90754E3B9A9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95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347B8-0AA2-4D1A-BDCC-3F55933F5A05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8A52A-BD96-42AA-98EB-8DB2B3A64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66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>
          <a:xfrm>
            <a:off x="0" y="666750"/>
            <a:ext cx="990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2228850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[</a:t>
            </a:r>
            <a:fld id="{1268A52A-BD96-42AA-98EB-8DB2B3A64379}" type="slidenum">
              <a:rPr lang="ko-KR" altLang="en-US" smtClean="0"/>
              <a:pPr/>
              <a:t>‹#›</a:t>
            </a:fld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0869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7.xml"/><Relationship Id="rId3" Type="http://schemas.openxmlformats.org/officeDocument/2006/relationships/chart" Target="../charts/chart12.xml"/><Relationship Id="rId7" Type="http://schemas.openxmlformats.org/officeDocument/2006/relationships/chart" Target="../charts/chart1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3.xml"/><Relationship Id="rId3" Type="http://schemas.openxmlformats.org/officeDocument/2006/relationships/chart" Target="../charts/chart18.xml"/><Relationship Id="rId7" Type="http://schemas.openxmlformats.org/officeDocument/2006/relationships/chart" Target="../charts/chart2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chart" Target="../charts/chart21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9.xml"/><Relationship Id="rId3" Type="http://schemas.openxmlformats.org/officeDocument/2006/relationships/chart" Target="../charts/chart24.xml"/><Relationship Id="rId7" Type="http://schemas.openxmlformats.org/officeDocument/2006/relationships/chart" Target="../charts/chart2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chart" Target="../charts/chart27.xml"/><Relationship Id="rId5" Type="http://schemas.openxmlformats.org/officeDocument/2006/relationships/chart" Target="../charts/chart26.xml"/><Relationship Id="rId4" Type="http://schemas.openxmlformats.org/officeDocument/2006/relationships/chart" Target="../charts/chart2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5.xml"/><Relationship Id="rId3" Type="http://schemas.openxmlformats.org/officeDocument/2006/relationships/chart" Target="../charts/chart30.xml"/><Relationship Id="rId7" Type="http://schemas.openxmlformats.org/officeDocument/2006/relationships/chart" Target="../charts/chart3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chart" Target="../charts/chart33.xml"/><Relationship Id="rId5" Type="http://schemas.openxmlformats.org/officeDocument/2006/relationships/chart" Target="../charts/chart32.xml"/><Relationship Id="rId4" Type="http://schemas.openxmlformats.org/officeDocument/2006/relationships/chart" Target="../charts/chart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3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62"/>
            <a:ext cx="9906000" cy="685167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321733" y="615633"/>
            <a:ext cx="121743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latinLnBrk="0">
              <a:lnSpc>
                <a:spcPts val="1200"/>
              </a:lnSpc>
            </a:pPr>
            <a:r>
              <a:rPr lang="en-US" altLang="ko-KR" sz="1000" kern="0" spc="-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2026.10.13</a:t>
            </a:r>
            <a:endParaRPr lang="ko-KR" altLang="ko-KR" sz="1000" kern="100" spc="-75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678216" y="5619419"/>
            <a:ext cx="240255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1000" b="1" kern="0" spc="-5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퀀트</a:t>
            </a:r>
            <a:r>
              <a:rPr lang="ko-KR" altLang="en-US" sz="1000" b="1" kern="0" spc="-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전략</a:t>
            </a:r>
            <a:r>
              <a:rPr lang="en-US" altLang="ko-KR" sz="1000" b="1" kern="0" spc="-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 </a:t>
            </a:r>
            <a:r>
              <a:rPr lang="ko-KR" altLang="en-US" sz="1000" b="1" kern="0" spc="-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안지선</a:t>
            </a:r>
            <a:r>
              <a:rPr lang="en-US" altLang="ko-KR" sz="1000" b="1" kern="0" spc="-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 </a:t>
            </a:r>
          </a:p>
          <a:p>
            <a:pPr algn="r"/>
            <a:r>
              <a:rPr lang="en-US" altLang="ko-KR" sz="1000" kern="0" spc="-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02)368-6135</a:t>
            </a:r>
          </a:p>
          <a:p>
            <a:pPr algn="r"/>
            <a:r>
              <a:rPr lang="en-US" altLang="ko-KR" sz="1000" kern="0" spc="-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js.an@eugenefn.com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91" y="275696"/>
            <a:ext cx="1260000" cy="25099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4026236" y="2988317"/>
            <a:ext cx="417796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>
              <a:spcAft>
                <a:spcPts val="2000"/>
              </a:spcAft>
            </a:pPr>
            <a:r>
              <a:rPr lang="ko-KR" altLang="en-US" sz="2800" kern="0" spc="-50" dirty="0" err="1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어닝</a:t>
            </a:r>
            <a:r>
              <a:rPr lang="ko-KR" altLang="en-US" sz="2800" kern="0" spc="-50" dirty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 서프라이즈 전략과</a:t>
            </a:r>
            <a:endParaRPr lang="en-US" altLang="ko-KR" sz="2800" kern="0" spc="-50" dirty="0">
              <a:solidFill>
                <a:prstClr val="black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026236" y="3635292"/>
            <a:ext cx="4939967" cy="11541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>
              <a:spcAft>
                <a:spcPts val="2000"/>
              </a:spcAft>
            </a:pPr>
            <a:r>
              <a:rPr lang="en-US" altLang="ko-KR" sz="6900" kern="0" spc="-50" dirty="0">
                <a:solidFill>
                  <a:prstClr val="black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Preview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479675" y="2169067"/>
            <a:ext cx="1527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kern="0" spc="-5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2026</a:t>
            </a:r>
            <a:r>
              <a:rPr lang="ko-KR" altLang="en-US" kern="0" spc="-5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년 </a:t>
            </a:r>
            <a:r>
              <a:rPr lang="en-US" altLang="ko-KR" kern="0" spc="-5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kern="0" spc="-5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Times New Roman" panose="02020603050405020304" pitchFamily="18" charset="0"/>
              </a:rPr>
              <a:t>분기</a:t>
            </a:r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519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 rot="5400000">
            <a:off x="-628371" y="3478885"/>
            <a:ext cx="5185275" cy="0"/>
          </a:xfrm>
          <a:prstGeom prst="line">
            <a:avLst/>
          </a:prstGeom>
          <a:ln>
            <a:solidFill>
              <a:srgbClr val="003399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 rot="16200000">
            <a:off x="1319880" y="1811866"/>
            <a:ext cx="1288771" cy="2794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sz="15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CONTENTS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813622"/>
              </p:ext>
            </p:extLst>
          </p:nvPr>
        </p:nvGraphicFramePr>
        <p:xfrm>
          <a:off x="2480734" y="1236134"/>
          <a:ext cx="6722534" cy="42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7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0" dirty="0">
                          <a:solidFill>
                            <a:srgbClr val="003399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01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1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spcAft>
                          <a:spcPts val="3000"/>
                        </a:spcAf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코스피 실적 프리뷰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0000" marR="36000" marT="1800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0" dirty="0">
                          <a:solidFill>
                            <a:srgbClr val="003399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02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18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코스피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밸류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수급 점검</a:t>
                      </a:r>
                    </a:p>
                  </a:txBody>
                  <a:tcPr marL="90000" marR="36000" marT="1800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08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36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0" dirty="0">
                          <a:solidFill>
                            <a:srgbClr val="003399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03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1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spcAft>
                          <a:spcPts val="3000"/>
                        </a:spcAf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3Q26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어닝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서프라이즈 프리뷰</a:t>
                      </a:r>
                    </a:p>
                  </a:txBody>
                  <a:tcPr marL="90000" marR="36000" marT="1800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b="0" dirty="0">
                          <a:solidFill>
                            <a:srgbClr val="003399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04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1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spcAft>
                          <a:spcPts val="3000"/>
                        </a:spcAf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실적 발표 일정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0000" marR="36000" marT="1800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1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T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1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0000" marT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r"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1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T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57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sp>
          <p:nvSpPr>
            <p:cNvPr id="2" name="직사각형 1"/>
            <p:cNvSpPr/>
            <p:nvPr/>
          </p:nvSpPr>
          <p:spPr>
            <a:xfrm>
              <a:off x="0" y="0"/>
              <a:ext cx="9906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5676121" y="850755"/>
              <a:ext cx="4229879" cy="25306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88000" rtlCol="0" anchor="ctr"/>
            <a:lstStyle/>
            <a:p>
              <a:pPr algn="r"/>
              <a:r>
                <a:rPr lang="en-US" altLang="ko-KR" sz="20000" b="1" dirty="0">
                  <a:solidFill>
                    <a:schemeClr val="bg1"/>
                  </a:solidFill>
                  <a:latin typeface="Arial" panose="020B0604020202020204" pitchFamily="34" charset="0"/>
                  <a:ea typeface="나눔스퀘어 ExtraBold" panose="020B0600000101010101" pitchFamily="50" charset="-127"/>
                  <a:cs typeface="Arial" panose="020B0604020202020204" pitchFamily="34" charset="0"/>
                </a:rPr>
                <a:t>01</a:t>
              </a: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523875" y="714375"/>
              <a:ext cx="887730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523096" y="3571874"/>
            <a:ext cx="5153025" cy="8925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ts val="5000"/>
              </a:spcAft>
            </a:pPr>
            <a:r>
              <a:rPr lang="ko-KR" altLang="en-US" sz="40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/>
              </a:rPr>
              <a:t>코스피 실적 프리뷰</a:t>
            </a:r>
          </a:p>
        </p:txBody>
      </p:sp>
    </p:spTree>
    <p:extLst>
      <p:ext uri="{BB962C8B-B14F-4D97-AF65-F5344CB8AC3E}">
        <p14:creationId xmlns:p14="http://schemas.microsoft.com/office/powerpoint/2010/main" val="1402032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374812"/>
              </p:ext>
            </p:extLst>
          </p:nvPr>
        </p:nvGraphicFramePr>
        <p:xfrm>
          <a:off x="639233" y="3400424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영업이익 추정치 추이</a:t>
                      </a: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4</a:t>
            </a:fld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2026</a:t>
            </a:r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년 전체 실적 전망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584" y="1055250"/>
            <a:ext cx="9256140" cy="1874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영업이익 추정치 총 약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968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 예상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10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 초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추정치 하락 반전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코스피 영업이익은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968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(+216%,yoy)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예상된다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8~9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 연간 영업이익이 지속적으로 상향조정되어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990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조원을 추정하였으나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월들어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추정치가 소폭 하락하였다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분기 리뷰 당시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월말 기준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추정 영업이익은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989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조원으로 약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 하향 조정되었다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코스피 순이익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지배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795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(+265%,yoy)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예상된다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분기 리뷰 당시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월말 기준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추정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당기순이익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지배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805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조원으로 약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 이상 하향 조정되었다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651466"/>
              </p:ext>
            </p:extLst>
          </p:nvPr>
        </p:nvGraphicFramePr>
        <p:xfrm>
          <a:off x="5249333" y="3400424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순이익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지배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추정치 추이</a:t>
                      </a: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00000000-0008-0000-0200-000009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6574372"/>
              </p:ext>
            </p:extLst>
          </p:nvPr>
        </p:nvGraphicFramePr>
        <p:xfrm>
          <a:off x="645395" y="3686629"/>
          <a:ext cx="3993030" cy="2141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00000000-0008-0000-0200-00000B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2871624"/>
              </p:ext>
            </p:extLst>
          </p:nvPr>
        </p:nvGraphicFramePr>
        <p:xfrm>
          <a:off x="5210140" y="3684469"/>
          <a:ext cx="3999193" cy="2141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83173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5</a:t>
            </a:fld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3Q26</a:t>
            </a:r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년 실적 프리뷰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443142"/>
              </p:ext>
            </p:extLst>
          </p:nvPr>
        </p:nvGraphicFramePr>
        <p:xfrm>
          <a:off x="639233" y="1447801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3Q26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영업이익 추정치 추이</a:t>
                      </a: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989793"/>
              </p:ext>
            </p:extLst>
          </p:nvPr>
        </p:nvGraphicFramePr>
        <p:xfrm>
          <a:off x="5358524" y="1447801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3Q26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순이익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지배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추정치 추이</a:t>
                      </a: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54584" y="1023446"/>
            <a:ext cx="8933350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3Q26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전년동기대비 여전히 크게 성장했으나 추정치 소폭 하향 조정 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094" y="4390927"/>
            <a:ext cx="9084630" cy="1033103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 marL="171450" indent="-171450">
              <a:lnSpc>
                <a:spcPct val="120000"/>
              </a:lnSpc>
              <a:spcAft>
                <a:spcPts val="10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3Q26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코스피 영업이익은 약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267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조원으로 추정되며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전년동기 대비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+217%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성장이 예상된다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삼성전자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SK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하이닉스 두 개 기업을 제외한 코스피 영업이익은 약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84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조원으로 전년동기 대비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+39%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성장이 예상된다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lnSpc>
                <a:spcPct val="120000"/>
              </a:lnSpc>
              <a:spcAft>
                <a:spcPts val="10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3Q26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코스피 당기순이익은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191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조원으로 추정되며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전년동기 대비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+179%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상승이 예상된다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삼성전자와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SK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하이닉스 순이익을 제외한 코스피 순이익 또한 약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46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조원으로 전년동기대비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+4.6%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성장이 예상된다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00000000-0008-0000-03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8873262"/>
              </p:ext>
            </p:extLst>
          </p:nvPr>
        </p:nvGraphicFramePr>
        <p:xfrm>
          <a:off x="639233" y="1731007"/>
          <a:ext cx="3960000" cy="21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00000000-0008-0000-03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4643141"/>
              </p:ext>
            </p:extLst>
          </p:nvPr>
        </p:nvGraphicFramePr>
        <p:xfrm>
          <a:off x="5327934" y="1731007"/>
          <a:ext cx="3960000" cy="21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37563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6</a:t>
            </a:fld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빅</a:t>
            </a:r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 </a:t>
            </a:r>
            <a:r>
              <a:rPr lang="ko-KR" altLang="en-US" sz="2400" dirty="0" err="1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이익비중</a:t>
            </a:r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시가총액 비중 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349913"/>
              </p:ext>
            </p:extLst>
          </p:nvPr>
        </p:nvGraphicFramePr>
        <p:xfrm>
          <a:off x="639233" y="1447801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삼성전자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+SK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하이닉스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이익 비중</a:t>
                      </a: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931547"/>
              </p:ext>
            </p:extLst>
          </p:nvPr>
        </p:nvGraphicFramePr>
        <p:xfrm>
          <a:off x="5358524" y="1447801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빅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삼성전자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+SK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하이닉스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시가총액 비중 추이</a:t>
                      </a: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54584" y="1023446"/>
            <a:ext cx="8933350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삼성전자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SK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하이닉스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분기 이익 비중 전체 코스피의 약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70%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6094" y="4390927"/>
            <a:ext cx="9084630" cy="1347548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 marL="171450" indent="-171450">
              <a:lnSpc>
                <a:spcPct val="120000"/>
              </a:lnSpc>
              <a:spcAft>
                <a:spcPts val="10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코스피 전체 기업의 영업이익 중 반도체 빅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2(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삼성전자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SK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하이닉스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영업이익 비중이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68%,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당기순이익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지배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기준으로는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76%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수준으로 코스피 이익 대부분이 삼성전자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SK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하이닉스에 의존하고 있는 상황이다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lnSpc>
                <a:spcPct val="120000"/>
              </a:lnSpc>
              <a:spcAft>
                <a:spcPts val="10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코스피 전체 시가총액에서 삼성전자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SK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하이닉스 빅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기업이 차지하는 비중이 작년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23~25%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수준에서 올해 초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40%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6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월말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60%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까지 확대되었다가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 반도체 조정으로 현재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50%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초반대를 유지 중이다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시가총액에서 차지하는 비중도 상당히 높은 편이다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>
              <a:lnSpc>
                <a:spcPct val="120000"/>
              </a:lnSpc>
              <a:spcAft>
                <a:spcPts val="10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5" name="차트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6965695"/>
              </p:ext>
            </p:extLst>
          </p:nvPr>
        </p:nvGraphicFramePr>
        <p:xfrm>
          <a:off x="571652" y="1736489"/>
          <a:ext cx="4027581" cy="2154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B7899F01-7A05-842D-CDA5-91B48BE6D8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6377974"/>
              </p:ext>
            </p:extLst>
          </p:nvPr>
        </p:nvGraphicFramePr>
        <p:xfrm>
          <a:off x="5319224" y="1731007"/>
          <a:ext cx="4038600" cy="21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67515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814645"/>
              </p:ext>
            </p:extLst>
          </p:nvPr>
        </p:nvGraphicFramePr>
        <p:xfrm>
          <a:off x="639233" y="3400424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업종별 영업이익 성장률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(%,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yoy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7</a:t>
            </a:fld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최근 업종별 이익 전망 추이</a:t>
            </a:r>
            <a:endParaRPr lang="en-US" altLang="ko-KR" sz="2400" dirty="0">
              <a:solidFill>
                <a:srgbClr val="00339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4584" y="1055250"/>
            <a:ext cx="8933350" cy="1577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분기 영업이익 성장률 높을 것으로 예상되는 업종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반도체</a:t>
            </a:r>
            <a:r>
              <a:rPr lang="en-US" altLang="ko-KR" sz="14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IT</a:t>
            </a:r>
            <a:r>
              <a:rPr lang="ko-KR" altLang="en-US" sz="14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가전</a:t>
            </a:r>
            <a:r>
              <a:rPr lang="en-US" altLang="ko-KR" sz="14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조선</a:t>
            </a:r>
            <a:r>
              <a:rPr lang="en-US" altLang="ko-KR" sz="14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에너지</a:t>
            </a: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연간 업종별 영업이익 성장률을 살펴보면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화학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반도체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에너지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IT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하드웨어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조선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건설건축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순으로 성장률이 높다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3Q26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업종별 영업이익 성장률을 살펴보면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반도체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(+726%,yoy), IT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가전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(+481%,yoy),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조선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(+170%,yoy),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에너지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(+155%,yoy)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순으로 성장률이 높다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3Q26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감익이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큰 업종은 많지 않지만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필수소비재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(-19%,yoy),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디스플레이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(-21%,yoy),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유틸리티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(-51%,yoy)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등의 업종이 전년대비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감익되었다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409408"/>
              </p:ext>
            </p:extLst>
          </p:nvPr>
        </p:nvGraphicFramePr>
        <p:xfrm>
          <a:off x="5249333" y="3400424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3Q26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업종별 영업이익 성장률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(%,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yoy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00000000-0008-0000-08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6612905"/>
              </p:ext>
            </p:extLst>
          </p:nvPr>
        </p:nvGraphicFramePr>
        <p:xfrm>
          <a:off x="5145749" y="3625007"/>
          <a:ext cx="3960000" cy="2214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00000000-0008-0000-08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1951082"/>
              </p:ext>
            </p:extLst>
          </p:nvPr>
        </p:nvGraphicFramePr>
        <p:xfrm>
          <a:off x="639233" y="3772411"/>
          <a:ext cx="3961360" cy="1989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10421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sp>
          <p:nvSpPr>
            <p:cNvPr id="2" name="직사각형 1"/>
            <p:cNvSpPr/>
            <p:nvPr/>
          </p:nvSpPr>
          <p:spPr>
            <a:xfrm>
              <a:off x="0" y="0"/>
              <a:ext cx="9906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5676121" y="850755"/>
              <a:ext cx="4229879" cy="25306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88000" rtlCol="0" anchor="ctr"/>
            <a:lstStyle/>
            <a:p>
              <a:pPr algn="r"/>
              <a:r>
                <a:rPr lang="en-US" altLang="ko-KR" sz="20000" b="1" dirty="0">
                  <a:solidFill>
                    <a:prstClr val="white"/>
                  </a:solidFill>
                  <a:latin typeface="Arial" panose="020B0604020202020204" pitchFamily="34" charset="0"/>
                  <a:ea typeface="나눔스퀘어 ExtraBold" panose="020B0600000101010101" pitchFamily="50" charset="-127"/>
                  <a:cs typeface="Arial" panose="020B0604020202020204" pitchFamily="34" charset="0"/>
                </a:rPr>
                <a:t>02</a:t>
              </a: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523875" y="714375"/>
              <a:ext cx="887730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523096" y="3571874"/>
            <a:ext cx="5153025" cy="81560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ts val="5000"/>
              </a:spcAft>
            </a:pPr>
            <a:r>
              <a:rPr lang="ko-KR" altLang="en-US" sz="4000" dirty="0" err="1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/>
              </a:rPr>
              <a:t>코스피</a:t>
            </a:r>
            <a:r>
              <a:rPr lang="ko-KR" altLang="en-US" sz="40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/>
              </a:rPr>
              <a:t> </a:t>
            </a:r>
            <a:r>
              <a:rPr lang="ko-KR" altLang="en-US" sz="4000" dirty="0" err="1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/>
              </a:rPr>
              <a:t>밸류</a:t>
            </a:r>
            <a:r>
              <a:rPr lang="en-US" altLang="ko-KR" sz="40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/>
              </a:rPr>
              <a:t>, </a:t>
            </a:r>
            <a:r>
              <a:rPr lang="ko-KR" altLang="en-US" sz="40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/>
              </a:rPr>
              <a:t>수급 점검</a:t>
            </a:r>
          </a:p>
        </p:txBody>
      </p:sp>
    </p:spTree>
    <p:extLst>
      <p:ext uri="{BB962C8B-B14F-4D97-AF65-F5344CB8AC3E}">
        <p14:creationId xmlns:p14="http://schemas.microsoft.com/office/powerpoint/2010/main" val="1764819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426398"/>
              </p:ext>
            </p:extLst>
          </p:nvPr>
        </p:nvGraphicFramePr>
        <p:xfrm>
          <a:off x="639233" y="3400424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12MF P/E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Valuation(5.1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배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9</a:t>
            </a:fld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코스피</a:t>
            </a:r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584" y="1055250"/>
            <a:ext cx="8933350" cy="1577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코스피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6,625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12MF PE 5.1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Trailing P/B, 1.65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</a:t>
            </a: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코스피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12MF P/E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기준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5.1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12M Trailing P/B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1.65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 기록 중이다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과거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코스피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12MF P/E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9~11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 사이에서 꾸준히 등락을 반복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이익 대비 시가총액으로 보았을 때 밸류에이션 수준은 굉장히 저평가되어 있다고 보여진다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코스피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Trailing P/B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1.6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 수준으로 내려오며 밴드를 벗어났던 지수가 밴드 안으로 복귀한 모습이다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979592"/>
              </p:ext>
            </p:extLst>
          </p:nvPr>
        </p:nvGraphicFramePr>
        <p:xfrm>
          <a:off x="5249333" y="3400424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Trailing P/B Valuation(1.65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배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1000292"/>
              </p:ext>
            </p:extLst>
          </p:nvPr>
        </p:nvGraphicFramePr>
        <p:xfrm>
          <a:off x="639233" y="3711347"/>
          <a:ext cx="3960000" cy="205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0168195"/>
              </p:ext>
            </p:extLst>
          </p:nvPr>
        </p:nvGraphicFramePr>
        <p:xfrm>
          <a:off x="5256293" y="3711347"/>
          <a:ext cx="3946079" cy="21370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1714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317483"/>
              </p:ext>
            </p:extLst>
          </p:nvPr>
        </p:nvGraphicFramePr>
        <p:xfrm>
          <a:off x="1258827" y="2528353"/>
          <a:ext cx="7208709" cy="4191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8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8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EPS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변화율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(2026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, PER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변화율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(2026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살펴본 업종별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위치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스케일조정으로 반도체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IT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하드웨어 제외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4902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10</a:t>
            </a:fld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업종별 </a:t>
            </a:r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Valuation(</a:t>
            </a:r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연초 대비</a:t>
            </a:r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en-US" altLang="ko-KR" sz="2400" dirty="0">
              <a:solidFill>
                <a:srgbClr val="00339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4583" y="1055250"/>
            <a:ext cx="9008491" cy="106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업종별 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Valuation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매력도가 높은 업종</a:t>
            </a: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 들어 연초 이후 이익추정치 상향조정 폭은 높았지만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가격은 크게 상승하지 못한 업종을 주목할 필요가 있다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반도체</a:t>
            </a:r>
            <a:r>
              <a:rPr lang="en-US" altLang="ko-KR" sz="11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 err="1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에너비</a:t>
            </a:r>
            <a:r>
              <a:rPr lang="en-US" altLang="ko-KR" sz="11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보험</a:t>
            </a:r>
            <a:r>
              <a:rPr lang="en-US" altLang="ko-KR" sz="11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b="1" dirty="0" err="1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호텔레저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업종이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Valuation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매력도가 높아 보인다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2053088"/>
              </p:ext>
            </p:extLst>
          </p:nvPr>
        </p:nvGraphicFramePr>
        <p:xfrm>
          <a:off x="1267536" y="2898000"/>
          <a:ext cx="7200000" cy="39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00605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11</a:t>
            </a:fld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prstClr val="white">
                  <a:lumMod val="6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업종별 영업이익 추이</a:t>
            </a:r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코스피</a:t>
            </a:r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447750"/>
              </p:ext>
            </p:extLst>
          </p:nvPr>
        </p:nvGraphicFramePr>
        <p:xfrm>
          <a:off x="472256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937848"/>
              </p:ext>
            </p:extLst>
          </p:nvPr>
        </p:nvGraphicFramePr>
        <p:xfrm>
          <a:off x="3632653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화학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232799"/>
              </p:ext>
            </p:extLst>
          </p:nvPr>
        </p:nvGraphicFramePr>
        <p:xfrm>
          <a:off x="6793050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비철목재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882184"/>
              </p:ext>
            </p:extLst>
          </p:nvPr>
        </p:nvGraphicFramePr>
        <p:xfrm>
          <a:off x="472256" y="3694434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철강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038677"/>
              </p:ext>
            </p:extLst>
          </p:nvPr>
        </p:nvGraphicFramePr>
        <p:xfrm>
          <a:off x="3632653" y="3694434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건축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901172"/>
              </p:ext>
            </p:extLst>
          </p:nvPr>
        </p:nvGraphicFramePr>
        <p:xfrm>
          <a:off x="6793050" y="3694434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기계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BD06ECA4-C5E7-6AC4-808F-9229A2F4D8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6305755"/>
              </p:ext>
            </p:extLst>
          </p:nvPr>
        </p:nvGraphicFramePr>
        <p:xfrm>
          <a:off x="472256" y="1311532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47BECFB8-927B-4541-56F4-84861444A3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233075"/>
              </p:ext>
            </p:extLst>
          </p:nvPr>
        </p:nvGraphicFramePr>
        <p:xfrm>
          <a:off x="3668653" y="1311532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DAA3753-596A-4614-CD5B-CD1B8786C5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5854991"/>
              </p:ext>
            </p:extLst>
          </p:nvPr>
        </p:nvGraphicFramePr>
        <p:xfrm>
          <a:off x="6769744" y="1311532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BCD2644F-7B6E-4822-F3B9-7663BD696E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3271158"/>
              </p:ext>
            </p:extLst>
          </p:nvPr>
        </p:nvGraphicFramePr>
        <p:xfrm>
          <a:off x="472256" y="4067794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8A222D12-3AB9-C95A-9404-90E51FFF36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8926869"/>
              </p:ext>
            </p:extLst>
          </p:nvPr>
        </p:nvGraphicFramePr>
        <p:xfrm>
          <a:off x="3668653" y="4067794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6A28F610-8F20-54AB-C47B-1F2B2C6B37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8301305"/>
              </p:ext>
            </p:extLst>
          </p:nvPr>
        </p:nvGraphicFramePr>
        <p:xfrm>
          <a:off x="6793050" y="4062495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02006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12</a:t>
            </a:fld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prstClr val="white">
                  <a:lumMod val="6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업종별 영업이익 추이</a:t>
            </a:r>
            <a:endParaRPr lang="en-US" altLang="ko-KR" sz="2400" dirty="0">
              <a:solidFill>
                <a:srgbClr val="00339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020337"/>
              </p:ext>
            </p:extLst>
          </p:nvPr>
        </p:nvGraphicFramePr>
        <p:xfrm>
          <a:off x="472256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조선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986161"/>
              </p:ext>
            </p:extLst>
          </p:nvPr>
        </p:nvGraphicFramePr>
        <p:xfrm>
          <a:off x="3632653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상사자본재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590676"/>
              </p:ext>
            </p:extLst>
          </p:nvPr>
        </p:nvGraphicFramePr>
        <p:xfrm>
          <a:off x="6793050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운송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426953"/>
              </p:ext>
            </p:extLst>
          </p:nvPr>
        </p:nvGraphicFramePr>
        <p:xfrm>
          <a:off x="472256" y="3694434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자동차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915042"/>
              </p:ext>
            </p:extLst>
          </p:nvPr>
        </p:nvGraphicFramePr>
        <p:xfrm>
          <a:off x="3632653" y="3694434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화장품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583299"/>
              </p:ext>
            </p:extLst>
          </p:nvPr>
        </p:nvGraphicFramePr>
        <p:xfrm>
          <a:off x="6793050" y="3694434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호텔레저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90E21EB4-8363-FB49-9CF5-8C83B3637C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5493963"/>
              </p:ext>
            </p:extLst>
          </p:nvPr>
        </p:nvGraphicFramePr>
        <p:xfrm>
          <a:off x="472256" y="1259279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AA93EC55-284E-17E1-4073-6DDD84CDA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8433389"/>
              </p:ext>
            </p:extLst>
          </p:nvPr>
        </p:nvGraphicFramePr>
        <p:xfrm>
          <a:off x="3596653" y="1259279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5BF8F23C-06F5-A5C6-AEA9-95DCEE4528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7374344"/>
              </p:ext>
            </p:extLst>
          </p:nvPr>
        </p:nvGraphicFramePr>
        <p:xfrm>
          <a:off x="6685050" y="1259279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82C99A79-45A4-9088-BB56-B17DCBAEFF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7517079"/>
              </p:ext>
            </p:extLst>
          </p:nvPr>
        </p:nvGraphicFramePr>
        <p:xfrm>
          <a:off x="412950" y="3952529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50B966EF-3857-1666-ED7A-0802BCB40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6286853"/>
              </p:ext>
            </p:extLst>
          </p:nvPr>
        </p:nvGraphicFramePr>
        <p:xfrm>
          <a:off x="3596653" y="4010242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5A418A45-0FED-BD88-F026-B621DEF52C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8408826"/>
              </p:ext>
            </p:extLst>
          </p:nvPr>
        </p:nvGraphicFramePr>
        <p:xfrm>
          <a:off x="6793050" y="4010242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280229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13</a:t>
            </a:fld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prstClr val="white">
                  <a:lumMod val="6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업종별 영업이익 추이</a:t>
            </a:r>
            <a:endParaRPr lang="en-US" altLang="ko-KR" sz="2400" dirty="0">
              <a:solidFill>
                <a:srgbClr val="00339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022068"/>
              </p:ext>
            </p:extLst>
          </p:nvPr>
        </p:nvGraphicFramePr>
        <p:xfrm>
          <a:off x="472256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미디어교육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216832"/>
              </p:ext>
            </p:extLst>
          </p:nvPr>
        </p:nvGraphicFramePr>
        <p:xfrm>
          <a:off x="3632653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소매유통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593427"/>
              </p:ext>
            </p:extLst>
          </p:nvPr>
        </p:nvGraphicFramePr>
        <p:xfrm>
          <a:off x="6793050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필수소비재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502675"/>
              </p:ext>
            </p:extLst>
          </p:nvPr>
        </p:nvGraphicFramePr>
        <p:xfrm>
          <a:off x="472256" y="3694434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건강관리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997679"/>
              </p:ext>
            </p:extLst>
          </p:nvPr>
        </p:nvGraphicFramePr>
        <p:xfrm>
          <a:off x="3632653" y="3694434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은행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1990"/>
              </p:ext>
            </p:extLst>
          </p:nvPr>
        </p:nvGraphicFramePr>
        <p:xfrm>
          <a:off x="6793050" y="3694434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증권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B5B926E0-47F8-A171-A41E-8E08CC9E46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7042659"/>
              </p:ext>
            </p:extLst>
          </p:nvPr>
        </p:nvGraphicFramePr>
        <p:xfrm>
          <a:off x="354583" y="1201566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86304780-5BD8-1AB1-47E8-F1D5E9D6C6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1117034"/>
              </p:ext>
            </p:extLst>
          </p:nvPr>
        </p:nvGraphicFramePr>
        <p:xfrm>
          <a:off x="3478980" y="1201566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44517A30-CB04-69AD-EF59-C24C094A69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9158524"/>
              </p:ext>
            </p:extLst>
          </p:nvPr>
        </p:nvGraphicFramePr>
        <p:xfrm>
          <a:off x="6811050" y="1201566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5E9E8375-D798-2E69-6202-35081961E4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0253289"/>
              </p:ext>
            </p:extLst>
          </p:nvPr>
        </p:nvGraphicFramePr>
        <p:xfrm>
          <a:off x="412950" y="3952529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BEB16509-DF69-CFD4-F819-5261CEA1CA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9508810"/>
              </p:ext>
            </p:extLst>
          </p:nvPr>
        </p:nvGraphicFramePr>
        <p:xfrm>
          <a:off x="3632653" y="3952529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192B47D4-B96C-B3A4-3EFD-A4B243104D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2698903"/>
              </p:ext>
            </p:extLst>
          </p:nvPr>
        </p:nvGraphicFramePr>
        <p:xfrm>
          <a:off x="6769744" y="3952529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950448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1103-9D08-05C3-2733-60C60B722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4549F5E-4E77-46BD-D357-B682CD81548B}"/>
              </a:ext>
            </a:extLst>
          </p:cNvPr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14</a:t>
            </a:fld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prstClr val="white">
                  <a:lumMod val="6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5E7DB-586E-B15F-A5D2-94A5175628CC}"/>
              </a:ext>
            </a:extLst>
          </p:cNvPr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업종별 영업이익 추이</a:t>
            </a:r>
            <a:endParaRPr lang="en-US" altLang="ko-KR" sz="2400" dirty="0">
              <a:solidFill>
                <a:srgbClr val="00339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854BE04-A63D-B901-4635-9BF4209C8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848378"/>
              </p:ext>
            </p:extLst>
          </p:nvPr>
        </p:nvGraphicFramePr>
        <p:xfrm>
          <a:off x="472256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보험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F0D828C-194B-98DE-822F-79AD6C2FE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414413"/>
              </p:ext>
            </p:extLst>
          </p:nvPr>
        </p:nvGraphicFramePr>
        <p:xfrm>
          <a:off x="3632653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소프트웨어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505AD9F-3F1E-B396-BEEC-C03EE99C2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469870"/>
              </p:ext>
            </p:extLst>
          </p:nvPr>
        </p:nvGraphicFramePr>
        <p:xfrm>
          <a:off x="6793050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하드웨어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B720801-C35E-5A79-D7BB-A486F1977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522106"/>
              </p:ext>
            </p:extLst>
          </p:nvPr>
        </p:nvGraphicFramePr>
        <p:xfrm>
          <a:off x="472256" y="3694434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반도체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5852C07-2B96-3C51-6DCB-1CD25B20D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640690"/>
              </p:ext>
            </p:extLst>
          </p:nvPr>
        </p:nvGraphicFramePr>
        <p:xfrm>
          <a:off x="3632653" y="3694434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가전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E590AD49-0BC6-2413-81DE-DB2E9F5D1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585869"/>
              </p:ext>
            </p:extLst>
          </p:nvPr>
        </p:nvGraphicFramePr>
        <p:xfrm>
          <a:off x="6793050" y="3694434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디스플레이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201B7875-8DF3-F26A-6315-D977DB71EE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0520974"/>
              </p:ext>
            </p:extLst>
          </p:nvPr>
        </p:nvGraphicFramePr>
        <p:xfrm>
          <a:off x="472256" y="1201566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53C36498-AA55-E270-0CD1-5AEFC9EBB4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7826019"/>
              </p:ext>
            </p:extLst>
          </p:nvPr>
        </p:nvGraphicFramePr>
        <p:xfrm>
          <a:off x="3596653" y="1199592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5F4FB0AE-718A-8D1C-47D1-F2661BD7A9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8678437"/>
              </p:ext>
            </p:extLst>
          </p:nvPr>
        </p:nvGraphicFramePr>
        <p:xfrm>
          <a:off x="6829050" y="1199592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4A7B8196-E532-8A69-1B97-66DB32AC51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8889346"/>
              </p:ext>
            </p:extLst>
          </p:nvPr>
        </p:nvGraphicFramePr>
        <p:xfrm>
          <a:off x="508256" y="3952529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1741A29E-868F-8450-D57D-D980B7879D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023547"/>
              </p:ext>
            </p:extLst>
          </p:nvPr>
        </p:nvGraphicFramePr>
        <p:xfrm>
          <a:off x="3668653" y="3952529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993FD32D-D16F-6746-28FC-0F74E8677D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3275569"/>
              </p:ext>
            </p:extLst>
          </p:nvPr>
        </p:nvGraphicFramePr>
        <p:xfrm>
          <a:off x="6829050" y="3952529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716021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D37B-971F-4F9B-FC48-F62D8B3E8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7F163C0-D18D-4A30-2147-1B25B534EE9C}"/>
              </a:ext>
            </a:extLst>
          </p:cNvPr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15</a:t>
            </a:fld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prstClr val="white">
                  <a:lumMod val="6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CDBCB-AC1B-B803-3F21-FF91D0370BA2}"/>
              </a:ext>
            </a:extLst>
          </p:cNvPr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업종별 영업이익 추이</a:t>
            </a:r>
            <a:endParaRPr lang="en-US" altLang="ko-KR" sz="2400" dirty="0">
              <a:solidFill>
                <a:srgbClr val="00339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5FF75E8-B6FB-2B02-9693-DB531BAFC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980255"/>
              </p:ext>
            </p:extLst>
          </p:nvPr>
        </p:nvGraphicFramePr>
        <p:xfrm>
          <a:off x="472256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통신서비스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3F59FC2-E2DF-AC5B-65C3-1E826E5D4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293203"/>
              </p:ext>
            </p:extLst>
          </p:nvPr>
        </p:nvGraphicFramePr>
        <p:xfrm>
          <a:off x="3632653" y="943471"/>
          <a:ext cx="2700000" cy="2474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유틸리티 업종 영업이익 추이</a:t>
                      </a: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24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541671C5-F4D7-C8BE-11FD-C805B930D9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8993681"/>
              </p:ext>
            </p:extLst>
          </p:nvPr>
        </p:nvGraphicFramePr>
        <p:xfrm>
          <a:off x="472256" y="1324594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5ADD3EA3-D928-451A-92AB-323C09A08C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1961745"/>
              </p:ext>
            </p:extLst>
          </p:nvPr>
        </p:nvGraphicFramePr>
        <p:xfrm>
          <a:off x="3596653" y="1324594"/>
          <a:ext cx="2664000" cy="196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22896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532843"/>
              </p:ext>
            </p:extLst>
          </p:nvPr>
        </p:nvGraphicFramePr>
        <p:xfrm>
          <a:off x="639233" y="3400424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 이후 투자 주체별 수급</a:t>
                      </a: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16</a:t>
            </a:fld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수급 현황</a:t>
            </a:r>
            <a:endParaRPr lang="en-US" altLang="ko-KR" sz="2400" dirty="0">
              <a:solidFill>
                <a:srgbClr val="00339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4584" y="1055250"/>
            <a:ext cx="8933350" cy="125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이후 기관 </a:t>
            </a:r>
            <a:r>
              <a:rPr lang="ko-KR" altLang="en-US" sz="14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순매수세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전환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 순매수 중이나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외국인 순매도세 유지 중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이후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26.10.8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기준 개인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97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 순매수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기관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 순매수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외국인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196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 순매도 하였다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2025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~10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월까지 코스피 외국인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+20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 순매수 했으나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 이후 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순매도세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전환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순매도 지속 중이다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7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 조정과 환율 하락으로 외국인 투자자들에게 우호적인 매크로 환경이 되었으나 여전히 순매도세 유지 중이다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132175"/>
              </p:ext>
            </p:extLst>
          </p:nvPr>
        </p:nvGraphicFramePr>
        <p:xfrm>
          <a:off x="5249333" y="3400424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연초 이후 투자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주체별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수급</a:t>
                      </a: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198918"/>
              </p:ext>
            </p:extLst>
          </p:nvPr>
        </p:nvGraphicFramePr>
        <p:xfrm>
          <a:off x="5178595" y="3650384"/>
          <a:ext cx="3910304" cy="2242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8023104"/>
              </p:ext>
            </p:extLst>
          </p:nvPr>
        </p:nvGraphicFramePr>
        <p:xfrm>
          <a:off x="639233" y="3650384"/>
          <a:ext cx="3909600" cy="224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99581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sp>
          <p:nvSpPr>
            <p:cNvPr id="2" name="직사각형 1"/>
            <p:cNvSpPr/>
            <p:nvPr/>
          </p:nvSpPr>
          <p:spPr>
            <a:xfrm>
              <a:off x="0" y="0"/>
              <a:ext cx="9906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5676121" y="850755"/>
              <a:ext cx="4229879" cy="25306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88000" rtlCol="0" anchor="ctr"/>
            <a:lstStyle/>
            <a:p>
              <a:pPr algn="r"/>
              <a:r>
                <a:rPr lang="en-US" altLang="ko-KR" sz="20000" b="1" dirty="0">
                  <a:solidFill>
                    <a:prstClr val="white"/>
                  </a:solidFill>
                  <a:latin typeface="Arial" panose="020B0604020202020204" pitchFamily="34" charset="0"/>
                  <a:ea typeface="나눔스퀘어 ExtraBold" panose="020B0600000101010101" pitchFamily="50" charset="-127"/>
                  <a:cs typeface="Arial" panose="020B0604020202020204" pitchFamily="34" charset="0"/>
                </a:rPr>
                <a:t>03</a:t>
              </a: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523875" y="714375"/>
              <a:ext cx="887730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523096" y="3571874"/>
            <a:ext cx="8377623" cy="8925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ts val="5000"/>
              </a:spcAft>
            </a:pPr>
            <a:r>
              <a:rPr lang="en-US" altLang="ko-KR" sz="40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/>
              </a:rPr>
              <a:t>3Q26 </a:t>
            </a:r>
            <a:r>
              <a:rPr lang="ko-KR" altLang="en-US" sz="4000" dirty="0" err="1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/>
              </a:rPr>
              <a:t>어닝</a:t>
            </a:r>
            <a:r>
              <a:rPr lang="ko-KR" altLang="en-US" sz="40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/>
              </a:rPr>
              <a:t> 서프라이즈 프리뷰</a:t>
            </a:r>
          </a:p>
        </p:txBody>
      </p:sp>
    </p:spTree>
    <p:extLst>
      <p:ext uri="{BB962C8B-B14F-4D97-AF65-F5344CB8AC3E}">
        <p14:creationId xmlns:p14="http://schemas.microsoft.com/office/powerpoint/2010/main" val="3320462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18</a:t>
            </a:fld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prstClr val="white">
                  <a:lumMod val="6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PEAD </a:t>
            </a:r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전략 </a:t>
            </a:r>
            <a:endParaRPr lang="en-US" altLang="ko-KR" sz="2400" dirty="0">
              <a:solidFill>
                <a:srgbClr val="00339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4583" y="1055250"/>
            <a:ext cx="9008491" cy="239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lang="en-US" altLang="ko-KR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PEAD(Post Earnings Announcement Drift)</a:t>
            </a: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PEAD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전략이란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Post Earnings Announcement Drift 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약자로 잠정실적 발표 초기에 회계이익의 정보성이 기업가치평가에 충분히 반영하지 못한다는 자본시장 이례현상을 기본 가정으로 한다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주식시장이 비효율적이기 때문에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실적 </a:t>
            </a:r>
            <a:r>
              <a:rPr lang="ko-KR" altLang="en-US" sz="11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발표일에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주가가 실적을 전부 반영하지 못하고 일정기간 동안 서서히 일정 방향으로 움직이는 현상으로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본다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ko-KR" altLang="en-US" sz="11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어닝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서프라이즈를 나타내는 표준화 지표는 크게 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가지가 있는 데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그 중에서도 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SUE, ESCR 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지표가 가장 보편적으로 쓰임</a:t>
            </a:r>
            <a:endParaRPr lang="en-US" altLang="ko-KR" sz="11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상장 기업 중 컨센서스가 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이상 존재하는 종목을 대상으로 최근 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40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분기 </a:t>
            </a:r>
            <a:r>
              <a:rPr lang="ko-KR" altLang="en-US" sz="11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백테스트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진행 결과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당일 종가 대응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당기순이익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서프라이즈 보다 영업이익 서프라이즈로 대응하는 것이 수익률이 더 좋았다</a:t>
            </a:r>
            <a:endParaRPr lang="en-US" altLang="ko-KR" sz="11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endParaRPr lang="ko-KR" altLang="en-US" sz="11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557539"/>
              </p:ext>
            </p:extLst>
          </p:nvPr>
        </p:nvGraphicFramePr>
        <p:xfrm>
          <a:off x="639233" y="3400424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잠정실적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발표 전후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SUE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기준 최상위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최하위 주가 흐름</a:t>
                      </a: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580055"/>
              </p:ext>
            </p:extLst>
          </p:nvPr>
        </p:nvGraphicFramePr>
        <p:xfrm>
          <a:off x="5249333" y="3400424"/>
          <a:ext cx="3960000" cy="265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어닝서프라이즈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지표의 표준화</a:t>
                      </a: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95839" y="3431097"/>
            <a:ext cx="818677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8" name="차트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7135564"/>
              </p:ext>
            </p:extLst>
          </p:nvPr>
        </p:nvGraphicFramePr>
        <p:xfrm>
          <a:off x="639233" y="3703379"/>
          <a:ext cx="4025900" cy="212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482209"/>
              </p:ext>
            </p:extLst>
          </p:nvPr>
        </p:nvGraphicFramePr>
        <p:xfrm>
          <a:off x="5249334" y="3718524"/>
          <a:ext cx="3959999" cy="2071639"/>
        </p:xfrm>
        <a:graphic>
          <a:graphicData uri="http://schemas.openxmlformats.org/drawingml/2006/table">
            <a:tbl>
              <a:tblPr/>
              <a:tblGrid>
                <a:gridCol w="183053">
                  <a:extLst>
                    <a:ext uri="{9D8B030D-6E8A-4147-A177-3AD203B41FA5}">
                      <a16:colId xmlns:a16="http://schemas.microsoft.com/office/drawing/2014/main" val="1112544169"/>
                    </a:ext>
                  </a:extLst>
                </a:gridCol>
                <a:gridCol w="353375">
                  <a:extLst>
                    <a:ext uri="{9D8B030D-6E8A-4147-A177-3AD203B41FA5}">
                      <a16:colId xmlns:a16="http://schemas.microsoft.com/office/drawing/2014/main" val="3519130838"/>
                    </a:ext>
                  </a:extLst>
                </a:gridCol>
                <a:gridCol w="1801117">
                  <a:extLst>
                    <a:ext uri="{9D8B030D-6E8A-4147-A177-3AD203B41FA5}">
                      <a16:colId xmlns:a16="http://schemas.microsoft.com/office/drawing/2014/main" val="1319983244"/>
                    </a:ext>
                  </a:extLst>
                </a:gridCol>
                <a:gridCol w="1622454">
                  <a:extLst>
                    <a:ext uri="{9D8B030D-6E8A-4147-A177-3AD203B41FA5}">
                      <a16:colId xmlns:a16="http://schemas.microsoft.com/office/drawing/2014/main" val="3669298535"/>
                    </a:ext>
                  </a:extLst>
                </a:gridCol>
              </a:tblGrid>
              <a:tr h="30924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b="1" kern="0" dirty="0"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NO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800" b="1" kern="0" dirty="0" err="1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팩터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800" b="1" kern="0" dirty="0" err="1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팩터</a:t>
                      </a:r>
                      <a:r>
                        <a:rPr lang="ko-KR" sz="800" b="1" kern="0" dirty="0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 설명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800" b="1" kern="0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계산방법</a:t>
                      </a: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716500"/>
                  </a:ext>
                </a:extLst>
              </a:tr>
              <a:tr h="400439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b="1" kern="0"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</a:t>
                      </a: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b="1" kern="0"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SUE</a:t>
                      </a: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b="1" kern="0" dirty="0"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Standardized Unexpected Earnings, </a:t>
                      </a:r>
                      <a:r>
                        <a:rPr lang="ko-KR" sz="800" b="1" kern="0" dirty="0" err="1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어닝</a:t>
                      </a:r>
                      <a:r>
                        <a:rPr lang="ko-KR" sz="800" b="1" kern="0" dirty="0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 서프라이즈 강도를 표준화하는 대표적인 방법으로 </a:t>
                      </a:r>
                      <a:r>
                        <a:rPr lang="ko-KR" sz="800" b="1" kern="0" dirty="0" err="1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어닝서프라이즈를</a:t>
                      </a:r>
                      <a:r>
                        <a:rPr lang="ko-KR" sz="800" b="1" kern="0" dirty="0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 예상치의 표준편차로 나눈 값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sz="800" b="1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영업이익 잠정치</a:t>
                      </a: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sz="800" b="1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최근 추정치</a:t>
                      </a: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)/</a:t>
                      </a:r>
                      <a:r>
                        <a:rPr lang="ko-KR" sz="800" b="1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추정치들의 표준편차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436033"/>
                  </a:ext>
                </a:extLst>
              </a:tr>
              <a:tr h="400439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b="1" kern="0"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</a:t>
                      </a: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b="1" kern="0"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ESCR</a:t>
                      </a: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b="1" kern="0" dirty="0"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Earnings Surprise Over Consensus Range, </a:t>
                      </a:r>
                      <a:r>
                        <a:rPr lang="ko-KR" sz="800" b="1" kern="0" dirty="0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분모에 추정치들의 표준편차 대신</a:t>
                      </a:r>
                      <a:r>
                        <a:rPr lang="en-US" sz="800" b="1" kern="0" dirty="0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 Range </a:t>
                      </a:r>
                      <a:r>
                        <a:rPr lang="ko-KR" sz="800" b="1" kern="0" dirty="0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를 대입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sz="800" b="1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영업이익 잠정치</a:t>
                      </a: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sz="800" b="1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최근 추정치</a:t>
                      </a: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)/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  <a:p>
                      <a:pPr algn="ctr" fontAlgn="ctr" latinLnBrk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Range(=</a:t>
                      </a:r>
                      <a:r>
                        <a:rPr lang="ko-KR" sz="800" b="1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추정치 최고치</a:t>
                      </a: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lang="ko-KR" sz="800" b="1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추정치 최저치</a:t>
                      </a: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217212"/>
                  </a:ext>
                </a:extLst>
              </a:tr>
              <a:tr h="400439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</a:t>
                      </a: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b="1" kern="0"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ESBR</a:t>
                      </a: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Earnings Surprise Over Book value Ratio, </a:t>
                      </a:r>
                      <a:r>
                        <a:rPr lang="ko-KR" sz="800" kern="0" dirty="0" err="1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어닝서프라이즈를</a:t>
                      </a:r>
                      <a:r>
                        <a:rPr lang="en-US" sz="800" kern="0" dirty="0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en-US" sz="800" kern="0" dirty="0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장부가격으</a:t>
                      </a:r>
                      <a:r>
                        <a:rPr lang="ko-KR" sz="800" kern="0" dirty="0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로 나눈 값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sz="800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영업이익 잠정치</a:t>
                      </a: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lang="ko-KR" sz="800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최근 추정치</a:t>
                      </a: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)/</a:t>
                      </a:r>
                      <a:r>
                        <a:rPr lang="ko-KR" altLang="en-US" sz="800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장부가액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670077"/>
                  </a:ext>
                </a:extLst>
              </a:tr>
              <a:tr h="400439"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</a:t>
                      </a: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b="1" kern="0"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ESPR</a:t>
                      </a: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800" kern="0"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Earnings Surprise Over Price Ratio, </a:t>
                      </a:r>
                      <a:r>
                        <a:rPr lang="ko-KR" sz="800" kern="0"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굴림" panose="020B0600000101010101" pitchFamily="50" charset="-127"/>
                        </a:rPr>
                        <a:t>분모에 추정치들의 표준편차 대신 시가총액을 사용</a:t>
                      </a:r>
                      <a:endParaRPr lang="ko-KR" sz="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sz="800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영업이익 잠정치</a:t>
                      </a: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sz="800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최근 추정치</a:t>
                      </a:r>
                      <a:r>
                        <a:rPr lang="en-US" sz="800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)/</a:t>
                      </a:r>
                      <a:r>
                        <a:rPr lang="ko-KR" sz="800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나눔고딕" panose="020D0604000000000000" pitchFamily="50" charset="-127"/>
                          <a:cs typeface="Arial" panose="020B0604020202020204" pitchFamily="34" charset="0"/>
                        </a:rPr>
                        <a:t>시가총액</a:t>
                      </a:r>
                      <a:endParaRPr lang="ko-KR" sz="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4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723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19</a:t>
            </a:fld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prstClr val="white">
                  <a:lumMod val="6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분기 </a:t>
            </a:r>
            <a:r>
              <a:rPr lang="ko-KR" altLang="en-US" sz="2400" dirty="0" err="1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어닝</a:t>
            </a:r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서프라이즈 예상 종목</a:t>
            </a:r>
            <a:endParaRPr lang="en-US" altLang="ko-KR" sz="2400" dirty="0">
              <a:solidFill>
                <a:srgbClr val="00339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4583" y="1055250"/>
            <a:ext cx="9008491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500"/>
              </a:spcAft>
            </a:pPr>
            <a:r>
              <a:rPr lang="ko-KR" altLang="en-US" sz="14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어닝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서프라이즈 예상 </a:t>
            </a:r>
            <a:r>
              <a:rPr lang="ko-KR" altLang="en-US" sz="14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로직</a:t>
            </a:r>
            <a:r>
              <a:rPr lang="ko-KR" altLang="en-US" sz="14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400" b="1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ko-KR" altLang="en-US" sz="11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애널리스트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추정치가 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이상인 종목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 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196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중 유망 업종에 해당하는 종목</a:t>
            </a:r>
            <a:endParaRPr lang="en-US" altLang="ko-KR" sz="11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최근 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개월간 영업이익 컨센서스 변화율이 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+10% 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이상인 종목</a:t>
            </a:r>
            <a:endParaRPr lang="en-US" altLang="ko-KR" sz="11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시가총액 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5,000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억원 이상</a:t>
            </a:r>
            <a:endParaRPr lang="en-US" altLang="ko-KR" sz="11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647630"/>
              </p:ext>
            </p:extLst>
          </p:nvPr>
        </p:nvGraphicFramePr>
        <p:xfrm>
          <a:off x="568977" y="2412545"/>
          <a:ext cx="8749947" cy="3805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9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0880">
                <a:tc>
                  <a:txBody>
                    <a:bodyPr/>
                    <a:lstStyle/>
                    <a:p>
                      <a:pPr latinLnBrk="1"/>
                      <a:endParaRPr lang="ko-KR" altLang="en-US" sz="11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02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2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유진투자증권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Quantiwise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8000" marR="18000" marT="18000" marB="1800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991937"/>
              </p:ext>
            </p:extLst>
          </p:nvPr>
        </p:nvGraphicFramePr>
        <p:xfrm>
          <a:off x="604072" y="2743934"/>
          <a:ext cx="8759002" cy="3058820"/>
        </p:xfrm>
        <a:graphic>
          <a:graphicData uri="http://schemas.openxmlformats.org/drawingml/2006/table">
            <a:tbl>
              <a:tblPr/>
              <a:tblGrid>
                <a:gridCol w="996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0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4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5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57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57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57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5782">
                  <a:extLst>
                    <a:ext uri="{9D8B030D-6E8A-4147-A177-3AD203B41FA5}">
                      <a16:colId xmlns:a16="http://schemas.microsoft.com/office/drawing/2014/main" val="949698262"/>
                    </a:ext>
                  </a:extLst>
                </a:gridCol>
                <a:gridCol w="725782">
                  <a:extLst>
                    <a:ext uri="{9D8B030D-6E8A-4147-A177-3AD203B41FA5}">
                      <a16:colId xmlns:a16="http://schemas.microsoft.com/office/drawing/2014/main" val="2421722793"/>
                    </a:ext>
                  </a:extLst>
                </a:gridCol>
                <a:gridCol w="725782">
                  <a:extLst>
                    <a:ext uri="{9D8B030D-6E8A-4147-A177-3AD203B41FA5}">
                      <a16:colId xmlns:a16="http://schemas.microsoft.com/office/drawing/2014/main" val="1483074852"/>
                    </a:ext>
                  </a:extLst>
                </a:gridCol>
              </a:tblGrid>
              <a:tr h="29651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종목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업종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WI26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시가총액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십억원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수익률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외국인 순매수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십억원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Valuation (X, 12MF)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12MF EPS 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1M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변화율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P/E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P/B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포스코퓨처엠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17,176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6.92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-2.81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-64.01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236.95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21.29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LG화학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20,225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6.11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-115.7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14.99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26.16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엘앤에프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IT가전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4,728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-11.32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-35.2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97.18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6.21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27.12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LG에너지솔루션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IT가전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93,834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15.06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63.08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56.29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61.83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SK이노베이션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에너지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27,201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16.59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62.97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317.32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10.31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18.72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와이씨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반도체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1,405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7.06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7.06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49.09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-4.2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27.03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32.57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삼성전기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IT하드웨어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115,476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-0.96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-0.96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12.85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320.74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-83.97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41.45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롯데에너지머티리얼즈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IT하드웨어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2,891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28.52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28.52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51.23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-17.04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-21.22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342.27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64.79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포스코퓨처엠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17,176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6.92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-2.81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-64.01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236.95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21.29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LG화학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20,225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11.48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6.11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-115.7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14.99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26.16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174362"/>
                  </a:ext>
                </a:extLst>
              </a:tr>
              <a:tr h="221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엘앤에프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IT가전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4,728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-11.32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-35.2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97.18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6.21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27.12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7945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481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sp>
          <p:nvSpPr>
            <p:cNvPr id="2" name="직사각형 1"/>
            <p:cNvSpPr/>
            <p:nvPr/>
          </p:nvSpPr>
          <p:spPr>
            <a:xfrm>
              <a:off x="0" y="0"/>
              <a:ext cx="9906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5676121" y="850755"/>
              <a:ext cx="4229879" cy="25306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88000" rtlCol="0" anchor="ctr"/>
            <a:lstStyle/>
            <a:p>
              <a:pPr algn="r"/>
              <a:r>
                <a:rPr lang="en-US" altLang="ko-KR" sz="20000" b="1" dirty="0">
                  <a:solidFill>
                    <a:prstClr val="white"/>
                  </a:solidFill>
                  <a:latin typeface="Arial" panose="020B0604020202020204" pitchFamily="34" charset="0"/>
                  <a:ea typeface="나눔스퀘어 ExtraBold" panose="020B0600000101010101" pitchFamily="50" charset="-127"/>
                  <a:cs typeface="Arial" panose="020B0604020202020204" pitchFamily="34" charset="0"/>
                </a:rPr>
                <a:t>04</a:t>
              </a: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523875" y="714375"/>
              <a:ext cx="887730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523096" y="3571874"/>
            <a:ext cx="6951130" cy="81560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ts val="5000"/>
              </a:spcAft>
            </a:pPr>
            <a:r>
              <a:rPr lang="ko-KR" altLang="en-US" sz="40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"/>
              </a:rPr>
              <a:t>실적발표 일정</a:t>
            </a:r>
          </a:p>
        </p:txBody>
      </p:sp>
    </p:spTree>
    <p:extLst>
      <p:ext uri="{BB962C8B-B14F-4D97-AF65-F5344CB8AC3E}">
        <p14:creationId xmlns:p14="http://schemas.microsoft.com/office/powerpoint/2010/main" val="329168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21</a:t>
            </a:fld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prstClr val="white">
                  <a:lumMod val="6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상장기업 실적발표 예정</a:t>
            </a:r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(10</a:t>
            </a:r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월</a:t>
            </a:r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2400" dirty="0">
              <a:solidFill>
                <a:srgbClr val="00339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584" y="1055250"/>
            <a:ext cx="8670146" cy="291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 실적 발표 예정 기업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총 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73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</a:t>
            </a:r>
            <a:endParaRPr lang="en-US" altLang="ko-KR" sz="11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906472"/>
              </p:ext>
            </p:extLst>
          </p:nvPr>
        </p:nvGraphicFramePr>
        <p:xfrm>
          <a:off x="413116" y="1423645"/>
          <a:ext cx="9017148" cy="5157677"/>
        </p:xfrm>
        <a:graphic>
          <a:graphicData uri="http://schemas.openxmlformats.org/drawingml/2006/table">
            <a:tbl>
              <a:tblPr/>
              <a:tblGrid>
                <a:gridCol w="1288164">
                  <a:extLst>
                    <a:ext uri="{9D8B030D-6E8A-4147-A177-3AD203B41FA5}">
                      <a16:colId xmlns:a16="http://schemas.microsoft.com/office/drawing/2014/main" val="1742220923"/>
                    </a:ext>
                  </a:extLst>
                </a:gridCol>
                <a:gridCol w="1288164">
                  <a:extLst>
                    <a:ext uri="{9D8B030D-6E8A-4147-A177-3AD203B41FA5}">
                      <a16:colId xmlns:a16="http://schemas.microsoft.com/office/drawing/2014/main" val="775404904"/>
                    </a:ext>
                  </a:extLst>
                </a:gridCol>
                <a:gridCol w="1288164">
                  <a:extLst>
                    <a:ext uri="{9D8B030D-6E8A-4147-A177-3AD203B41FA5}">
                      <a16:colId xmlns:a16="http://schemas.microsoft.com/office/drawing/2014/main" val="1776776762"/>
                    </a:ext>
                  </a:extLst>
                </a:gridCol>
                <a:gridCol w="1288164">
                  <a:extLst>
                    <a:ext uri="{9D8B030D-6E8A-4147-A177-3AD203B41FA5}">
                      <a16:colId xmlns:a16="http://schemas.microsoft.com/office/drawing/2014/main" val="3044449169"/>
                    </a:ext>
                  </a:extLst>
                </a:gridCol>
                <a:gridCol w="1288164">
                  <a:extLst>
                    <a:ext uri="{9D8B030D-6E8A-4147-A177-3AD203B41FA5}">
                      <a16:colId xmlns:a16="http://schemas.microsoft.com/office/drawing/2014/main" val="440749649"/>
                    </a:ext>
                  </a:extLst>
                </a:gridCol>
                <a:gridCol w="1288164">
                  <a:extLst>
                    <a:ext uri="{9D8B030D-6E8A-4147-A177-3AD203B41FA5}">
                      <a16:colId xmlns:a16="http://schemas.microsoft.com/office/drawing/2014/main" val="1693310181"/>
                    </a:ext>
                  </a:extLst>
                </a:gridCol>
                <a:gridCol w="1288164">
                  <a:extLst>
                    <a:ext uri="{9D8B030D-6E8A-4147-A177-3AD203B41FA5}">
                      <a16:colId xmlns:a16="http://schemas.microsoft.com/office/drawing/2014/main" val="4069721565"/>
                    </a:ext>
                  </a:extLst>
                </a:gridCol>
              </a:tblGrid>
              <a:tr h="1839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Sun.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Mon.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Tue.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Wed.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Thu.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Fri.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Sat.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3720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spc="-50" baseline="0" dirty="0">
                          <a:solidFill>
                            <a:srgbClr val="FF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771128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샤페론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None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296527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571820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295432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376337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10629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828665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LG전자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삼성전자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None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312785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LG에너지솔루션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None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292561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None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033966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None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None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256177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087149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8269"/>
                  </a:ext>
                </a:extLst>
              </a:tr>
              <a:tr h="9417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셀트리온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세나테크놀로지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현대약품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그린광학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852623"/>
                  </a:ext>
                </a:extLst>
              </a:tr>
              <a:tr h="141723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905574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272871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504549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None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218926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205821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현대로템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서울바이오시스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삼성바이오로직스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LS ELECTRIC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HD현대일렉트릭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550282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한진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대한항공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LG디스플레이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삼성중공업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49022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유니드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383093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70C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783864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None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21655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None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None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19230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31</a:t>
                      </a:r>
                      <a:endParaRPr lang="ko-KR" altLang="en-US" sz="800" b="0" i="0" u="none" strike="noStrike" spc="-50" baseline="0" dirty="0">
                        <a:solidFill>
                          <a:srgbClr val="0000F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856631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한솔아이원스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신한지주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삼성물산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SK하이닉스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현대차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249850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멀티캠퍼스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기아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삼성전기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한화에어로스페이스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KB금융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8650461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POSCO홀딩스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하나금융지주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삼성SDI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SK텔레콤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19839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한화오션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JB금융지주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삼성에스디에스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기업은행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Clr>
                          <a:srgbClr val="0070C0"/>
                        </a:buClr>
                        <a:buFont typeface="Arial" panose="020B0604020202020204" pitchFamily="34" charset="0"/>
                        <a:buNone/>
                      </a:pPr>
                      <a:endParaRPr lang="en-US" altLang="ko-KR" sz="800" b="0" i="0" u="none" strike="noStrike" kern="1200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845899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None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포스코퓨처엠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삼성카드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주성엔지니어링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현대글로비스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7761984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LG이노텍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IPARK현대산업개발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한화솔루션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삼성E&amp;A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931526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포스코인터내셔널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보령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HD건설기계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LG씨엔에스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7480454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4개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국도화학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9개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11개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659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384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22</a:t>
            </a:fld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prstClr val="white">
                  <a:lumMod val="6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상장기업 실적발표 예정</a:t>
            </a:r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(11</a:t>
            </a:r>
            <a:r>
              <a:rPr lang="ko-KR" altLang="en-US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월</a:t>
            </a:r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2400" dirty="0">
              <a:solidFill>
                <a:srgbClr val="003399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584" y="1055250"/>
            <a:ext cx="8670146" cy="291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30000"/>
              </a:lnSpc>
              <a:spcAft>
                <a:spcPts val="600"/>
              </a:spcAft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 실적 발표 예정 기업 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73</a:t>
            </a:r>
            <a:r>
              <a:rPr lang="ko-KR" altLang="en-US" sz="1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외 모든 종목 </a:t>
            </a:r>
            <a:endParaRPr lang="en-US" altLang="ko-KR" sz="11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263505"/>
              </p:ext>
            </p:extLst>
          </p:nvPr>
        </p:nvGraphicFramePr>
        <p:xfrm>
          <a:off x="420736" y="1544240"/>
          <a:ext cx="9017148" cy="4894034"/>
        </p:xfrm>
        <a:graphic>
          <a:graphicData uri="http://schemas.openxmlformats.org/drawingml/2006/table">
            <a:tbl>
              <a:tblPr/>
              <a:tblGrid>
                <a:gridCol w="1288164">
                  <a:extLst>
                    <a:ext uri="{9D8B030D-6E8A-4147-A177-3AD203B41FA5}">
                      <a16:colId xmlns:a16="http://schemas.microsoft.com/office/drawing/2014/main" val="1742220923"/>
                    </a:ext>
                  </a:extLst>
                </a:gridCol>
                <a:gridCol w="1288164">
                  <a:extLst>
                    <a:ext uri="{9D8B030D-6E8A-4147-A177-3AD203B41FA5}">
                      <a16:colId xmlns:a16="http://schemas.microsoft.com/office/drawing/2014/main" val="775404904"/>
                    </a:ext>
                  </a:extLst>
                </a:gridCol>
                <a:gridCol w="1288164">
                  <a:extLst>
                    <a:ext uri="{9D8B030D-6E8A-4147-A177-3AD203B41FA5}">
                      <a16:colId xmlns:a16="http://schemas.microsoft.com/office/drawing/2014/main" val="1776776762"/>
                    </a:ext>
                  </a:extLst>
                </a:gridCol>
                <a:gridCol w="1288164">
                  <a:extLst>
                    <a:ext uri="{9D8B030D-6E8A-4147-A177-3AD203B41FA5}">
                      <a16:colId xmlns:a16="http://schemas.microsoft.com/office/drawing/2014/main" val="3044449169"/>
                    </a:ext>
                  </a:extLst>
                </a:gridCol>
                <a:gridCol w="1288164">
                  <a:extLst>
                    <a:ext uri="{9D8B030D-6E8A-4147-A177-3AD203B41FA5}">
                      <a16:colId xmlns:a16="http://schemas.microsoft.com/office/drawing/2014/main" val="440749649"/>
                    </a:ext>
                  </a:extLst>
                </a:gridCol>
                <a:gridCol w="1288164">
                  <a:extLst>
                    <a:ext uri="{9D8B030D-6E8A-4147-A177-3AD203B41FA5}">
                      <a16:colId xmlns:a16="http://schemas.microsoft.com/office/drawing/2014/main" val="1693310181"/>
                    </a:ext>
                  </a:extLst>
                </a:gridCol>
                <a:gridCol w="1288164">
                  <a:extLst>
                    <a:ext uri="{9D8B030D-6E8A-4147-A177-3AD203B41FA5}">
                      <a16:colId xmlns:a16="http://schemas.microsoft.com/office/drawing/2014/main" val="4069721565"/>
                    </a:ext>
                  </a:extLst>
                </a:gridCol>
              </a:tblGrid>
              <a:tr h="1839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Sun.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Mon.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Tue.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Wed.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Thu.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Fri.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Sat.</a:t>
                      </a:r>
                    </a:p>
                  </a:txBody>
                  <a:tcPr marL="36000" marR="3600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3720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i="0" u="none" strike="noStrike" spc="-50" baseline="0" dirty="0">
                        <a:solidFill>
                          <a:srgbClr val="FF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771128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현대모비스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HD한국조선해양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S-Oil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두산에너빌리티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고려아연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296527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SK이노베이션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HD현대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카카오뱅크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NAVER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KT&amp;G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571820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한미반도체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엘앤에프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NH투자증권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에코프로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미래에셋증권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295432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효성중공업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팬오션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크래프톤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한국항공우주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에이피알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70C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246435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LG화학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SK바이오사이언스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대한전선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LG유플러스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LIG D&amp;A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70C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655264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한화시스템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SK가스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강원랜드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SKC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GS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70C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0925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현대건설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녹십자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GS건설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한전기술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아모레퍼시픽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376337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7개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7개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7개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9개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7개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10629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828665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카카오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두산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한국금융지주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DB하이텍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삼성생명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312785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KT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LG생활건강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삼성증권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한국가스공사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삼성화재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292561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한국타이어앤테크놀로지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코스맥스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유한양행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롯데케미칼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HMM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033966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>
                        <a:solidFill>
                          <a:srgbClr val="0070C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코웨이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롯데에너지머티리얼즈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NC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에스피지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한국전력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70C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22770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>
                        <a:solidFill>
                          <a:srgbClr val="0070C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한국콜마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한국앤컴퍼니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KCC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코오롱인더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LG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70C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99130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>
                        <a:solidFill>
                          <a:srgbClr val="0070C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금호석유화학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한전KPS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CJ제일제당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오스코텍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리노공업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70C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633230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신세계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NHN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SK네트웍스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JYP Ent.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한온시스템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256177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12개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12개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12개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12개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12개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087149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8269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SK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삼성에피스홀딩스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852623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메리츠금융지주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케이뱅크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905574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알테오젠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에임드바이오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272871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22개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삼양바이오팜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504549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그외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외 13개</a:t>
                      </a: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218926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205821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550282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49022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383093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fontAlgn="ctr">
                        <a:buClr>
                          <a:srgbClr val="0070C0"/>
                        </a:buClr>
                        <a:buFont typeface="Arial" panose="020B0604020202020204" pitchFamily="34" charset="0"/>
                        <a:buChar char="•"/>
                      </a:pPr>
                      <a:endParaRPr lang="en-US" altLang="ko-KR" sz="800" b="0" i="0" u="none" strike="noStrike" spc="-50" baseline="0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21655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19230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96390"/>
                  </a:ext>
                </a:extLst>
              </a:tr>
              <a:tr h="147189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70C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spc="-50" baseline="0" dirty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890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701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6611779"/>
            <a:ext cx="354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fld id="{627F2B29-B280-48A6-80C0-1A8A6025A8AC}" type="slidenum">
              <a:rPr lang="ko-KR" altLang="en-US" sz="1000" smtClean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23</a:t>
            </a:fld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1000" dirty="0">
              <a:solidFill>
                <a:prstClr val="white">
                  <a:lumMod val="6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4583" y="205085"/>
            <a:ext cx="925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3399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Compliance Notice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449413" y="919103"/>
            <a:ext cx="8905044" cy="609398"/>
          </a:xfrm>
          <a:prstGeom prst="rect">
            <a:avLst/>
          </a:prstGeom>
        </p:spPr>
        <p:txBody>
          <a:bodyPr wrap="square" lIns="18000" rIns="18000">
            <a:spAutoFit/>
          </a:bodyPr>
          <a:lstStyle/>
          <a:p>
            <a:pPr algn="just">
              <a:lnSpc>
                <a:spcPct val="120000"/>
              </a:lnSpc>
              <a:spcAft>
                <a:spcPts val="500"/>
              </a:spcAft>
            </a:pP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당사는 자료 작성일 기준으로 지난 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개월 간 해당종목에 대해서 유가증권 발행에 참여한 적이 없습니다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당사는 본 자료 </a:t>
            </a:r>
            <a:r>
              <a:rPr lang="ko-KR" altLang="en-US" sz="700" kern="1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발간일을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기준으로 해당종목의 주식을 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1%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이상 보유하고 있지 않습니다 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당사는 동 자료를 기관투자가 또는 제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자에게 사전 제공한 사실이 없습니다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조사분석담당자는 자료작성일 현재 동 종목과 관련하여 재산적 이해관계가 없습니다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동 자료에 게재된 내용들은 조사분석담당자 본인의 의견을 정확하게 반영하고 있으며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외부의 부당한 압력이나 </a:t>
            </a:r>
            <a:r>
              <a:rPr lang="ko-KR" altLang="en-US" sz="700" kern="1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간섭없이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작성되었음을 확인합니다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동 자료는 당사의 제작물로서 모든 저작권은 당사에게 있습니다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동 자료는 당사의 </a:t>
            </a:r>
            <a:r>
              <a:rPr lang="ko-KR" altLang="en-US" sz="700" kern="1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동의없이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어떠한 경우에도 어떠한 형태로든 복제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배포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전송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변형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대여할 수 없습니다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동 자료에 수록된 내용은 당사 리서치센터가 신뢰할 만한 자료 및 정보로부터 얻어진 것이나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당사는 그 정확성이나 완전성을 보장할 수 없습니다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따라서 어떠한 경우에도 자료는 고객의 주식투자의 결과에 대한 법적 책임소재에 대한 증빙자료로 사용될 수 없습니다</a:t>
            </a:r>
            <a:r>
              <a:rPr lang="en-US" altLang="ko-KR" sz="700" kern="1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</a:t>
            </a:r>
            <a:endParaRPr lang="ko-KR" altLang="en-US" sz="700" kern="1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893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15025</TotalTime>
  <Words>2486</Words>
  <Application>Microsoft Office PowerPoint</Application>
  <PresentationFormat>A4 용지(210x297mm)</PresentationFormat>
  <Paragraphs>813</Paragraphs>
  <Slides>23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23</vt:i4>
      </vt:variant>
    </vt:vector>
  </HeadingPairs>
  <TitlesOfParts>
    <vt:vector size="35" baseType="lpstr">
      <vt:lpstr>HY중고딕</vt:lpstr>
      <vt:lpstr>나눔고딕</vt:lpstr>
      <vt:lpstr>나눔고딕 ExtraBold</vt:lpstr>
      <vt:lpstr>나눔스퀘어 ExtraBold</vt:lpstr>
      <vt:lpstr>맑은 고딕</vt:lpstr>
      <vt:lpstr>Arial</vt:lpstr>
      <vt:lpstr>Arial narrow</vt:lpstr>
      <vt:lpstr>Calibri</vt:lpstr>
      <vt:lpstr>Calibri Light</vt:lpstr>
      <vt:lpstr>Wingdings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eugene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이수연</dc:creator>
  <cp:lastModifiedBy>JISUN AN</cp:lastModifiedBy>
  <cp:revision>289</cp:revision>
  <cp:lastPrinted>2023-03-14T01:38:21Z</cp:lastPrinted>
  <dcterms:created xsi:type="dcterms:W3CDTF">2021-01-14T00:41:03Z</dcterms:created>
  <dcterms:modified xsi:type="dcterms:W3CDTF">2026-10-12T09:31:47Z</dcterms:modified>
</cp:coreProperties>
</file>